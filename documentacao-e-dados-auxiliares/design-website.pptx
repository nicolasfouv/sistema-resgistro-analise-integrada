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15_643475A6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modernComment_107_1B289D37.xml" ContentType="application/vnd.ms-powerpoint.comments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5"/>
  </p:notesMasterIdLst>
  <p:sldIdLst>
    <p:sldId id="256" r:id="rId2"/>
    <p:sldId id="257" r:id="rId3"/>
    <p:sldId id="259" r:id="rId4"/>
    <p:sldId id="339" r:id="rId5"/>
    <p:sldId id="354" r:id="rId6"/>
    <p:sldId id="287" r:id="rId7"/>
    <p:sldId id="260" r:id="rId8"/>
    <p:sldId id="261" r:id="rId9"/>
    <p:sldId id="268" r:id="rId10"/>
    <p:sldId id="288" r:id="rId11"/>
    <p:sldId id="269" r:id="rId12"/>
    <p:sldId id="270" r:id="rId13"/>
    <p:sldId id="271" r:id="rId14"/>
    <p:sldId id="289" r:id="rId15"/>
    <p:sldId id="290" r:id="rId16"/>
    <p:sldId id="273" r:id="rId17"/>
    <p:sldId id="291" r:id="rId18"/>
    <p:sldId id="274" r:id="rId19"/>
    <p:sldId id="275" r:id="rId20"/>
    <p:sldId id="276" r:id="rId21"/>
    <p:sldId id="292" r:id="rId22"/>
    <p:sldId id="293" r:id="rId23"/>
    <p:sldId id="295" r:id="rId24"/>
    <p:sldId id="277" r:id="rId25"/>
    <p:sldId id="298" r:id="rId26"/>
    <p:sldId id="296" r:id="rId27"/>
    <p:sldId id="297" r:id="rId28"/>
    <p:sldId id="299" r:id="rId29"/>
    <p:sldId id="300" r:id="rId30"/>
    <p:sldId id="301" r:id="rId31"/>
    <p:sldId id="303" r:id="rId32"/>
    <p:sldId id="304" r:id="rId33"/>
    <p:sldId id="305" r:id="rId34"/>
    <p:sldId id="306" r:id="rId35"/>
    <p:sldId id="340" r:id="rId36"/>
    <p:sldId id="341" r:id="rId37"/>
    <p:sldId id="302" r:id="rId38"/>
    <p:sldId id="307" r:id="rId39"/>
    <p:sldId id="308" r:id="rId40"/>
    <p:sldId id="309" r:id="rId41"/>
    <p:sldId id="337" r:id="rId42"/>
    <p:sldId id="338" r:id="rId43"/>
    <p:sldId id="342" r:id="rId44"/>
    <p:sldId id="343" r:id="rId45"/>
    <p:sldId id="344" r:id="rId46"/>
    <p:sldId id="311" r:id="rId47"/>
    <p:sldId id="312" r:id="rId48"/>
    <p:sldId id="313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262" r:id="rId57"/>
    <p:sldId id="320" r:id="rId58"/>
    <p:sldId id="263" r:id="rId59"/>
    <p:sldId id="264" r:id="rId60"/>
    <p:sldId id="321" r:id="rId61"/>
    <p:sldId id="322" r:id="rId62"/>
    <p:sldId id="323" r:id="rId63"/>
    <p:sldId id="324" r:id="rId64"/>
    <p:sldId id="327" r:id="rId65"/>
    <p:sldId id="328" r:id="rId66"/>
    <p:sldId id="329" r:id="rId67"/>
    <p:sldId id="330" r:id="rId68"/>
    <p:sldId id="331" r:id="rId69"/>
    <p:sldId id="332" r:id="rId70"/>
    <p:sldId id="333" r:id="rId71"/>
    <p:sldId id="334" r:id="rId72"/>
    <p:sldId id="335" r:id="rId73"/>
    <p:sldId id="353" r:id="rId7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gin" id="{4A6DF642-E7B1-4B68-A333-602DD55A886E}">
          <p14:sldIdLst>
            <p14:sldId id="256"/>
            <p14:sldId id="257"/>
          </p14:sldIdLst>
        </p14:section>
        <p14:section name="Permissões (Usuário)" id="{0827C983-4248-4AE3-A57C-B55F37D18C12}">
          <p14:sldIdLst>
            <p14:sldId id="259"/>
            <p14:sldId id="339"/>
            <p14:sldId id="354"/>
          </p14:sldIdLst>
        </p14:section>
        <p14:section name="Permissões (Requisições)" id="{C962681E-42CC-4331-BFD5-F59D0F74BCC1}">
          <p14:sldIdLst>
            <p14:sldId id="287"/>
            <p14:sldId id="260"/>
          </p14:sldIdLst>
        </p14:section>
        <p14:section name="Backup" id="{FA7AAF37-FFC1-4622-B85F-8CCD0CDFF2B0}">
          <p14:sldIdLst>
            <p14:sldId id="261"/>
          </p14:sldIdLst>
        </p14:section>
        <p14:section name="=== ANIMAIS VIVOS ===" id="{3E4C0EA8-3EA3-4304-9F9E-5B01642C4221}">
          <p14:sldIdLst/>
        </p14:section>
        <p14:section name="Animais (Animal)" id="{47DEC5D3-B473-4128-95E8-853073648572}">
          <p14:sldIdLst>
            <p14:sldId id="268"/>
            <p14:sldId id="288"/>
            <p14:sldId id="269"/>
            <p14:sldId id="270"/>
          </p14:sldIdLst>
        </p14:section>
        <p14:section name="Entrevistas (Tutor)" id="{834E3D31-34DE-4658-8C9A-C1619C71A32A}">
          <p14:sldIdLst>
            <p14:sldId id="271"/>
            <p14:sldId id="289"/>
            <p14:sldId id="290"/>
          </p14:sldIdLst>
        </p14:section>
        <p14:section name="Entrevistas (Entrevista)" id="{55E1D930-D64F-4BFA-8237-93E961D4B1D4}">
          <p14:sldIdLst>
            <p14:sldId id="273"/>
            <p14:sldId id="291"/>
            <p14:sldId id="274"/>
            <p14:sldId id="275"/>
          </p14:sldIdLst>
        </p14:section>
        <p14:section name="Rastreio de GPS (Rastreio de GPS)" id="{50155872-8B0D-4CF8-BBDC-FDCC8A9A82AC}">
          <p14:sldIdLst>
            <p14:sldId id="276"/>
            <p14:sldId id="292"/>
            <p14:sldId id="293"/>
            <p14:sldId id="295"/>
          </p14:sldIdLst>
        </p14:section>
        <p14:section name="Veterinário (Visita)" id="{115453F0-CFD5-4FA6-89EB-6229277CDB2F}">
          <p14:sldIdLst>
            <p14:sldId id="277"/>
            <p14:sldId id="298"/>
            <p14:sldId id="296"/>
            <p14:sldId id="297"/>
            <p14:sldId id="299"/>
          </p14:sldIdLst>
        </p14:section>
        <p14:section name="Veterinário (Amostra)" id="{4139D52C-E2B3-4DDE-B86D-785A988266CA}">
          <p14:sldIdLst>
            <p14:sldId id="300"/>
            <p14:sldId id="301"/>
          </p14:sldIdLst>
        </p14:section>
        <p14:section name="Viterinário (Exame Físico)" id="{548EE9DD-0987-4193-9D7D-8FAD4C9284E5}">
          <p14:sldIdLst>
            <p14:sldId id="303"/>
            <p14:sldId id="304"/>
            <p14:sldId id="305"/>
            <p14:sldId id="306"/>
          </p14:sldIdLst>
        </p14:section>
        <p14:section name="Veterinário (Vacina)" id="{9ABB917D-EE03-41A6-9135-98A00A584B98}">
          <p14:sldIdLst>
            <p14:sldId id="340"/>
            <p14:sldId id="341"/>
          </p14:sldIdLst>
        </p14:section>
        <p14:section name="Exames e Analises (Resultados de Exames)" id="{C187DC6A-F654-4A4F-A64A-5C5B2C7D575D}">
          <p14:sldIdLst>
            <p14:sldId id="302"/>
            <p14:sldId id="307"/>
            <p14:sldId id="308"/>
            <p14:sldId id="309"/>
          </p14:sldIdLst>
        </p14:section>
        <p14:section name="Exames e Analises (Resultados Sorologia)" id="{A3F53043-7CBE-49AF-B18C-B56A519C1A7F}">
          <p14:sldIdLst>
            <p14:sldId id="337"/>
            <p14:sldId id="338"/>
          </p14:sldIdLst>
        </p14:section>
        <p14:section name="Exames e Analises (Ana. de Ectoparasitos)" id="{2A51AF7C-71A9-4E86-8630-DD0C023FEDB0}">
          <p14:sldIdLst>
            <p14:sldId id="342"/>
            <p14:sldId id="343"/>
            <p14:sldId id="344"/>
          </p14:sldIdLst>
        </p14:section>
        <p14:section name="Exames e Analises (Ana. de Fezes)" id="{A81C50BF-ED2E-47D7-9D46-7874D7432267}">
          <p14:sldIdLst>
            <p14:sldId id="311"/>
            <p14:sldId id="312"/>
            <p14:sldId id="313"/>
          </p14:sldIdLst>
        </p14:section>
        <p14:section name="Exames e Analises (Ana. de OvosCistos)" id="{EF2E593B-C944-4FE2-97AF-CD304DC68A90}">
          <p14:sldIdLst>
            <p14:sldId id="346"/>
            <p14:sldId id="347"/>
          </p14:sldIdLst>
        </p14:section>
        <p14:section name="Exames e Analises (Ana. Molecular)" id="{7D070FFE-2F05-4BEB-BE7F-E575AD52A780}">
          <p14:sldIdLst>
            <p14:sldId id="348"/>
            <p14:sldId id="349"/>
          </p14:sldIdLst>
        </p14:section>
        <p14:section name="=== ANIMAIS MORTOS ===" id="{40AC804A-A3FD-4CA8-86FD-93F11F0968FD}">
          <p14:sldIdLst/>
        </p14:section>
        <p14:section name="Animais Atropelados (Animal)" id="{B03E8D25-FD6E-404A-97DE-EF44FF9FB3A0}">
          <p14:sldIdLst>
            <p14:sldId id="350"/>
            <p14:sldId id="351"/>
            <p14:sldId id="352"/>
          </p14:sldIdLst>
        </p14:section>
        <p14:section name="Necropsias (Necropsia)" id="{CD9A1696-0269-4498-9E12-E764B3070037}">
          <p14:sldIdLst>
            <p14:sldId id="262"/>
            <p14:sldId id="320"/>
            <p14:sldId id="263"/>
            <p14:sldId id="264"/>
          </p14:sldIdLst>
        </p14:section>
        <p14:section name="Necropsias (Amostra)" id="{AC26B292-5F8C-4968-A8DF-F20E18E10AC8}">
          <p14:sldIdLst>
            <p14:sldId id="321"/>
            <p14:sldId id="322"/>
            <p14:sldId id="323"/>
          </p14:sldIdLst>
        </p14:section>
        <p14:section name="Resultados e Analises (Resultados de Exames)" id="{C6A99D05-391C-43AE-AA21-60779B02F9BD}">
          <p14:sldIdLst>
            <p14:sldId id="324"/>
            <p14:sldId id="327"/>
            <p14:sldId id="328"/>
            <p14:sldId id="329"/>
          </p14:sldIdLst>
        </p14:section>
        <p14:section name="Resultados e Analises (Analise de Helmintos)" id="{6F4732A9-6C35-4AF9-A172-DE13D63E2805}">
          <p14:sldIdLst>
            <p14:sldId id="330"/>
            <p14:sldId id="331"/>
            <p14:sldId id="332"/>
          </p14:sldIdLst>
        </p14:section>
        <p14:section name="Resultados e Analises (Analise de Ectoparasitos)" id="{246AF667-75EF-4256-8B5C-293499063A49}">
          <p14:sldIdLst>
            <p14:sldId id="333"/>
            <p14:sldId id="334"/>
            <p14:sldId id="335"/>
          </p14:sldIdLst>
        </p14:section>
        <p14:section name="Cadastros Basicos" id="{E6E38507-B369-4195-8569-32142A930B65}">
          <p14:sldIdLst>
            <p14:sldId id="3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AB0326-886D-471E-7545-9A0F51F2C0E6}" name="Nicolas Fouv" initials="NF" userId="723ae9f5bdf48fbf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A6A6A6"/>
    <a:srgbClr val="DCDCDC"/>
    <a:srgbClr val="4E95D9"/>
    <a:srgbClr val="000000"/>
    <a:srgbClr val="DA0000"/>
    <a:srgbClr val="BBBBBB"/>
    <a:srgbClr val="F2F2F2"/>
    <a:srgbClr val="595959"/>
    <a:srgbClr val="7C7C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28A40-C364-47B9-94CC-19C5B6BD4AF4}" v="1" dt="2026-02-14T00:41:09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 autoAdjust="0"/>
    <p:restoredTop sz="95201" autoAdjust="0"/>
  </p:normalViewPr>
  <p:slideViewPr>
    <p:cSldViewPr snapToGrid="0">
      <p:cViewPr varScale="1">
        <p:scale>
          <a:sx n="56" d="100"/>
          <a:sy n="56" d="100"/>
        </p:scale>
        <p:origin x="1182" y="276"/>
      </p:cViewPr>
      <p:guideLst/>
    </p:cSldViewPr>
  </p:slideViewPr>
  <p:notesTextViewPr>
    <p:cViewPr>
      <p:scale>
        <a:sx n="300" d="100"/>
        <a:sy n="3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8/10/relationships/authors" Target="author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8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Fouv" userId="723ae9f5bdf48fbf" providerId="LiveId" clId="{D3E29B3C-6AE7-4F2E-A183-3A81A1E9F859}"/>
    <pc:docChg chg="undo redo custSel addSld delSld modSld addSection delSection modSection">
      <pc:chgData name="Nicolas Fouv" userId="723ae9f5bdf48fbf" providerId="LiveId" clId="{D3E29B3C-6AE7-4F2E-A183-3A81A1E9F859}" dt="2026-03-08T00:32:29.363" v="11151" actId="478"/>
      <pc:docMkLst>
        <pc:docMk/>
      </pc:docMkLst>
      <pc:sldChg chg="addSp delSp modSp mod">
        <pc:chgData name="Nicolas Fouv" userId="723ae9f5bdf48fbf" providerId="LiveId" clId="{D3E29B3C-6AE7-4F2E-A183-3A81A1E9F859}" dt="2026-03-08T00:32:29.363" v="11151" actId="478"/>
        <pc:sldMkLst>
          <pc:docMk/>
          <pc:sldMk cId="3946493928" sldId="289"/>
        </pc:sldMkLst>
        <pc:spChg chg="add del">
          <ac:chgData name="Nicolas Fouv" userId="723ae9f5bdf48fbf" providerId="LiveId" clId="{D3E29B3C-6AE7-4F2E-A183-3A81A1E9F859}" dt="2026-03-08T00:32:28.988" v="11150" actId="478"/>
          <ac:spMkLst>
            <pc:docMk/>
            <pc:sldMk cId="3946493928" sldId="289"/>
            <ac:spMk id="34" creationId="{767C122D-AE77-42D2-8CFB-4ABBC0E22941}"/>
          </ac:spMkLst>
        </pc:spChg>
        <pc:spChg chg="add del mod">
          <ac:chgData name="Nicolas Fouv" userId="723ae9f5bdf48fbf" providerId="LiveId" clId="{D3E29B3C-6AE7-4F2E-A183-3A81A1E9F859}" dt="2026-03-08T00:32:29.363" v="11151" actId="478"/>
          <ac:spMkLst>
            <pc:docMk/>
            <pc:sldMk cId="3946493928" sldId="289"/>
            <ac:spMk id="56" creationId="{22A25E7C-119D-03DA-D40A-3E79080A30B4}"/>
          </ac:spMkLst>
        </pc:spChg>
        <pc:spChg chg="mod">
          <ac:chgData name="Nicolas Fouv" userId="723ae9f5bdf48fbf" providerId="LiveId" clId="{D3E29B3C-6AE7-4F2E-A183-3A81A1E9F859}" dt="2026-03-08T00:32:28.499" v="11149" actId="1076"/>
          <ac:spMkLst>
            <pc:docMk/>
            <pc:sldMk cId="3946493928" sldId="289"/>
            <ac:spMk id="66" creationId="{82CCF5AC-D3B5-E829-F6B5-26F1000ED1A2}"/>
          </ac:spMkLst>
        </pc:spChg>
      </pc:sldChg>
      <pc:sldChg chg="addSp delSp modSp mod">
        <pc:chgData name="Nicolas Fouv" userId="723ae9f5bdf48fbf" providerId="LiveId" clId="{D3E29B3C-6AE7-4F2E-A183-3A81A1E9F859}" dt="2026-02-14T00:41:09.801" v="11144"/>
        <pc:sldMkLst>
          <pc:docMk/>
          <pc:sldMk cId="2593729964" sldId="339"/>
        </pc:sldMkLst>
        <pc:spChg chg="mod">
          <ac:chgData name="Nicolas Fouv" userId="723ae9f5bdf48fbf" providerId="LiveId" clId="{D3E29B3C-6AE7-4F2E-A183-3A81A1E9F859}" dt="2026-02-14T00:40:24.180" v="11114" actId="1076"/>
          <ac:spMkLst>
            <pc:docMk/>
            <pc:sldMk cId="2593729964" sldId="339"/>
            <ac:spMk id="16" creationId="{FEAD3587-4132-4E9B-4DED-3E2A46046250}"/>
          </ac:spMkLst>
        </pc:spChg>
        <pc:graphicFrameChg chg="mod modGraphic">
          <ac:chgData name="Nicolas Fouv" userId="723ae9f5bdf48fbf" providerId="LiveId" clId="{D3E29B3C-6AE7-4F2E-A183-3A81A1E9F859}" dt="2026-02-14T00:41:09.801" v="11144"/>
          <ac:graphicFrameMkLst>
            <pc:docMk/>
            <pc:sldMk cId="2593729964" sldId="339"/>
            <ac:graphicFrameMk id="45" creationId="{18FDD18D-45AE-2929-3436-5C7FF6978005}"/>
          </ac:graphicFrameMkLst>
        </pc:graphicFrameChg>
      </pc:sldChg>
    </pc:docChg>
  </pc:docChgLst>
</pc:chgInfo>
</file>

<file path=ppt/comments/modernComment_107_1B289D3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EA24EB9-B607-4A05-B9E5-77B485EB7337}" authorId="{66AB0326-886D-471E-7545-9A0F51F2C0E6}" created="2025-12-04T17:00:25.020">
    <pc:sldMkLst xmlns:pc="http://schemas.microsoft.com/office/powerpoint/2013/main/command">
      <pc:docMk/>
      <pc:sldMk cId="455646519" sldId="263"/>
    </pc:sldMkLst>
    <p188:txBody>
      <a:bodyPr/>
      <a:lstStyle/>
      <a:p>
        <a:r>
          <a:rPr lang="pt-BR"/>
          <a:t>As medidas corporais poderão ser associadas a visita dentro do próprio formulário da visita. Deve aparecer uma opção (no modo edição e na criaçao do registro) chamada "adicionar medida corporal" dentro do subformulário de medidas corporais</a:t>
        </a:r>
      </a:p>
    </p188:txBody>
  </p188:cm>
</p188:cmLst>
</file>

<file path=ppt/comments/modernComment_115_643475A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07805D-3700-4953-832B-AD942E9D8CD1}" authorId="{66AB0326-886D-471E-7545-9A0F51F2C0E6}" created="2025-11-30T19:20:51.701">
    <pc:sldMkLst xmlns:pc="http://schemas.microsoft.com/office/powerpoint/2013/main/command">
      <pc:docMk/>
      <pc:sldMk cId="1681159590" sldId="277"/>
    </pc:sldMkLst>
    <p188:txBody>
      <a:bodyPr/>
      <a:lstStyle/>
      <a:p>
        <a:r>
          <a:rPr lang="pt-BR"/>
          <a:t>As medidas corporais poderão ser associadas a visita dentro do próprio formulário da visita. Deve aparecer uma opção (no modo edição e na criaçao do registro) chamada "adicionar medida corporal" dentro do subformulário de medidas corporais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7A5F2-B7DC-40E8-915B-11BE144826CD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A8DF6-E3EE-49BE-836D-A856FB0CB2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7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954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EC33-D589-61C0-7A50-B467BA26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7AE93F4-C4A9-9380-3939-5588C5D32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2FF1D2-03FA-403E-893F-50829EDBE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DACDE2-3A10-054D-BFEC-E11FEF593B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761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09B06-BDCC-5621-521E-5597A5F2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0CFF65-F856-8971-6F91-1FDFAAB2C5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C3EA6C8-EE4D-E170-E5FF-A6487B2A5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61109D8-3BCE-09AC-81D5-20D100140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5588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7E7FE-A293-5F9E-10B2-985819A9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CAC581-051B-D432-71CC-2BB2699953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231BD4-2B61-5C50-226C-CBD427000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5C669C-1226-A1B5-8BD2-98A7B6EB78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5007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AB7CA-7872-3C48-2B5D-A1142E47E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953723F-DC1C-2B5B-FF2F-FEAA18F40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B2910D4-E23F-EC05-5D23-9993F9F4D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E8C9BB1-789C-69AF-EF59-8468D8DC8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5140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AF3B4-2F0E-EC82-0205-B74E60B8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0F10AB-594D-EB0B-AE50-6D899F245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30A79B3-E620-BB83-4A6B-C147D99CEB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D88F92A-073B-0CA8-3EA1-0509C65823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576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5227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367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8434B-0FF2-6AA1-E841-19BEE9477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D2E54A-1CCE-2033-8FE5-CE92DB340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A200273-D368-3C57-2102-544D722A9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A83D00-E028-252A-0F3A-B612FE3C7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8DF6-E3EE-49BE-836D-A856FB0CB22F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879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96349-F213-5B0D-14F9-6557259DD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69F3BE-7B17-26B0-D202-A1457292F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960126-0989-8A4C-2934-3331C432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27640F-F3A9-2E24-CFEA-67B8A966F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769D8B-3F30-AE60-E783-02ED28C8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58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18E472-3C46-640E-EB87-8F9FC85F3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002E8A-077B-58E4-AE21-7BCC36804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824BF0-700E-4D6E-6222-A4EA1B98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11CC94-92CA-F981-5164-73F3E1525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4A9CB2-AD22-87D4-0038-C2E3CE38E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60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E2AB4-D631-3027-F5CC-24E54CAFB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A96CE5-6043-7BC3-D098-62F29E8A2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136580-4C2C-8A26-072C-0365DD3ED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9D18AB-D675-7C99-E242-6FB251C72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1ACC7A-CA43-B8D2-8583-D6E13D6CD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43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70DBD-C5AC-F24F-CDD9-E9968433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0D118E-AC86-061A-B8FD-3323BA20DC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A77D3F-C741-BFF8-0AB1-C0DE243A0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7F9624-5ECC-671B-C848-4FCBC4B37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28C528-A287-F3FB-AC4A-F6CCB9187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C10A1F-EB3D-0D65-536F-02B9042F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996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66509-C5AB-0F9E-4F1E-AF0A7AD7E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8582AF-26F6-C3D9-F71A-2C9CA2DE8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7C3034-2230-32D6-9236-F89A2F897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424DF85-B449-3DAB-351D-6B615BC25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5FE7098-60E4-3EC3-1111-E87280FAE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9DB866-EE4C-9E57-A0C2-6E8EDA09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442624D-7CDB-9D79-7297-E32A5E775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3ADFEF-2454-EE1B-EFEE-69FFBA41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843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962867-F7C0-CBDE-4AF5-8D400E54E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4791118-C94D-7459-2B3E-842CB24E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7AD63C-C56E-9D3D-70CA-91A8F8418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B152E4-3026-D164-F83E-A1F567439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325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2D1E45F-3017-179D-1863-A156A185C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2552813-15A6-C637-B54E-950D1FFD1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0C8D9D-F749-3253-D8D6-5FF66347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9781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EBB74C-6AE9-B73C-349A-32268AF20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855150-11BA-2742-94C4-B5D07E925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3FBA4D-DD6B-4C82-BBE5-D7B2A2CA5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B4438E-918D-F6BE-1969-10E82661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DAE4FB-4ADD-ACF3-0CF2-B3CCF270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9C456B3-99EA-BCCA-8F99-77B21D7C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982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7483C-45F4-E1D9-BCAC-24AD066A2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F71F60F-09AF-B187-4774-66C5F64E6B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E341B57-C653-A472-532C-FE577DC2E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EB10B8-8BDB-BEAF-A9D7-A963C7387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43CCF4-2D5B-9328-672C-65A304C8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492881-0437-A3CF-8910-1E9B296D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725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880F1-0450-810B-B878-CFF0ECF0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845BDA-CF30-CB46-2513-3FF0783EC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D95977-D638-B216-A612-0632DD03C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9009AF-4AED-9B17-4AC4-3783FB096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53DEE4-B1C6-07E1-9591-7DA586C7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5415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E32C44E-4EE2-D943-5EE4-2A4C669D3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AE95C7-BF03-30D1-072A-B4CB58BE1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053E28-BE85-E627-9B32-562D30FA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7FCE2B-8212-F87D-1C52-AB59C92C7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31A9B3-5C8D-70C9-BF7F-E865B0FC6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752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F009097-1555-7863-AEFC-5B0AFED8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7B9F88-7689-0333-8E60-F00ED423E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1ACAFA-E7E8-5E45-0CC4-A2BC9DA88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A38B1-C353-42BA-93A9-D7B294928512}" type="datetimeFigureOut">
              <a:rPr lang="pt-BR" smtClean="0"/>
              <a:t>07/03/2026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BB9034-B2B6-9134-EA47-F3B164280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EF216A-6E7E-DC44-6BBB-5326A0A6D2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89A0FA-5343-4FCA-838F-604FB32375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684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3" Type="http://schemas.openxmlformats.org/officeDocument/2006/relationships/image" Target="../media/image12.svg"/><Relationship Id="rId21" Type="http://schemas.openxmlformats.org/officeDocument/2006/relationships/image" Target="../media/image30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36.svg"/><Relationship Id="rId26" Type="http://schemas.openxmlformats.org/officeDocument/2006/relationships/image" Target="../media/image33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35.png"/><Relationship Id="rId25" Type="http://schemas.openxmlformats.org/officeDocument/2006/relationships/image" Target="../media/image3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.svg"/><Relationship Id="rId20" Type="http://schemas.openxmlformats.org/officeDocument/2006/relationships/image" Target="../media/image3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24" Type="http://schemas.openxmlformats.org/officeDocument/2006/relationships/image" Target="../media/image31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9.svg"/><Relationship Id="rId10" Type="http://schemas.openxmlformats.org/officeDocument/2006/relationships/image" Target="../media/image18.svg"/><Relationship Id="rId19" Type="http://schemas.openxmlformats.org/officeDocument/2006/relationships/image" Target="../media/image37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Relationship Id="rId22" Type="http://schemas.openxmlformats.org/officeDocument/2006/relationships/image" Target="../media/image30.svg"/><Relationship Id="rId27" Type="http://schemas.openxmlformats.org/officeDocument/2006/relationships/image" Target="../media/image3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36.svg"/><Relationship Id="rId26" Type="http://schemas.openxmlformats.org/officeDocument/2006/relationships/image" Target="../media/image33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35.png"/><Relationship Id="rId25" Type="http://schemas.openxmlformats.org/officeDocument/2006/relationships/image" Target="../media/image32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4.svg"/><Relationship Id="rId20" Type="http://schemas.openxmlformats.org/officeDocument/2006/relationships/image" Target="../media/image38.svg"/><Relationship Id="rId29" Type="http://schemas.openxmlformats.org/officeDocument/2006/relationships/image" Target="../media/image4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24" Type="http://schemas.openxmlformats.org/officeDocument/2006/relationships/image" Target="../media/image31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9.svg"/><Relationship Id="rId28" Type="http://schemas.openxmlformats.org/officeDocument/2006/relationships/image" Target="../media/image40.png"/><Relationship Id="rId10" Type="http://schemas.openxmlformats.org/officeDocument/2006/relationships/image" Target="../media/image18.svg"/><Relationship Id="rId19" Type="http://schemas.openxmlformats.org/officeDocument/2006/relationships/image" Target="../media/image37.pn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Relationship Id="rId22" Type="http://schemas.openxmlformats.org/officeDocument/2006/relationships/image" Target="../media/image30.svg"/><Relationship Id="rId27" Type="http://schemas.openxmlformats.org/officeDocument/2006/relationships/image" Target="../media/image3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43.svg"/><Relationship Id="rId1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8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" Type="http://schemas.openxmlformats.org/officeDocument/2006/relationships/image" Target="../media/image11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18" Type="http://schemas.openxmlformats.org/officeDocument/2006/relationships/image" Target="../media/image34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47.sv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46.png"/><Relationship Id="rId5" Type="http://schemas.openxmlformats.org/officeDocument/2006/relationships/image" Target="../media/image13.png"/><Relationship Id="rId15" Type="http://schemas.openxmlformats.org/officeDocument/2006/relationships/image" Target="../media/image21.png"/><Relationship Id="rId10" Type="http://schemas.openxmlformats.org/officeDocument/2006/relationships/image" Target="../media/image45.svg"/><Relationship Id="rId4" Type="http://schemas.openxmlformats.org/officeDocument/2006/relationships/image" Target="../media/image12.svg"/><Relationship Id="rId9" Type="http://schemas.openxmlformats.org/officeDocument/2006/relationships/image" Target="../media/image44.png"/><Relationship Id="rId14" Type="http://schemas.openxmlformats.org/officeDocument/2006/relationships/image" Target="../media/image2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47.sv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46.png"/><Relationship Id="rId5" Type="http://schemas.openxmlformats.org/officeDocument/2006/relationships/image" Target="../media/image13.png"/><Relationship Id="rId15" Type="http://schemas.openxmlformats.org/officeDocument/2006/relationships/image" Target="../media/image19.png"/><Relationship Id="rId10" Type="http://schemas.openxmlformats.org/officeDocument/2006/relationships/image" Target="../media/image45.svg"/><Relationship Id="rId4" Type="http://schemas.openxmlformats.org/officeDocument/2006/relationships/image" Target="../media/image12.svg"/><Relationship Id="rId9" Type="http://schemas.openxmlformats.org/officeDocument/2006/relationships/image" Target="../media/image44.png"/><Relationship Id="rId14" Type="http://schemas.openxmlformats.org/officeDocument/2006/relationships/image" Target="../media/image2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8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7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6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8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7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6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18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7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6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33.png"/><Relationship Id="rId18" Type="http://schemas.openxmlformats.org/officeDocument/2006/relationships/image" Target="../media/image47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44.png"/><Relationship Id="rId10" Type="http://schemas.openxmlformats.org/officeDocument/2006/relationships/image" Target="../media/image22.svg"/><Relationship Id="rId4" Type="http://schemas.openxmlformats.org/officeDocument/2006/relationships/image" Target="../media/image12.svg"/><Relationship Id="rId9" Type="http://schemas.openxmlformats.org/officeDocument/2006/relationships/image" Target="../media/image21.png"/><Relationship Id="rId14" Type="http://schemas.openxmlformats.org/officeDocument/2006/relationships/image" Target="../media/image34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33.png"/><Relationship Id="rId18" Type="http://schemas.openxmlformats.org/officeDocument/2006/relationships/image" Target="../media/image47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4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44.png"/><Relationship Id="rId10" Type="http://schemas.openxmlformats.org/officeDocument/2006/relationships/image" Target="../media/image22.svg"/><Relationship Id="rId4" Type="http://schemas.openxmlformats.org/officeDocument/2006/relationships/image" Target="../media/image12.svg"/><Relationship Id="rId9" Type="http://schemas.openxmlformats.org/officeDocument/2006/relationships/image" Target="../media/image21.png"/><Relationship Id="rId14" Type="http://schemas.openxmlformats.org/officeDocument/2006/relationships/image" Target="../media/image34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5.svg"/><Relationship Id="rId18" Type="http://schemas.openxmlformats.org/officeDocument/2006/relationships/image" Target="../media/image19.png"/><Relationship Id="rId3" Type="http://schemas.openxmlformats.org/officeDocument/2006/relationships/image" Target="../media/image12.svg"/><Relationship Id="rId21" Type="http://schemas.openxmlformats.org/officeDocument/2006/relationships/image" Target="../media/image34.svg"/><Relationship Id="rId7" Type="http://schemas.openxmlformats.org/officeDocument/2006/relationships/image" Target="../media/image16.svg"/><Relationship Id="rId12" Type="http://schemas.openxmlformats.org/officeDocument/2006/relationships/image" Target="../media/image44.png"/><Relationship Id="rId17" Type="http://schemas.openxmlformats.org/officeDocument/2006/relationships/image" Target="../media/image22.svg"/><Relationship Id="rId2" Type="http://schemas.openxmlformats.org/officeDocument/2006/relationships/image" Target="../media/image11.png"/><Relationship Id="rId16" Type="http://schemas.openxmlformats.org/officeDocument/2006/relationships/image" Target="../media/image2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3.svg"/><Relationship Id="rId5" Type="http://schemas.openxmlformats.org/officeDocument/2006/relationships/image" Target="../media/image14.svg"/><Relationship Id="rId15" Type="http://schemas.openxmlformats.org/officeDocument/2006/relationships/image" Target="../media/image47.svg"/><Relationship Id="rId10" Type="http://schemas.openxmlformats.org/officeDocument/2006/relationships/image" Target="../media/image42.png"/><Relationship Id="rId19" Type="http://schemas.openxmlformats.org/officeDocument/2006/relationships/image" Target="../media/image20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8.png"/><Relationship Id="rId17" Type="http://schemas.openxmlformats.org/officeDocument/2006/relationships/image" Target="../media/image33.png"/><Relationship Id="rId2" Type="http://schemas.openxmlformats.org/officeDocument/2006/relationships/image" Target="../media/image11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19.pn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2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7.svg"/><Relationship Id="rId17" Type="http://schemas.openxmlformats.org/officeDocument/2006/relationships/image" Target="../media/image33.png"/><Relationship Id="rId2" Type="http://schemas.openxmlformats.org/officeDocument/2006/relationships/image" Target="../media/image11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6.png"/><Relationship Id="rId5" Type="http://schemas.openxmlformats.org/officeDocument/2006/relationships/image" Target="../media/image14.svg"/><Relationship Id="rId15" Type="http://schemas.openxmlformats.org/officeDocument/2006/relationships/image" Target="../media/image19.png"/><Relationship Id="rId10" Type="http://schemas.openxmlformats.org/officeDocument/2006/relationships/image" Target="../media/image45.svg"/><Relationship Id="rId4" Type="http://schemas.openxmlformats.org/officeDocument/2006/relationships/image" Target="../media/image13.png"/><Relationship Id="rId9" Type="http://schemas.openxmlformats.org/officeDocument/2006/relationships/image" Target="../media/image44.png"/><Relationship Id="rId14" Type="http://schemas.openxmlformats.org/officeDocument/2006/relationships/image" Target="../media/image22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50.svg"/><Relationship Id="rId17" Type="http://schemas.openxmlformats.org/officeDocument/2006/relationships/image" Target="../media/image33.png"/><Relationship Id="rId2" Type="http://schemas.microsoft.com/office/2018/10/relationships/comments" Target="../comments/modernComment_115_643475A6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49.png"/><Relationship Id="rId5" Type="http://schemas.openxmlformats.org/officeDocument/2006/relationships/image" Target="../media/image13.png"/><Relationship Id="rId15" Type="http://schemas.openxmlformats.org/officeDocument/2006/relationships/image" Target="../media/image19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5.svg"/><Relationship Id="rId18" Type="http://schemas.openxmlformats.org/officeDocument/2006/relationships/image" Target="../media/image22.svg"/><Relationship Id="rId3" Type="http://schemas.openxmlformats.org/officeDocument/2006/relationships/image" Target="../media/image12.svg"/><Relationship Id="rId21" Type="http://schemas.openxmlformats.org/officeDocument/2006/relationships/image" Target="../media/image33.png"/><Relationship Id="rId7" Type="http://schemas.openxmlformats.org/officeDocument/2006/relationships/image" Target="../media/image16.svg"/><Relationship Id="rId12" Type="http://schemas.openxmlformats.org/officeDocument/2006/relationships/image" Target="../media/image44.png"/><Relationship Id="rId17" Type="http://schemas.openxmlformats.org/officeDocument/2006/relationships/image" Target="../media/image21.png"/><Relationship Id="rId2" Type="http://schemas.openxmlformats.org/officeDocument/2006/relationships/image" Target="../media/image11.png"/><Relationship Id="rId16" Type="http://schemas.openxmlformats.org/officeDocument/2006/relationships/image" Target="../media/image48.png"/><Relationship Id="rId20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50.svg"/><Relationship Id="rId5" Type="http://schemas.openxmlformats.org/officeDocument/2006/relationships/image" Target="../media/image14.svg"/><Relationship Id="rId15" Type="http://schemas.openxmlformats.org/officeDocument/2006/relationships/image" Target="../media/image47.svg"/><Relationship Id="rId10" Type="http://schemas.openxmlformats.org/officeDocument/2006/relationships/image" Target="../media/image49.png"/><Relationship Id="rId19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46.png"/><Relationship Id="rId22" Type="http://schemas.openxmlformats.org/officeDocument/2006/relationships/image" Target="../media/image34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8.png"/><Relationship Id="rId17" Type="http://schemas.openxmlformats.org/officeDocument/2006/relationships/image" Target="../media/image33.png"/><Relationship Id="rId2" Type="http://schemas.openxmlformats.org/officeDocument/2006/relationships/image" Target="../media/image11.png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19.pn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2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45.svg"/><Relationship Id="rId18" Type="http://schemas.openxmlformats.org/officeDocument/2006/relationships/image" Target="../media/image19.png"/><Relationship Id="rId3" Type="http://schemas.openxmlformats.org/officeDocument/2006/relationships/image" Target="../media/image12.svg"/><Relationship Id="rId21" Type="http://schemas.openxmlformats.org/officeDocument/2006/relationships/image" Target="../media/image34.svg"/><Relationship Id="rId7" Type="http://schemas.openxmlformats.org/officeDocument/2006/relationships/image" Target="../media/image16.svg"/><Relationship Id="rId12" Type="http://schemas.openxmlformats.org/officeDocument/2006/relationships/image" Target="../media/image44.png"/><Relationship Id="rId17" Type="http://schemas.openxmlformats.org/officeDocument/2006/relationships/image" Target="../media/image22.svg"/><Relationship Id="rId2" Type="http://schemas.openxmlformats.org/officeDocument/2006/relationships/image" Target="../media/image11.png"/><Relationship Id="rId16" Type="http://schemas.openxmlformats.org/officeDocument/2006/relationships/image" Target="../media/image2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14.svg"/><Relationship Id="rId15" Type="http://schemas.openxmlformats.org/officeDocument/2006/relationships/image" Target="../media/image47.svg"/><Relationship Id="rId10" Type="http://schemas.openxmlformats.org/officeDocument/2006/relationships/image" Target="../media/image17.png"/><Relationship Id="rId19" Type="http://schemas.openxmlformats.org/officeDocument/2006/relationships/image" Target="../media/image20.svg"/><Relationship Id="rId4" Type="http://schemas.openxmlformats.org/officeDocument/2006/relationships/image" Target="../media/image13.png"/><Relationship Id="rId9" Type="http://schemas.openxmlformats.org/officeDocument/2006/relationships/image" Target="../media/image50.svg"/><Relationship Id="rId1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21" Type="http://schemas.openxmlformats.org/officeDocument/2006/relationships/image" Target="../media/image41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18" Type="http://schemas.openxmlformats.org/officeDocument/2006/relationships/image" Target="../media/image40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19" Type="http://schemas.openxmlformats.org/officeDocument/2006/relationships/image" Target="../media/image41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4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33.png"/><Relationship Id="rId17" Type="http://schemas.openxmlformats.org/officeDocument/2006/relationships/image" Target="../media/image47.svg"/><Relationship Id="rId2" Type="http://schemas.openxmlformats.org/officeDocument/2006/relationships/image" Target="../media/image11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45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22.svg"/><Relationship Id="rId1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4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3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18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22.svg"/><Relationship Id="rId1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4.svg"/><Relationship Id="rId18" Type="http://schemas.openxmlformats.org/officeDocument/2006/relationships/image" Target="../media/image46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33.png"/><Relationship Id="rId17" Type="http://schemas.openxmlformats.org/officeDocument/2006/relationships/image" Target="../media/image45.svg"/><Relationship Id="rId2" Type="http://schemas.openxmlformats.org/officeDocument/2006/relationships/image" Target="../media/image11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18.svg"/><Relationship Id="rId10" Type="http://schemas.openxmlformats.org/officeDocument/2006/relationships/image" Target="../media/image19.png"/><Relationship Id="rId19" Type="http://schemas.openxmlformats.org/officeDocument/2006/relationships/image" Target="../media/image47.svg"/><Relationship Id="rId4" Type="http://schemas.openxmlformats.org/officeDocument/2006/relationships/image" Target="../media/image13.png"/><Relationship Id="rId9" Type="http://schemas.openxmlformats.org/officeDocument/2006/relationships/image" Target="../media/image22.svg"/><Relationship Id="rId1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21" Type="http://schemas.openxmlformats.org/officeDocument/2006/relationships/image" Target="../media/image41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1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0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6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34.svg"/><Relationship Id="rId18" Type="http://schemas.openxmlformats.org/officeDocument/2006/relationships/image" Target="../media/image40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33.png"/><Relationship Id="rId17" Type="http://schemas.openxmlformats.org/officeDocument/2006/relationships/image" Target="../media/image47.svg"/><Relationship Id="rId2" Type="http://schemas.openxmlformats.org/officeDocument/2006/relationships/image" Target="../media/image11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45.svg"/><Relationship Id="rId10" Type="http://schemas.openxmlformats.org/officeDocument/2006/relationships/image" Target="../media/image19.png"/><Relationship Id="rId19" Type="http://schemas.openxmlformats.org/officeDocument/2006/relationships/image" Target="../media/image41.svg"/><Relationship Id="rId4" Type="http://schemas.openxmlformats.org/officeDocument/2006/relationships/image" Target="../media/image13.png"/><Relationship Id="rId9" Type="http://schemas.openxmlformats.org/officeDocument/2006/relationships/image" Target="../media/image22.svg"/><Relationship Id="rId1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21.png"/><Relationship Id="rId5" Type="http://schemas.openxmlformats.org/officeDocument/2006/relationships/image" Target="../media/image13.png"/><Relationship Id="rId15" Type="http://schemas.openxmlformats.org/officeDocument/2006/relationships/image" Target="../media/image3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0.sv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50.svg"/><Relationship Id="rId14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45.svg"/><Relationship Id="rId18" Type="http://schemas.openxmlformats.org/officeDocument/2006/relationships/image" Target="../media/image19.png"/><Relationship Id="rId3" Type="http://schemas.openxmlformats.org/officeDocument/2006/relationships/image" Target="../media/image12.svg"/><Relationship Id="rId21" Type="http://schemas.openxmlformats.org/officeDocument/2006/relationships/image" Target="../media/image34.svg"/><Relationship Id="rId7" Type="http://schemas.openxmlformats.org/officeDocument/2006/relationships/image" Target="../media/image16.svg"/><Relationship Id="rId12" Type="http://schemas.openxmlformats.org/officeDocument/2006/relationships/image" Target="../media/image44.png"/><Relationship Id="rId17" Type="http://schemas.openxmlformats.org/officeDocument/2006/relationships/image" Target="../media/image22.svg"/><Relationship Id="rId2" Type="http://schemas.openxmlformats.org/officeDocument/2006/relationships/image" Target="../media/image11.png"/><Relationship Id="rId16" Type="http://schemas.openxmlformats.org/officeDocument/2006/relationships/image" Target="../media/image2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5" Type="http://schemas.openxmlformats.org/officeDocument/2006/relationships/image" Target="../media/image14.svg"/><Relationship Id="rId15" Type="http://schemas.openxmlformats.org/officeDocument/2006/relationships/image" Target="../media/image47.svg"/><Relationship Id="rId10" Type="http://schemas.openxmlformats.org/officeDocument/2006/relationships/image" Target="../media/image17.png"/><Relationship Id="rId19" Type="http://schemas.openxmlformats.org/officeDocument/2006/relationships/image" Target="../media/image20.svg"/><Relationship Id="rId4" Type="http://schemas.openxmlformats.org/officeDocument/2006/relationships/image" Target="../media/image13.png"/><Relationship Id="rId9" Type="http://schemas.openxmlformats.org/officeDocument/2006/relationships/image" Target="../media/image50.svg"/><Relationship Id="rId14" Type="http://schemas.openxmlformats.org/officeDocument/2006/relationships/image" Target="../media/image4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50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19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5.svg"/><Relationship Id="rId18" Type="http://schemas.openxmlformats.org/officeDocument/2006/relationships/image" Target="../media/image19.png"/><Relationship Id="rId3" Type="http://schemas.openxmlformats.org/officeDocument/2006/relationships/image" Target="../media/image12.svg"/><Relationship Id="rId21" Type="http://schemas.openxmlformats.org/officeDocument/2006/relationships/image" Target="../media/image34.svg"/><Relationship Id="rId7" Type="http://schemas.openxmlformats.org/officeDocument/2006/relationships/image" Target="../media/image16.svg"/><Relationship Id="rId12" Type="http://schemas.openxmlformats.org/officeDocument/2006/relationships/image" Target="../media/image44.png"/><Relationship Id="rId17" Type="http://schemas.openxmlformats.org/officeDocument/2006/relationships/image" Target="../media/image22.svg"/><Relationship Id="rId2" Type="http://schemas.openxmlformats.org/officeDocument/2006/relationships/image" Target="../media/image11.png"/><Relationship Id="rId16" Type="http://schemas.openxmlformats.org/officeDocument/2006/relationships/image" Target="../media/image2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50.svg"/><Relationship Id="rId5" Type="http://schemas.openxmlformats.org/officeDocument/2006/relationships/image" Target="../media/image14.svg"/><Relationship Id="rId15" Type="http://schemas.openxmlformats.org/officeDocument/2006/relationships/image" Target="../media/image47.svg"/><Relationship Id="rId10" Type="http://schemas.openxmlformats.org/officeDocument/2006/relationships/image" Target="../media/image49.png"/><Relationship Id="rId19" Type="http://schemas.openxmlformats.org/officeDocument/2006/relationships/image" Target="../media/image20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46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microsoft.com/office/2018/10/relationships/comments" Target="../comments/modernComment_107_1B289D37.xml"/><Relationship Id="rId7" Type="http://schemas.openxmlformats.org/officeDocument/2006/relationships/image" Target="../media/image14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5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18" Type="http://schemas.openxmlformats.org/officeDocument/2006/relationships/image" Target="../media/image34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47.sv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11" Type="http://schemas.openxmlformats.org/officeDocument/2006/relationships/image" Target="../media/image46.png"/><Relationship Id="rId5" Type="http://schemas.openxmlformats.org/officeDocument/2006/relationships/image" Target="../media/image13.png"/><Relationship Id="rId15" Type="http://schemas.openxmlformats.org/officeDocument/2006/relationships/image" Target="../media/image19.png"/><Relationship Id="rId10" Type="http://schemas.openxmlformats.org/officeDocument/2006/relationships/image" Target="../media/image45.svg"/><Relationship Id="rId4" Type="http://schemas.openxmlformats.org/officeDocument/2006/relationships/image" Target="../media/image12.svg"/><Relationship Id="rId9" Type="http://schemas.openxmlformats.org/officeDocument/2006/relationships/image" Target="../media/image44.png"/><Relationship Id="rId14" Type="http://schemas.openxmlformats.org/officeDocument/2006/relationships/image" Target="../media/image22.sv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47.svg"/><Relationship Id="rId18" Type="http://schemas.openxmlformats.org/officeDocument/2006/relationships/image" Target="../media/image33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46.png"/><Relationship Id="rId17" Type="http://schemas.openxmlformats.org/officeDocument/2006/relationships/image" Target="../media/image20.svg"/><Relationship Id="rId2" Type="http://schemas.openxmlformats.org/officeDocument/2006/relationships/image" Target="../media/image11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5.svg"/><Relationship Id="rId5" Type="http://schemas.openxmlformats.org/officeDocument/2006/relationships/image" Target="../media/image14.svg"/><Relationship Id="rId15" Type="http://schemas.openxmlformats.org/officeDocument/2006/relationships/image" Target="../media/image22.svg"/><Relationship Id="rId10" Type="http://schemas.openxmlformats.org/officeDocument/2006/relationships/image" Target="../media/image44.png"/><Relationship Id="rId19" Type="http://schemas.openxmlformats.org/officeDocument/2006/relationships/image" Target="../media/image3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1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14.svg"/><Relationship Id="rId15" Type="http://schemas.openxmlformats.org/officeDocument/2006/relationships/image" Target="../media/image20.svg"/><Relationship Id="rId10" Type="http://schemas.openxmlformats.org/officeDocument/2006/relationships/image" Target="../media/image46.png"/><Relationship Id="rId4" Type="http://schemas.openxmlformats.org/officeDocument/2006/relationships/image" Target="../media/image13.png"/><Relationship Id="rId9" Type="http://schemas.openxmlformats.org/officeDocument/2006/relationships/image" Target="../media/image45.svg"/><Relationship Id="rId14" Type="http://schemas.openxmlformats.org/officeDocument/2006/relationships/image" Target="../media/image19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0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1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2.svg"/><Relationship Id="rId5" Type="http://schemas.openxmlformats.org/officeDocument/2006/relationships/image" Target="../media/image14.svg"/><Relationship Id="rId15" Type="http://schemas.openxmlformats.org/officeDocument/2006/relationships/image" Target="../media/image34.svg"/><Relationship Id="rId10" Type="http://schemas.openxmlformats.org/officeDocument/2006/relationships/image" Target="../media/image21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7083407-F766-77D1-96D6-4F89170242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2E3A9A4-883C-C459-1A6D-74E81472F28F}"/>
              </a:ext>
            </a:extLst>
          </p:cNvPr>
          <p:cNvSpPr/>
          <p:nvPr/>
        </p:nvSpPr>
        <p:spPr>
          <a:xfrm>
            <a:off x="3167744" y="342900"/>
            <a:ext cx="5856512" cy="6172200"/>
          </a:xfrm>
          <a:prstGeom prst="roundRect">
            <a:avLst>
              <a:gd name="adj" fmla="val 31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092A780A-EC25-3CD3-32DF-97C8BF24B495}"/>
              </a:ext>
            </a:extLst>
          </p:cNvPr>
          <p:cNvGrpSpPr/>
          <p:nvPr/>
        </p:nvGrpSpPr>
        <p:grpSpPr>
          <a:xfrm>
            <a:off x="3556907" y="2933704"/>
            <a:ext cx="5078186" cy="604158"/>
            <a:chOff x="3556907" y="3200404"/>
            <a:chExt cx="5078186" cy="604158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11C0364A-05AE-9525-9C2B-F27B2584D7BF}"/>
                </a:ext>
              </a:extLst>
            </p:cNvPr>
            <p:cNvSpPr/>
            <p:nvPr/>
          </p:nvSpPr>
          <p:spPr>
            <a:xfrm>
              <a:off x="3556907" y="3200404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E-mail</a:t>
              </a:r>
            </a:p>
          </p:txBody>
        </p:sp>
        <p:pic>
          <p:nvPicPr>
            <p:cNvPr id="9" name="Gráfico 8" descr="Usuário estrutura de tópicos">
              <a:extLst>
                <a:ext uri="{FF2B5EF4-FFF2-40B4-BE49-F238E27FC236}">
                  <a16:creationId xmlns:a16="http://schemas.microsoft.com/office/drawing/2014/main" id="{A8037AB1-15C6-B632-A079-F9BE05601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1490" y="3344987"/>
              <a:ext cx="314994" cy="314994"/>
            </a:xfrm>
            <a:prstGeom prst="rect">
              <a:avLst/>
            </a:prstGeom>
          </p:spPr>
        </p:pic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90DCB5E-68B4-DDED-9B61-34DE0554DFA9}"/>
              </a:ext>
            </a:extLst>
          </p:cNvPr>
          <p:cNvGrpSpPr/>
          <p:nvPr/>
        </p:nvGrpSpPr>
        <p:grpSpPr>
          <a:xfrm>
            <a:off x="3556907" y="3780633"/>
            <a:ext cx="5078186" cy="604158"/>
            <a:chOff x="3556907" y="5139533"/>
            <a:chExt cx="5078186" cy="604158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4B8B7115-03CF-8E4B-E678-F01F208B2999}"/>
                </a:ext>
              </a:extLst>
            </p:cNvPr>
            <p:cNvSpPr/>
            <p:nvPr/>
          </p:nvSpPr>
          <p:spPr>
            <a:xfrm>
              <a:off x="3556907" y="5139533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Senha</a:t>
              </a:r>
            </a:p>
          </p:txBody>
        </p:sp>
        <p:pic>
          <p:nvPicPr>
            <p:cNvPr id="15" name="Gráfico 14" descr="Bloqueio estrutura de tópicos">
              <a:extLst>
                <a:ext uri="{FF2B5EF4-FFF2-40B4-BE49-F238E27FC236}">
                  <a16:creationId xmlns:a16="http://schemas.microsoft.com/office/drawing/2014/main" id="{43681C2D-CC71-1A3D-352F-A73337BC1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5115" y="5287740"/>
              <a:ext cx="307744" cy="307744"/>
            </a:xfrm>
            <a:prstGeom prst="rect">
              <a:avLst/>
            </a:prstGeom>
          </p:spPr>
        </p:pic>
      </p:grp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89CEB78-17A1-703B-AEE7-774BA5BD2673}"/>
              </a:ext>
            </a:extLst>
          </p:cNvPr>
          <p:cNvSpPr/>
          <p:nvPr/>
        </p:nvSpPr>
        <p:spPr>
          <a:xfrm>
            <a:off x="3556907" y="5045190"/>
            <a:ext cx="5078186" cy="60415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LOGIN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79B26BE2-BBCF-294C-D276-4A86409331E7}"/>
              </a:ext>
            </a:extLst>
          </p:cNvPr>
          <p:cNvSpPr txBox="1"/>
          <p:nvPr/>
        </p:nvSpPr>
        <p:spPr>
          <a:xfrm>
            <a:off x="5029200" y="2193113"/>
            <a:ext cx="21336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LOGIN</a:t>
            </a: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82CA6631-0072-AF21-B364-E53E74518FAE}"/>
              </a:ext>
            </a:extLst>
          </p:cNvPr>
          <p:cNvSpPr/>
          <p:nvPr/>
        </p:nvSpPr>
        <p:spPr>
          <a:xfrm>
            <a:off x="5378450" y="671633"/>
            <a:ext cx="1435100" cy="14351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3" name="Gráfico 22" descr="Usuário com preenchimento sólido">
            <a:extLst>
              <a:ext uri="{FF2B5EF4-FFF2-40B4-BE49-F238E27FC236}">
                <a16:creationId xmlns:a16="http://schemas.microsoft.com/office/drawing/2014/main" id="{0AEFE25F-0438-1FC4-288B-9C987EA965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8800" y="926369"/>
            <a:ext cx="914400" cy="914400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689169FA-CE48-CA05-47C1-512FD71C32B9}"/>
              </a:ext>
            </a:extLst>
          </p:cNvPr>
          <p:cNvSpPr txBox="1"/>
          <p:nvPr/>
        </p:nvSpPr>
        <p:spPr>
          <a:xfrm>
            <a:off x="3556907" y="4403885"/>
            <a:ext cx="2399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Esqueceu sua senha?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9F57F56-C6E1-42EE-87C0-8BB511038D89}"/>
              </a:ext>
            </a:extLst>
          </p:cNvPr>
          <p:cNvSpPr txBox="1"/>
          <p:nvPr/>
        </p:nvSpPr>
        <p:spPr>
          <a:xfrm>
            <a:off x="3556906" y="5665899"/>
            <a:ext cx="507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Não possui uma conta?</a:t>
            </a:r>
          </a:p>
          <a:p>
            <a:pPr algn="ctr"/>
            <a:r>
              <a:rPr lang="pt-BR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Requisição de acesso</a:t>
            </a:r>
          </a:p>
        </p:txBody>
      </p:sp>
    </p:spTree>
    <p:extLst>
      <p:ext uri="{BB962C8B-B14F-4D97-AF65-F5344CB8AC3E}">
        <p14:creationId xmlns:p14="http://schemas.microsoft.com/office/powerpoint/2010/main" val="268759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80FD3-F649-A864-6423-FC070B12A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55C6969-6103-46FF-E3BC-F5757045A1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EB89C08-52CA-B1D3-71FB-58DF5F2DA9A5}"/>
              </a:ext>
            </a:extLst>
          </p:cNvPr>
          <p:cNvSpPr/>
          <p:nvPr/>
        </p:nvSpPr>
        <p:spPr>
          <a:xfrm>
            <a:off x="426720" y="342900"/>
            <a:ext cx="11338560" cy="6172200"/>
          </a:xfrm>
          <a:prstGeom prst="roundRect">
            <a:avLst>
              <a:gd name="adj" fmla="val 31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582A72D7-C467-84FD-58C6-1E564E19A97F}"/>
              </a:ext>
            </a:extLst>
          </p:cNvPr>
          <p:cNvGrpSpPr/>
          <p:nvPr/>
        </p:nvGrpSpPr>
        <p:grpSpPr>
          <a:xfrm>
            <a:off x="813706" y="3153088"/>
            <a:ext cx="5078186" cy="604158"/>
            <a:chOff x="3556907" y="5169106"/>
            <a:chExt cx="5078186" cy="604158"/>
          </a:xfrm>
        </p:grpSpPr>
        <p:sp>
          <p:nvSpPr>
            <p:cNvPr id="12" name="Retângulo: Cantos Arredondados 11">
              <a:extLst>
                <a:ext uri="{FF2B5EF4-FFF2-40B4-BE49-F238E27FC236}">
                  <a16:creationId xmlns:a16="http://schemas.microsoft.com/office/drawing/2014/main" id="{05768DE7-4284-7265-B1C5-104921F59ED6}"/>
                </a:ext>
              </a:extLst>
            </p:cNvPr>
            <p:cNvSpPr/>
            <p:nvPr/>
          </p:nvSpPr>
          <p:spPr>
            <a:xfrm>
              <a:off x="3556907" y="5169106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Senha</a:t>
              </a:r>
            </a:p>
          </p:txBody>
        </p:sp>
        <p:pic>
          <p:nvPicPr>
            <p:cNvPr id="15" name="Gráfico 14" descr="Bloqueio estrutura de tópicos">
              <a:extLst>
                <a:ext uri="{FF2B5EF4-FFF2-40B4-BE49-F238E27FC236}">
                  <a16:creationId xmlns:a16="http://schemas.microsoft.com/office/drawing/2014/main" id="{14795AA9-EB37-9BAA-9D26-3167B61F6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115" y="5287740"/>
              <a:ext cx="307744" cy="307744"/>
            </a:xfrm>
            <a:prstGeom prst="rect">
              <a:avLst/>
            </a:prstGeom>
          </p:spPr>
        </p:pic>
      </p:grp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69FDB60-2A58-2FD6-F5CA-F27C5FBC7929}"/>
              </a:ext>
            </a:extLst>
          </p:cNvPr>
          <p:cNvSpPr/>
          <p:nvPr/>
        </p:nvSpPr>
        <p:spPr>
          <a:xfrm>
            <a:off x="3556907" y="5045190"/>
            <a:ext cx="5078186" cy="60415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1"/>
                </a:solidFill>
              </a:rPr>
              <a:t>ENVIAR REQUISIÇÃO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A38ADE4-D05F-3855-5A29-7574315F24DD}"/>
              </a:ext>
            </a:extLst>
          </p:cNvPr>
          <p:cNvSpPr txBox="1"/>
          <p:nvPr/>
        </p:nvSpPr>
        <p:spPr>
          <a:xfrm>
            <a:off x="3556908" y="690880"/>
            <a:ext cx="507818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2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REQUISIÇÃO DE ACESSO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5A5B65B-1C24-2019-CA1F-FEEAEA8E88C4}"/>
              </a:ext>
            </a:extLst>
          </p:cNvPr>
          <p:cNvSpPr txBox="1"/>
          <p:nvPr/>
        </p:nvSpPr>
        <p:spPr>
          <a:xfrm>
            <a:off x="3556906" y="5665899"/>
            <a:ext cx="5078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Já possui uma conta?</a:t>
            </a:r>
          </a:p>
          <a:p>
            <a:pPr algn="ctr"/>
            <a:r>
              <a:rPr lang="pt-BR" u="sng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Faça login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FDE957D-7B27-87FF-0E30-D3B570CCB069}"/>
              </a:ext>
            </a:extLst>
          </p:cNvPr>
          <p:cNvGrpSpPr/>
          <p:nvPr/>
        </p:nvGrpSpPr>
        <p:grpSpPr>
          <a:xfrm>
            <a:off x="813706" y="1531496"/>
            <a:ext cx="5078186" cy="604158"/>
            <a:chOff x="3556907" y="3200404"/>
            <a:chExt cx="5078186" cy="604158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4A93B0B6-43AF-F825-B21A-5AA105EE6E8E}"/>
                </a:ext>
              </a:extLst>
            </p:cNvPr>
            <p:cNvSpPr/>
            <p:nvPr/>
          </p:nvSpPr>
          <p:spPr>
            <a:xfrm>
              <a:off x="3556907" y="3200404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Nome completo</a:t>
              </a:r>
            </a:p>
          </p:txBody>
        </p:sp>
        <p:pic>
          <p:nvPicPr>
            <p:cNvPr id="6" name="Gráfico 5" descr="Usuário estrutura de tópicos">
              <a:extLst>
                <a:ext uri="{FF2B5EF4-FFF2-40B4-BE49-F238E27FC236}">
                  <a16:creationId xmlns:a16="http://schemas.microsoft.com/office/drawing/2014/main" id="{79509A6D-2EC1-4D0A-4AE9-034C5A38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1490" y="3344987"/>
              <a:ext cx="314994" cy="314994"/>
            </a:xfrm>
            <a:prstGeom prst="rect">
              <a:avLst/>
            </a:prstGeom>
          </p:spPr>
        </p:pic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124FBBC0-CCA1-899C-387C-DC31A5EFA778}"/>
              </a:ext>
            </a:extLst>
          </p:cNvPr>
          <p:cNvGrpSpPr/>
          <p:nvPr/>
        </p:nvGrpSpPr>
        <p:grpSpPr>
          <a:xfrm>
            <a:off x="813706" y="2342292"/>
            <a:ext cx="5078186" cy="604158"/>
            <a:chOff x="3556907" y="2933704"/>
            <a:chExt cx="5078186" cy="604158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33BA99CE-5ADD-5300-6D9D-B353AA68BE96}"/>
                </a:ext>
              </a:extLst>
            </p:cNvPr>
            <p:cNvSpPr/>
            <p:nvPr/>
          </p:nvSpPr>
          <p:spPr>
            <a:xfrm>
              <a:off x="3556907" y="2933704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E-mail</a:t>
              </a:r>
            </a:p>
          </p:txBody>
        </p:sp>
        <p:pic>
          <p:nvPicPr>
            <p:cNvPr id="11" name="Gráfico 10" descr="Envelope estrutura de tópicos">
              <a:extLst>
                <a:ext uri="{FF2B5EF4-FFF2-40B4-BE49-F238E27FC236}">
                  <a16:creationId xmlns:a16="http://schemas.microsoft.com/office/drawing/2014/main" id="{43F01C6C-C458-EB92-B560-245990E3E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708059" y="3076053"/>
              <a:ext cx="314995" cy="314995"/>
            </a:xfrm>
            <a:prstGeom prst="rect">
              <a:avLst/>
            </a:prstGeom>
          </p:spPr>
        </p:pic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CA802A3-CBB2-D8E6-15D8-083AE7833DC5}"/>
              </a:ext>
            </a:extLst>
          </p:cNvPr>
          <p:cNvGrpSpPr/>
          <p:nvPr/>
        </p:nvGrpSpPr>
        <p:grpSpPr>
          <a:xfrm>
            <a:off x="813706" y="3963884"/>
            <a:ext cx="5078186" cy="604158"/>
            <a:chOff x="3556907" y="5139533"/>
            <a:chExt cx="5078186" cy="604158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3A36AB8F-3B89-C418-FA5F-E4AD6183C8FB}"/>
                </a:ext>
              </a:extLst>
            </p:cNvPr>
            <p:cNvSpPr/>
            <p:nvPr/>
          </p:nvSpPr>
          <p:spPr>
            <a:xfrm>
              <a:off x="3556907" y="5139533"/>
              <a:ext cx="5078186" cy="60415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dirty="0">
                  <a:solidFill>
                    <a:schemeClr val="bg1">
                      <a:lumMod val="75000"/>
                    </a:schemeClr>
                  </a:solidFill>
                </a:rPr>
                <a:t>          Confirmar senha</a:t>
              </a:r>
            </a:p>
          </p:txBody>
        </p:sp>
        <p:pic>
          <p:nvPicPr>
            <p:cNvPr id="17" name="Gráfico 16" descr="Bloqueio estrutura de tópicos">
              <a:extLst>
                <a:ext uri="{FF2B5EF4-FFF2-40B4-BE49-F238E27FC236}">
                  <a16:creationId xmlns:a16="http://schemas.microsoft.com/office/drawing/2014/main" id="{A1FC6A23-77C0-DF11-BD0C-425C76DEB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115" y="5287740"/>
              <a:ext cx="307744" cy="307744"/>
            </a:xfrm>
            <a:prstGeom prst="rect">
              <a:avLst/>
            </a:prstGeom>
          </p:spPr>
        </p:pic>
      </p:grp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456F06C-D1D5-4CD5-552F-67A84A871AAB}"/>
              </a:ext>
            </a:extLst>
          </p:cNvPr>
          <p:cNvSpPr/>
          <p:nvPr/>
        </p:nvSpPr>
        <p:spPr>
          <a:xfrm>
            <a:off x="6300110" y="1531496"/>
            <a:ext cx="5078186" cy="3036546"/>
          </a:xfrm>
          <a:prstGeom prst="roundRect">
            <a:avLst>
              <a:gd name="adj" fmla="val 2614"/>
            </a:avLst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pt-BR" dirty="0">
                <a:solidFill>
                  <a:schemeClr val="bg1">
                    <a:lumMod val="75000"/>
                  </a:schemeClr>
                </a:solidFill>
              </a:rPr>
              <a:t>          Justificativa da requisição</a:t>
            </a:r>
          </a:p>
        </p:txBody>
      </p:sp>
      <p:pic>
        <p:nvPicPr>
          <p:cNvPr id="22" name="Gráfico 21" descr="Área de Transferência estrutura de tópicos">
            <a:extLst>
              <a:ext uri="{FF2B5EF4-FFF2-40B4-BE49-F238E27FC236}">
                <a16:creationId xmlns:a16="http://schemas.microsoft.com/office/drawing/2014/main" id="{CB1845FA-5D63-6067-50C4-FB686E18E7C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30391" y="1691248"/>
            <a:ext cx="336715" cy="33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5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80830-0C55-A4C3-D9AE-ABAFE44E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615B504-6F72-EE08-0F8C-F8F694B9B4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E7A8667-CB3D-F56E-17B9-28A76F0D1C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7C7494B6-2E1F-8D4F-EEDF-F02146BE702F}"/>
              </a:ext>
            </a:extLst>
          </p:cNvPr>
          <p:cNvSpPr/>
          <p:nvPr/>
        </p:nvSpPr>
        <p:spPr>
          <a:xfrm>
            <a:off x="0" y="6064471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E9041C4-9B30-3A2B-21D2-A161B958CAD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B36465-6D98-0BF3-FCDB-00FE118991B9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9E80352-A3DE-8BED-A3BE-4EFFD9CFB7A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5F2D386-09E2-2A8C-295E-48D9A2FE6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33457FB-9842-97D5-0A78-C271C564856F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6681028-9095-E6AE-31E6-B22B18EE9609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4528748-585C-682F-8007-1D92919EA3C6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04381F71-6E60-95B5-5B5E-ABF049216DC6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F4D8FA3-20E4-B081-2E62-2C6469CDD6C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37FCC34-E540-35EC-F375-8A269E534A1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E44B328F-C8E0-5581-1F49-4F9ADD66C1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261B8420-FAC7-2A87-18DF-18BFE89B6B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D014A62-3532-7AA0-20B6-6D5B31FC3D58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B945629-AFE2-169C-5490-3EB48A00724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30BF7CE-2B9D-C3F2-6535-7D6ACD1FB35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PERMISSÕES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D19B5D5-CFE2-9AF7-301D-6768D7DA10F2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Requisições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8726C9FA-C24A-D991-DE70-D894D3A97B78}"/>
              </a:ext>
            </a:extLst>
          </p:cNvPr>
          <p:cNvSpPr/>
          <p:nvPr/>
        </p:nvSpPr>
        <p:spPr>
          <a:xfrm>
            <a:off x="4942273" y="919837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3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DA80B282-84C4-9BCE-FC7F-5FCA049CC71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3DE997F7-CC4D-987A-720A-1AF83A457300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696664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9B92ABE-0F75-099D-56CB-5172A09E9F5E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40242D4C-5CCE-CA5F-A5FA-9E61A79F8B06}"/>
              </a:ext>
            </a:extLst>
          </p:cNvPr>
          <p:cNvSpPr/>
          <p:nvPr/>
        </p:nvSpPr>
        <p:spPr>
          <a:xfrm>
            <a:off x="2714125" y="1941905"/>
            <a:ext cx="2637911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Nome...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1EF22F1-C164-A506-DB41-912660DA0BA7}"/>
              </a:ext>
            </a:extLst>
          </p:cNvPr>
          <p:cNvSpPr/>
          <p:nvPr/>
        </p:nvSpPr>
        <p:spPr>
          <a:xfrm>
            <a:off x="5525555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E-mail...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933DF0C2-A927-F02D-B5F6-AB787B747F20}"/>
              </a:ext>
            </a:extLst>
          </p:cNvPr>
          <p:cNvGrpSpPr/>
          <p:nvPr/>
        </p:nvGrpSpPr>
        <p:grpSpPr>
          <a:xfrm>
            <a:off x="8530488" y="1941905"/>
            <a:ext cx="2082800" cy="336082"/>
            <a:chOff x="8143569" y="1941905"/>
            <a:chExt cx="2476398" cy="336082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A54CB8A8-CDEF-22C4-8CF4-92A7ABA22E31}"/>
                </a:ext>
              </a:extLst>
            </p:cNvPr>
            <p:cNvSpPr/>
            <p:nvPr/>
          </p:nvSpPr>
          <p:spPr>
            <a:xfrm>
              <a:off x="8143569" y="1941905"/>
              <a:ext cx="2476398" cy="336082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Grupo (opcional)</a:t>
              </a:r>
            </a:p>
          </p:txBody>
        </p:sp>
        <p:pic>
          <p:nvPicPr>
            <p:cNvPr id="9" name="Gráfico 8" descr="Acento Circunflexo para Cima com preenchimento sólido">
              <a:extLst>
                <a:ext uri="{FF2B5EF4-FFF2-40B4-BE49-F238E27FC236}">
                  <a16:creationId xmlns:a16="http://schemas.microsoft.com/office/drawing/2014/main" id="{228DD6B0-A177-A4FC-66EF-CAEBA9F95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10382439" y="2030623"/>
              <a:ext cx="177436" cy="177434"/>
            </a:xfrm>
            <a:prstGeom prst="rect">
              <a:avLst/>
            </a:prstGeom>
          </p:spPr>
        </p:pic>
      </p:grp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7F943F3-F26C-12BA-306E-95635DAE7E44}"/>
              </a:ext>
            </a:extLst>
          </p:cNvPr>
          <p:cNvSpPr/>
          <p:nvPr/>
        </p:nvSpPr>
        <p:spPr>
          <a:xfrm>
            <a:off x="10786806" y="1941905"/>
            <a:ext cx="10287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Adicionar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CA08E71-49D2-9063-1032-9541BAEB4641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usuário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26438EA-02E3-E0F6-9851-E609E47C4B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215813"/>
              </p:ext>
            </p:extLst>
          </p:nvPr>
        </p:nvGraphicFramePr>
        <p:xfrm>
          <a:off x="2593769" y="3594852"/>
          <a:ext cx="9382125" cy="282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202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446078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15213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E-mail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A (eu)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usu.a@exemplo.com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433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usu.b@exemplo.com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2F2F2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6842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usu.c@exemplo.com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668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usu.d@exemplo.com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816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usu.e@exemplo.com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60717"/>
                  </a:ext>
                </a:extLst>
              </a:tr>
            </a:tbl>
          </a:graphicData>
        </a:graphic>
      </p:graphicFrame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1442321-1835-314D-82EC-6AC546EEBB50}"/>
              </a:ext>
            </a:extLst>
          </p:cNvPr>
          <p:cNvSpPr/>
          <p:nvPr/>
        </p:nvSpPr>
        <p:spPr>
          <a:xfrm>
            <a:off x="2425801" y="674131"/>
            <a:ext cx="1295298" cy="402753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989BF96-0DEF-8000-27A3-17620BCAF6C7}"/>
              </a:ext>
            </a:extLst>
          </p:cNvPr>
          <p:cNvSpPr/>
          <p:nvPr/>
        </p:nvSpPr>
        <p:spPr>
          <a:xfrm>
            <a:off x="2433639" y="728663"/>
            <a:ext cx="1295298" cy="367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50D1417-665D-754A-E647-6FB6B6DEABEA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Usuários</a:t>
            </a:r>
          </a:p>
        </p:txBody>
      </p:sp>
      <p:pic>
        <p:nvPicPr>
          <p:cNvPr id="15" name="Gráfico 14" descr="Casinha de cachorro estrutura de tópicos">
            <a:extLst>
              <a:ext uri="{FF2B5EF4-FFF2-40B4-BE49-F238E27FC236}">
                <a16:creationId xmlns:a16="http://schemas.microsoft.com/office/drawing/2014/main" id="{8C25340C-688F-C9DF-A50E-394649ACB44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25" name="Gráfico 24" descr="Aviso estrutura de tópicos">
            <a:extLst>
              <a:ext uri="{FF2B5EF4-FFF2-40B4-BE49-F238E27FC236}">
                <a16:creationId xmlns:a16="http://schemas.microsoft.com/office/drawing/2014/main" id="{44D3A7CC-2AE0-3291-9E6F-6D1CB93004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9E28744-577E-A7ED-465C-B45080D3A0A1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9AE4DCC2-F326-AA1F-C906-FCC25ACB1580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0AD68AE-2F7E-970A-01B1-AB440F7A282A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3EBF2181-ADD6-D975-5B40-C8F1CE66BEBC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E7FBF504-6DA5-09F5-32E1-4F4AAD38932C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38" name="Gráfico 37" descr="Acento Circunflexo para Cima com preenchimento sólido">
              <a:extLst>
                <a:ext uri="{FF2B5EF4-FFF2-40B4-BE49-F238E27FC236}">
                  <a16:creationId xmlns:a16="http://schemas.microsoft.com/office/drawing/2014/main" id="{B32C49EB-21C4-81F7-352B-0D3FDC3A8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5FAC3B8E-36E8-CA95-D15E-A10CAB67C652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40" name="Triângulo isósceles 39">
            <a:extLst>
              <a:ext uri="{FF2B5EF4-FFF2-40B4-BE49-F238E27FC236}">
                <a16:creationId xmlns:a16="http://schemas.microsoft.com/office/drawing/2014/main" id="{A4D56DE3-6C2A-0D47-16DE-8E9A1FF03C32}"/>
              </a:ext>
            </a:extLst>
          </p:cNvPr>
          <p:cNvSpPr/>
          <p:nvPr/>
        </p:nvSpPr>
        <p:spPr>
          <a:xfrm rot="10800000">
            <a:off x="3258003" y="3813148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2E47631-207F-B850-3B41-2AAD647E6301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FCBA180D-741C-BBD1-43DD-2086A2C5A58E}"/>
              </a:ext>
            </a:extLst>
          </p:cNvPr>
          <p:cNvGrpSpPr/>
          <p:nvPr/>
        </p:nvGrpSpPr>
        <p:grpSpPr>
          <a:xfrm flipH="1">
            <a:off x="9940347" y="4212993"/>
            <a:ext cx="216000" cy="216000"/>
            <a:chOff x="9704389" y="4152677"/>
            <a:chExt cx="306000" cy="305264"/>
          </a:xfrm>
        </p:grpSpPr>
        <p:pic>
          <p:nvPicPr>
            <p:cNvPr id="17" name="Gráfico 16" descr="Documento estrutura de tópicos">
              <a:extLst>
                <a:ext uri="{FF2B5EF4-FFF2-40B4-BE49-F238E27FC236}">
                  <a16:creationId xmlns:a16="http://schemas.microsoft.com/office/drawing/2014/main" id="{72C02759-BE3E-AAE7-D01A-EAA842B26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39611A97-E39D-77E0-5F61-1142F68F36D8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3BBEEB9C-EA58-C05F-62C0-B0D4E00B8B6A}"/>
              </a:ext>
            </a:extLst>
          </p:cNvPr>
          <p:cNvGrpSpPr/>
          <p:nvPr/>
        </p:nvGrpSpPr>
        <p:grpSpPr>
          <a:xfrm flipH="1">
            <a:off x="10336936" y="4212993"/>
            <a:ext cx="216000" cy="216000"/>
            <a:chOff x="9704389" y="4152677"/>
            <a:chExt cx="306000" cy="305264"/>
          </a:xfrm>
        </p:grpSpPr>
        <p:pic>
          <p:nvPicPr>
            <p:cNvPr id="55" name="Gráfico 54" descr="Lápis estrutura de tópicos">
              <a:extLst>
                <a:ext uri="{FF2B5EF4-FFF2-40B4-BE49-F238E27FC236}">
                  <a16:creationId xmlns:a16="http://schemas.microsoft.com/office/drawing/2014/main" id="{3B3C2BEA-5BB2-C69D-34C7-45C1BC614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CEAFF404-3E4C-9A51-8759-C604198AEACA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A4ECF2F6-3F8F-CED3-F4C9-BA2A6482B510}"/>
              </a:ext>
            </a:extLst>
          </p:cNvPr>
          <p:cNvGrpSpPr/>
          <p:nvPr/>
        </p:nvGrpSpPr>
        <p:grpSpPr>
          <a:xfrm flipH="1">
            <a:off x="10733525" y="4212984"/>
            <a:ext cx="216000" cy="216000"/>
            <a:chOff x="9704389" y="4152677"/>
            <a:chExt cx="306000" cy="305264"/>
          </a:xfrm>
        </p:grpSpPr>
        <p:pic>
          <p:nvPicPr>
            <p:cNvPr id="63" name="Gráfico 62" descr="Chave estrutura de tópicos">
              <a:extLst>
                <a:ext uri="{FF2B5EF4-FFF2-40B4-BE49-F238E27FC236}">
                  <a16:creationId xmlns:a16="http://schemas.microsoft.com/office/drawing/2014/main" id="{C1FAB876-DA17-61F8-1EBF-564811BB95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4" name="Retângulo: Cantos Arredondados 63">
              <a:extLst>
                <a:ext uri="{FF2B5EF4-FFF2-40B4-BE49-F238E27FC236}">
                  <a16:creationId xmlns:a16="http://schemas.microsoft.com/office/drawing/2014/main" id="{69294171-B825-5DC2-818C-033558637C43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36863EFC-FA6D-6F19-523E-DC058AD6EC0D}"/>
              </a:ext>
            </a:extLst>
          </p:cNvPr>
          <p:cNvGrpSpPr/>
          <p:nvPr/>
        </p:nvGrpSpPr>
        <p:grpSpPr>
          <a:xfrm flipH="1">
            <a:off x="11130114" y="4217737"/>
            <a:ext cx="216000" cy="216000"/>
            <a:chOff x="9704389" y="4152677"/>
            <a:chExt cx="306000" cy="305264"/>
          </a:xfrm>
        </p:grpSpPr>
        <p:pic>
          <p:nvPicPr>
            <p:cNvPr id="66" name="Gráfico 65" descr="Lixo estrutura de tópicos">
              <a:extLst>
                <a:ext uri="{FF2B5EF4-FFF2-40B4-BE49-F238E27FC236}">
                  <a16:creationId xmlns:a16="http://schemas.microsoft.com/office/drawing/2014/main" id="{808CDDA0-09D2-CAA3-4F4A-EB34934F3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8" name="Retângulo: Cantos Arredondados 67">
              <a:extLst>
                <a:ext uri="{FF2B5EF4-FFF2-40B4-BE49-F238E27FC236}">
                  <a16:creationId xmlns:a16="http://schemas.microsoft.com/office/drawing/2014/main" id="{978B6A2B-C3AC-0DE6-6F1B-85CF6D35232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9B836DB4-8CF5-15C1-C0A0-EC9985EED5EA}"/>
              </a:ext>
            </a:extLst>
          </p:cNvPr>
          <p:cNvGrpSpPr/>
          <p:nvPr/>
        </p:nvGrpSpPr>
        <p:grpSpPr>
          <a:xfrm flipH="1">
            <a:off x="9940341" y="4670198"/>
            <a:ext cx="216000" cy="216000"/>
            <a:chOff x="9704389" y="4152677"/>
            <a:chExt cx="306000" cy="305264"/>
          </a:xfrm>
        </p:grpSpPr>
        <p:pic>
          <p:nvPicPr>
            <p:cNvPr id="84" name="Gráfico 83" descr="Documento estrutura de tópicos">
              <a:extLst>
                <a:ext uri="{FF2B5EF4-FFF2-40B4-BE49-F238E27FC236}">
                  <a16:creationId xmlns:a16="http://schemas.microsoft.com/office/drawing/2014/main" id="{711A2B6B-7D12-FA09-65AD-239B6B37EC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85" name="Retângulo: Cantos Arredondados 84">
              <a:extLst>
                <a:ext uri="{FF2B5EF4-FFF2-40B4-BE49-F238E27FC236}">
                  <a16:creationId xmlns:a16="http://schemas.microsoft.com/office/drawing/2014/main" id="{7551942C-8339-3236-EB09-8994599BA0A5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7057F5FB-1C14-131B-D5C7-291F84C8DF88}"/>
              </a:ext>
            </a:extLst>
          </p:cNvPr>
          <p:cNvGrpSpPr/>
          <p:nvPr/>
        </p:nvGrpSpPr>
        <p:grpSpPr>
          <a:xfrm flipH="1">
            <a:off x="10336930" y="4670198"/>
            <a:ext cx="216000" cy="216000"/>
            <a:chOff x="9704389" y="4152677"/>
            <a:chExt cx="306000" cy="305264"/>
          </a:xfrm>
        </p:grpSpPr>
        <p:pic>
          <p:nvPicPr>
            <p:cNvPr id="87" name="Gráfico 86" descr="Lápis estrutura de tópicos">
              <a:extLst>
                <a:ext uri="{FF2B5EF4-FFF2-40B4-BE49-F238E27FC236}">
                  <a16:creationId xmlns:a16="http://schemas.microsoft.com/office/drawing/2014/main" id="{BA6B9C7B-9297-61DF-B756-8F1B35050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88" name="Retângulo: Cantos Arredondados 87">
              <a:extLst>
                <a:ext uri="{FF2B5EF4-FFF2-40B4-BE49-F238E27FC236}">
                  <a16:creationId xmlns:a16="http://schemas.microsoft.com/office/drawing/2014/main" id="{BC3A64B6-D634-7D56-BCD4-CFFC82CAD295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A2B462E3-A76F-3267-58F5-F2CCBFC88F2F}"/>
              </a:ext>
            </a:extLst>
          </p:cNvPr>
          <p:cNvGrpSpPr/>
          <p:nvPr/>
        </p:nvGrpSpPr>
        <p:grpSpPr>
          <a:xfrm flipH="1">
            <a:off x="10733519" y="4670189"/>
            <a:ext cx="216000" cy="216000"/>
            <a:chOff x="9704389" y="4152677"/>
            <a:chExt cx="306000" cy="305264"/>
          </a:xfrm>
        </p:grpSpPr>
        <p:pic>
          <p:nvPicPr>
            <p:cNvPr id="90" name="Gráfico 89" descr="Chave estrutura de tópicos">
              <a:extLst>
                <a:ext uri="{FF2B5EF4-FFF2-40B4-BE49-F238E27FC236}">
                  <a16:creationId xmlns:a16="http://schemas.microsoft.com/office/drawing/2014/main" id="{F3618E72-570D-03D9-5A1A-EE3556214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1" name="Retângulo: Cantos Arredondados 90">
              <a:extLst>
                <a:ext uri="{FF2B5EF4-FFF2-40B4-BE49-F238E27FC236}">
                  <a16:creationId xmlns:a16="http://schemas.microsoft.com/office/drawing/2014/main" id="{FE0A1437-421F-374D-819D-57688A8ACE34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77CEA6E5-8AF0-3F90-B3CC-5358F60AA63E}"/>
              </a:ext>
            </a:extLst>
          </p:cNvPr>
          <p:cNvGrpSpPr/>
          <p:nvPr/>
        </p:nvGrpSpPr>
        <p:grpSpPr>
          <a:xfrm flipH="1">
            <a:off x="11130108" y="4674942"/>
            <a:ext cx="216000" cy="216000"/>
            <a:chOff x="9704389" y="4152677"/>
            <a:chExt cx="306000" cy="305264"/>
          </a:xfrm>
        </p:grpSpPr>
        <p:pic>
          <p:nvPicPr>
            <p:cNvPr id="93" name="Gráfico 92" descr="Lixo estrutura de tópicos">
              <a:extLst>
                <a:ext uri="{FF2B5EF4-FFF2-40B4-BE49-F238E27FC236}">
                  <a16:creationId xmlns:a16="http://schemas.microsoft.com/office/drawing/2014/main" id="{3D664F04-E180-5576-64BF-D86E6AD8E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4" name="Retângulo: Cantos Arredondados 93">
              <a:extLst>
                <a:ext uri="{FF2B5EF4-FFF2-40B4-BE49-F238E27FC236}">
                  <a16:creationId xmlns:a16="http://schemas.microsoft.com/office/drawing/2014/main" id="{280396B9-26DB-E5FA-340E-66D5E0BD1810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A6EA4B78-A386-07D9-CFAA-1FC1B1F66046}"/>
              </a:ext>
            </a:extLst>
          </p:cNvPr>
          <p:cNvGrpSpPr/>
          <p:nvPr/>
        </p:nvGrpSpPr>
        <p:grpSpPr>
          <a:xfrm flipH="1">
            <a:off x="9940343" y="5127396"/>
            <a:ext cx="216000" cy="216000"/>
            <a:chOff x="9704389" y="4152677"/>
            <a:chExt cx="306000" cy="305264"/>
          </a:xfrm>
        </p:grpSpPr>
        <p:pic>
          <p:nvPicPr>
            <p:cNvPr id="96" name="Gráfico 95" descr="Documento estrutura de tópicos">
              <a:extLst>
                <a:ext uri="{FF2B5EF4-FFF2-40B4-BE49-F238E27FC236}">
                  <a16:creationId xmlns:a16="http://schemas.microsoft.com/office/drawing/2014/main" id="{A5EAA920-53E0-59D2-19B0-3F4DF1036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97" name="Retângulo: Cantos Arredondados 96">
              <a:extLst>
                <a:ext uri="{FF2B5EF4-FFF2-40B4-BE49-F238E27FC236}">
                  <a16:creationId xmlns:a16="http://schemas.microsoft.com/office/drawing/2014/main" id="{1D84DE51-D60E-8403-4BFE-D3C2B8D9CB5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B8D9FDB2-5F9A-B7C7-2055-680DD84E0581}"/>
              </a:ext>
            </a:extLst>
          </p:cNvPr>
          <p:cNvGrpSpPr/>
          <p:nvPr/>
        </p:nvGrpSpPr>
        <p:grpSpPr>
          <a:xfrm flipH="1">
            <a:off x="10336932" y="5127396"/>
            <a:ext cx="216000" cy="216000"/>
            <a:chOff x="9704389" y="4152677"/>
            <a:chExt cx="306000" cy="305264"/>
          </a:xfrm>
        </p:grpSpPr>
        <p:pic>
          <p:nvPicPr>
            <p:cNvPr id="99" name="Gráfico 98" descr="Lápis estrutura de tópicos">
              <a:extLst>
                <a:ext uri="{FF2B5EF4-FFF2-40B4-BE49-F238E27FC236}">
                  <a16:creationId xmlns:a16="http://schemas.microsoft.com/office/drawing/2014/main" id="{D5AA5555-507C-5E7D-6402-B8D863B88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0" name="Retângulo: Cantos Arredondados 99">
              <a:extLst>
                <a:ext uri="{FF2B5EF4-FFF2-40B4-BE49-F238E27FC236}">
                  <a16:creationId xmlns:a16="http://schemas.microsoft.com/office/drawing/2014/main" id="{EDDADA2B-66E1-6CBA-52AD-4B0481A9A328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D74FA823-8AC6-5E0C-1B6A-3A50A02A1682}"/>
              </a:ext>
            </a:extLst>
          </p:cNvPr>
          <p:cNvGrpSpPr/>
          <p:nvPr/>
        </p:nvGrpSpPr>
        <p:grpSpPr>
          <a:xfrm flipH="1">
            <a:off x="10733521" y="5127387"/>
            <a:ext cx="216000" cy="216000"/>
            <a:chOff x="9704389" y="4152677"/>
            <a:chExt cx="306000" cy="305264"/>
          </a:xfrm>
        </p:grpSpPr>
        <p:pic>
          <p:nvPicPr>
            <p:cNvPr id="102" name="Gráfico 101" descr="Chave estrutura de tópicos">
              <a:extLst>
                <a:ext uri="{FF2B5EF4-FFF2-40B4-BE49-F238E27FC236}">
                  <a16:creationId xmlns:a16="http://schemas.microsoft.com/office/drawing/2014/main" id="{3B187634-02F6-AC92-CDB4-3A3DF842A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3" name="Retângulo: Cantos Arredondados 102">
              <a:extLst>
                <a:ext uri="{FF2B5EF4-FFF2-40B4-BE49-F238E27FC236}">
                  <a16:creationId xmlns:a16="http://schemas.microsoft.com/office/drawing/2014/main" id="{C8D5C6E9-22AA-B774-DDEF-EBEDB2DE10FD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CA93E0D0-2A34-DC7A-BBF0-B5E7EEB6FD60}"/>
              </a:ext>
            </a:extLst>
          </p:cNvPr>
          <p:cNvGrpSpPr/>
          <p:nvPr/>
        </p:nvGrpSpPr>
        <p:grpSpPr>
          <a:xfrm flipH="1">
            <a:off x="11130110" y="5132140"/>
            <a:ext cx="216000" cy="216000"/>
            <a:chOff x="9704389" y="4152677"/>
            <a:chExt cx="306000" cy="305264"/>
          </a:xfrm>
        </p:grpSpPr>
        <p:pic>
          <p:nvPicPr>
            <p:cNvPr id="105" name="Gráfico 104" descr="Lixo estrutura de tópicos">
              <a:extLst>
                <a:ext uri="{FF2B5EF4-FFF2-40B4-BE49-F238E27FC236}">
                  <a16:creationId xmlns:a16="http://schemas.microsoft.com/office/drawing/2014/main" id="{86AA2A19-EB43-5669-E1E2-5B476C9F4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6" name="Retângulo: Cantos Arredondados 105">
              <a:extLst>
                <a:ext uri="{FF2B5EF4-FFF2-40B4-BE49-F238E27FC236}">
                  <a16:creationId xmlns:a16="http://schemas.microsoft.com/office/drawing/2014/main" id="{6FC0663D-57DD-CCE0-371A-705416ECEFC8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52105973-9D54-7C2A-C5FB-9B8A41C7F201}"/>
              </a:ext>
            </a:extLst>
          </p:cNvPr>
          <p:cNvGrpSpPr/>
          <p:nvPr/>
        </p:nvGrpSpPr>
        <p:grpSpPr>
          <a:xfrm flipH="1">
            <a:off x="9940343" y="5603660"/>
            <a:ext cx="216000" cy="216000"/>
            <a:chOff x="9704389" y="4152677"/>
            <a:chExt cx="306000" cy="305264"/>
          </a:xfrm>
        </p:grpSpPr>
        <p:pic>
          <p:nvPicPr>
            <p:cNvPr id="108" name="Gráfico 107" descr="Documento estrutura de tópicos">
              <a:extLst>
                <a:ext uri="{FF2B5EF4-FFF2-40B4-BE49-F238E27FC236}">
                  <a16:creationId xmlns:a16="http://schemas.microsoft.com/office/drawing/2014/main" id="{FA37FAE7-7EE0-A89B-A28D-0C163C46A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09" name="Retângulo: Cantos Arredondados 108">
              <a:extLst>
                <a:ext uri="{FF2B5EF4-FFF2-40B4-BE49-F238E27FC236}">
                  <a16:creationId xmlns:a16="http://schemas.microsoft.com/office/drawing/2014/main" id="{F7D47870-E33C-A228-2071-1073A27DD9DC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919FC818-D1FA-E9CA-C289-3967E9DAB7F9}"/>
              </a:ext>
            </a:extLst>
          </p:cNvPr>
          <p:cNvGrpSpPr/>
          <p:nvPr/>
        </p:nvGrpSpPr>
        <p:grpSpPr>
          <a:xfrm flipH="1">
            <a:off x="10336932" y="5603660"/>
            <a:ext cx="216000" cy="216000"/>
            <a:chOff x="9704389" y="4152677"/>
            <a:chExt cx="306000" cy="305264"/>
          </a:xfrm>
        </p:grpSpPr>
        <p:pic>
          <p:nvPicPr>
            <p:cNvPr id="111" name="Gráfico 110" descr="Lápis estrutura de tópicos">
              <a:extLst>
                <a:ext uri="{FF2B5EF4-FFF2-40B4-BE49-F238E27FC236}">
                  <a16:creationId xmlns:a16="http://schemas.microsoft.com/office/drawing/2014/main" id="{0185A0E2-F6A9-28B8-49DB-75F7F3A6B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2" name="Retângulo: Cantos Arredondados 111">
              <a:extLst>
                <a:ext uri="{FF2B5EF4-FFF2-40B4-BE49-F238E27FC236}">
                  <a16:creationId xmlns:a16="http://schemas.microsoft.com/office/drawing/2014/main" id="{17BF9D05-7D47-D8E7-3051-7F655C622A87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2A5E986B-9A42-B456-082D-AC607339B591}"/>
              </a:ext>
            </a:extLst>
          </p:cNvPr>
          <p:cNvGrpSpPr/>
          <p:nvPr/>
        </p:nvGrpSpPr>
        <p:grpSpPr>
          <a:xfrm flipH="1">
            <a:off x="10733521" y="5603651"/>
            <a:ext cx="216000" cy="216000"/>
            <a:chOff x="9704389" y="4152677"/>
            <a:chExt cx="306000" cy="305264"/>
          </a:xfrm>
        </p:grpSpPr>
        <p:pic>
          <p:nvPicPr>
            <p:cNvPr id="114" name="Gráfico 113" descr="Chave estrutura de tópicos">
              <a:extLst>
                <a:ext uri="{FF2B5EF4-FFF2-40B4-BE49-F238E27FC236}">
                  <a16:creationId xmlns:a16="http://schemas.microsoft.com/office/drawing/2014/main" id="{6199B0B5-661C-D28A-EE43-BB1EA33BB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5" name="Retângulo: Cantos Arredondados 114">
              <a:extLst>
                <a:ext uri="{FF2B5EF4-FFF2-40B4-BE49-F238E27FC236}">
                  <a16:creationId xmlns:a16="http://schemas.microsoft.com/office/drawing/2014/main" id="{ABB935C7-ED02-FCB0-6EBB-36694A19BBD3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0E762103-084A-A40E-B546-E8DB71316C2A}"/>
              </a:ext>
            </a:extLst>
          </p:cNvPr>
          <p:cNvGrpSpPr/>
          <p:nvPr/>
        </p:nvGrpSpPr>
        <p:grpSpPr>
          <a:xfrm flipH="1">
            <a:off x="11130110" y="5608404"/>
            <a:ext cx="216000" cy="216000"/>
            <a:chOff x="9704389" y="4152677"/>
            <a:chExt cx="306000" cy="305264"/>
          </a:xfrm>
        </p:grpSpPr>
        <p:pic>
          <p:nvPicPr>
            <p:cNvPr id="117" name="Gráfico 116" descr="Lixo estrutura de tópicos">
              <a:extLst>
                <a:ext uri="{FF2B5EF4-FFF2-40B4-BE49-F238E27FC236}">
                  <a16:creationId xmlns:a16="http://schemas.microsoft.com/office/drawing/2014/main" id="{6B812296-8B45-4986-EBEC-7D995C1A6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B0DCEC73-3D55-EBCA-B4CF-EABA8E285F87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B4A91FEB-ED7F-253A-59EC-D2719735467A}"/>
              </a:ext>
            </a:extLst>
          </p:cNvPr>
          <p:cNvGrpSpPr/>
          <p:nvPr/>
        </p:nvGrpSpPr>
        <p:grpSpPr>
          <a:xfrm flipH="1">
            <a:off x="9940341" y="6041802"/>
            <a:ext cx="216000" cy="216000"/>
            <a:chOff x="9704389" y="4152677"/>
            <a:chExt cx="306000" cy="305264"/>
          </a:xfrm>
        </p:grpSpPr>
        <p:pic>
          <p:nvPicPr>
            <p:cNvPr id="120" name="Gráfico 119" descr="Documento estrutura de tópicos">
              <a:extLst>
                <a:ext uri="{FF2B5EF4-FFF2-40B4-BE49-F238E27FC236}">
                  <a16:creationId xmlns:a16="http://schemas.microsoft.com/office/drawing/2014/main" id="{9D3A0BCC-2C3B-5E5C-27EF-D1ECC075C5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21" name="Retângulo: Cantos Arredondados 120">
              <a:extLst>
                <a:ext uri="{FF2B5EF4-FFF2-40B4-BE49-F238E27FC236}">
                  <a16:creationId xmlns:a16="http://schemas.microsoft.com/office/drawing/2014/main" id="{9664254A-94EF-B391-96AE-AAB70147060C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A7256616-DA7A-BC71-F021-D161D8019BC6}"/>
              </a:ext>
            </a:extLst>
          </p:cNvPr>
          <p:cNvGrpSpPr/>
          <p:nvPr/>
        </p:nvGrpSpPr>
        <p:grpSpPr>
          <a:xfrm flipH="1">
            <a:off x="10336930" y="6041802"/>
            <a:ext cx="216000" cy="216000"/>
            <a:chOff x="9704389" y="4152677"/>
            <a:chExt cx="306000" cy="305264"/>
          </a:xfrm>
        </p:grpSpPr>
        <p:pic>
          <p:nvPicPr>
            <p:cNvPr id="123" name="Gráfico 122" descr="Lápis estrutura de tópicos">
              <a:extLst>
                <a:ext uri="{FF2B5EF4-FFF2-40B4-BE49-F238E27FC236}">
                  <a16:creationId xmlns:a16="http://schemas.microsoft.com/office/drawing/2014/main" id="{BF42EA7A-00FA-25E7-4EB6-0A1E98E6B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4" name="Retângulo: Cantos Arredondados 123">
              <a:extLst>
                <a:ext uri="{FF2B5EF4-FFF2-40B4-BE49-F238E27FC236}">
                  <a16:creationId xmlns:a16="http://schemas.microsoft.com/office/drawing/2014/main" id="{76EEC7E3-A804-9C94-300F-3A528AFA0FE1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4976DD0B-75A9-AF18-1EEE-ADB7302A4C5F}"/>
              </a:ext>
            </a:extLst>
          </p:cNvPr>
          <p:cNvGrpSpPr/>
          <p:nvPr/>
        </p:nvGrpSpPr>
        <p:grpSpPr>
          <a:xfrm flipH="1">
            <a:off x="10733519" y="6041793"/>
            <a:ext cx="216000" cy="216000"/>
            <a:chOff x="9704389" y="4152677"/>
            <a:chExt cx="306000" cy="305264"/>
          </a:xfrm>
        </p:grpSpPr>
        <p:pic>
          <p:nvPicPr>
            <p:cNvPr id="126" name="Gráfico 125" descr="Chave estrutura de tópicos">
              <a:extLst>
                <a:ext uri="{FF2B5EF4-FFF2-40B4-BE49-F238E27FC236}">
                  <a16:creationId xmlns:a16="http://schemas.microsoft.com/office/drawing/2014/main" id="{A11C4B9A-F7BF-9374-0B01-E042ED516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0612F10F-EB1E-5A11-5C62-F95ED9EBEB85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CE92830D-6B6B-2392-F793-2E1623DE93C1}"/>
              </a:ext>
            </a:extLst>
          </p:cNvPr>
          <p:cNvGrpSpPr/>
          <p:nvPr/>
        </p:nvGrpSpPr>
        <p:grpSpPr>
          <a:xfrm flipH="1">
            <a:off x="11130108" y="6046546"/>
            <a:ext cx="216000" cy="216000"/>
            <a:chOff x="9704389" y="4152677"/>
            <a:chExt cx="306000" cy="305264"/>
          </a:xfrm>
        </p:grpSpPr>
        <p:pic>
          <p:nvPicPr>
            <p:cNvPr id="129" name="Gráfico 128" descr="Lixo estrutura de tópicos">
              <a:extLst>
                <a:ext uri="{FF2B5EF4-FFF2-40B4-BE49-F238E27FC236}">
                  <a16:creationId xmlns:a16="http://schemas.microsoft.com/office/drawing/2014/main" id="{6817132F-CCF7-B903-D2CA-D9C7345C9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30" name="Retângulo: Cantos Arredondados 129">
              <a:extLst>
                <a:ext uri="{FF2B5EF4-FFF2-40B4-BE49-F238E27FC236}">
                  <a16:creationId xmlns:a16="http://schemas.microsoft.com/office/drawing/2014/main" id="{7467C66D-7B1E-3EC9-4384-9A0E835EC40F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32" name="Gráfico 131" descr="Área de Transferência estrutura de tópicos">
            <a:extLst>
              <a:ext uri="{FF2B5EF4-FFF2-40B4-BE49-F238E27FC236}">
                <a16:creationId xmlns:a16="http://schemas.microsoft.com/office/drawing/2014/main" id="{DB39FCC7-72D5-3207-021D-9BDFF890A0F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01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A0342-E210-262C-1798-B61CFA69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95C28D7-1A62-8B77-2C95-694B93B159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CD5DCC2-2170-ED2C-3C2C-B1F4C54D0A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D5990775-C561-4EF7-04AE-F943324A045E}"/>
              </a:ext>
            </a:extLst>
          </p:cNvPr>
          <p:cNvSpPr/>
          <p:nvPr/>
        </p:nvSpPr>
        <p:spPr>
          <a:xfrm>
            <a:off x="0" y="6064471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1D799C4-FB4C-41A1-01F7-E271C52C1046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F27828C-65F9-376A-06BA-28026719B692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CCD427F-A58D-03DF-55B9-1CC6CEBCF15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EE3288E-6ED0-900B-1855-0E6F2D587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0A68853-9944-58E3-0FF3-43B914DC2763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1134448-76E4-6334-D11C-4735BB75E91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929FD10-FAAA-E33A-213E-8DA2C48FB92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6083E1DB-7EF1-02E1-65E6-D74DF6982F41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E2DF3DD-C754-9E39-1311-9E2E29762E58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E5A1AE0-603D-EA2E-2F91-A363A405E37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E526765-52F2-6961-07B4-DA1524B5C2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A1B812CA-64B2-870F-EE1A-E846A28495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4E98D787-EC83-E915-C1DB-BB79D7ABDC89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F984AEED-B36C-DE84-6306-8F8D8ED452A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3099735-DF94-A448-60AB-B365779DEC8C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PERMISSÕES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A54A5B1B-5270-DB50-8295-D053F8BB2707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Requisições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DDF5502F-B9A3-BFD8-6C6F-74CDCE5B1051}"/>
              </a:ext>
            </a:extLst>
          </p:cNvPr>
          <p:cNvSpPr/>
          <p:nvPr/>
        </p:nvSpPr>
        <p:spPr>
          <a:xfrm>
            <a:off x="4942273" y="919837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3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07B83F3-517D-B7A1-8D88-43C708E2AC6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662F54D-3A03-8063-CF28-3AC80EBA795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696664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97A7820-B31F-F69D-7F75-14B800B0FD2B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0B76981-C7E8-1E6D-FA03-767985E67BFE}"/>
              </a:ext>
            </a:extLst>
          </p:cNvPr>
          <p:cNvSpPr/>
          <p:nvPr/>
        </p:nvSpPr>
        <p:spPr>
          <a:xfrm>
            <a:off x="2714125" y="1941905"/>
            <a:ext cx="2637911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1C04FBD-442E-6739-4BC3-8AC906C28C74}"/>
              </a:ext>
            </a:extLst>
          </p:cNvPr>
          <p:cNvSpPr/>
          <p:nvPr/>
        </p:nvSpPr>
        <p:spPr>
          <a:xfrm>
            <a:off x="5525555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E-mail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834FA60A-E7DE-9EA1-1B0F-DF70855FE4CA}"/>
              </a:ext>
            </a:extLst>
          </p:cNvPr>
          <p:cNvGrpSpPr/>
          <p:nvPr/>
        </p:nvGrpSpPr>
        <p:grpSpPr>
          <a:xfrm>
            <a:off x="8530488" y="1941905"/>
            <a:ext cx="2082800" cy="336082"/>
            <a:chOff x="8143569" y="1941905"/>
            <a:chExt cx="2476398" cy="336082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82CD6273-E416-E2FF-8EFC-5E98EAB21B26}"/>
                </a:ext>
              </a:extLst>
            </p:cNvPr>
            <p:cNvSpPr/>
            <p:nvPr/>
          </p:nvSpPr>
          <p:spPr>
            <a:xfrm>
              <a:off x="8143569" y="1941905"/>
              <a:ext cx="2476398" cy="336082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Grupo...</a:t>
              </a:r>
            </a:p>
          </p:txBody>
        </p:sp>
        <p:pic>
          <p:nvPicPr>
            <p:cNvPr id="9" name="Gráfico 8" descr="Acento Circunflexo para Cima com preenchimento sólido">
              <a:extLst>
                <a:ext uri="{FF2B5EF4-FFF2-40B4-BE49-F238E27FC236}">
                  <a16:creationId xmlns:a16="http://schemas.microsoft.com/office/drawing/2014/main" id="{D6AA2E42-AC75-B74A-0F4E-FA80D586035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10382439" y="2030623"/>
              <a:ext cx="177436" cy="177434"/>
            </a:xfrm>
            <a:prstGeom prst="rect">
              <a:avLst/>
            </a:prstGeom>
          </p:spPr>
        </p:pic>
      </p:grp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AC7D8CA-1AA2-C0D0-ABD9-A38905767017}"/>
              </a:ext>
            </a:extLst>
          </p:cNvPr>
          <p:cNvSpPr/>
          <p:nvPr/>
        </p:nvSpPr>
        <p:spPr>
          <a:xfrm>
            <a:off x="10786806" y="1941905"/>
            <a:ext cx="10287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Adicionar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A74BFFE-25E9-B96D-0737-CBA50AE803B0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usuário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A23358C2-ABD7-67BB-FF1E-76D816F58184}"/>
              </a:ext>
            </a:extLst>
          </p:cNvPr>
          <p:cNvGraphicFramePr>
            <a:graphicFrameLocks noGrp="1"/>
          </p:cNvGraphicFramePr>
          <p:nvPr/>
        </p:nvGraphicFramePr>
        <p:xfrm>
          <a:off x="2593769" y="3594852"/>
          <a:ext cx="9382125" cy="282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202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446078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15213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E-mail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A (eu)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usu.a@exemplo.com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433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usu.b@exemplo.com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2F2F2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6842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usu.c@exemplo.com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668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usu.d@exemplo.com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816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usu.e@exemplo.com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60717"/>
                  </a:ext>
                </a:extLst>
              </a:tr>
            </a:tbl>
          </a:graphicData>
        </a:graphic>
      </p:graphicFrame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1E16715-7E39-B2AA-E73D-278CDB3B56B4}"/>
              </a:ext>
            </a:extLst>
          </p:cNvPr>
          <p:cNvSpPr/>
          <p:nvPr/>
        </p:nvSpPr>
        <p:spPr>
          <a:xfrm>
            <a:off x="2425801" y="674131"/>
            <a:ext cx="1295298" cy="402753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263594C-F647-AF6F-86A9-DB6E54EEB5BB}"/>
              </a:ext>
            </a:extLst>
          </p:cNvPr>
          <p:cNvSpPr/>
          <p:nvPr/>
        </p:nvSpPr>
        <p:spPr>
          <a:xfrm>
            <a:off x="2433639" y="728663"/>
            <a:ext cx="1295298" cy="367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C487FDD-9769-625E-3D5E-46CFAA94A036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Usuários</a:t>
            </a:r>
          </a:p>
        </p:txBody>
      </p:sp>
      <p:pic>
        <p:nvPicPr>
          <p:cNvPr id="15" name="Gráfico 14" descr="Casinha de cachorro estrutura de tópicos">
            <a:extLst>
              <a:ext uri="{FF2B5EF4-FFF2-40B4-BE49-F238E27FC236}">
                <a16:creationId xmlns:a16="http://schemas.microsoft.com/office/drawing/2014/main" id="{6BD18934-9954-8CDE-DD25-8C727C25C88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25" name="Gráfico 24" descr="Aviso estrutura de tópicos">
            <a:extLst>
              <a:ext uri="{FF2B5EF4-FFF2-40B4-BE49-F238E27FC236}">
                <a16:creationId xmlns:a16="http://schemas.microsoft.com/office/drawing/2014/main" id="{71040761-D49B-1237-FF7C-7F793469B87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97ACB7B-1FCE-7AAC-F4FB-D3FDEEEC8D5D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663E5530-D0FF-3F16-F52F-66F314E4D67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90AB1FD9-17A9-8C87-04AD-C0D6DFCAAA48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502720E0-09F5-EF9F-C4C8-6FAEF81A938B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AA5F0DD4-CF1F-E1D8-8E1E-B12E2AF762F6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38" name="Gráfico 37" descr="Acento Circunflexo para Cima com preenchimento sólido">
              <a:extLst>
                <a:ext uri="{FF2B5EF4-FFF2-40B4-BE49-F238E27FC236}">
                  <a16:creationId xmlns:a16="http://schemas.microsoft.com/office/drawing/2014/main" id="{CC59F30E-B1B8-E0D4-F9CE-5E3079B1A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D368EC1B-D541-A091-A579-A111099B9E83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40" name="Triângulo isósceles 39">
            <a:extLst>
              <a:ext uri="{FF2B5EF4-FFF2-40B4-BE49-F238E27FC236}">
                <a16:creationId xmlns:a16="http://schemas.microsoft.com/office/drawing/2014/main" id="{E355FDA5-5DB4-5C80-D99B-A337D1D2DF8A}"/>
              </a:ext>
            </a:extLst>
          </p:cNvPr>
          <p:cNvSpPr/>
          <p:nvPr/>
        </p:nvSpPr>
        <p:spPr>
          <a:xfrm rot="10800000">
            <a:off x="3258003" y="3813148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F8FF995-52BD-4187-C6C4-A4DC3F7368A1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1135A88F-D3F7-EB56-A619-A3EACF5EF9AC}"/>
              </a:ext>
            </a:extLst>
          </p:cNvPr>
          <p:cNvGrpSpPr/>
          <p:nvPr/>
        </p:nvGrpSpPr>
        <p:grpSpPr>
          <a:xfrm flipH="1">
            <a:off x="9940347" y="4212993"/>
            <a:ext cx="216000" cy="216000"/>
            <a:chOff x="9704389" y="4152677"/>
            <a:chExt cx="306000" cy="305264"/>
          </a:xfrm>
        </p:grpSpPr>
        <p:pic>
          <p:nvPicPr>
            <p:cNvPr id="17" name="Gráfico 16" descr="Documento estrutura de tópicos">
              <a:extLst>
                <a:ext uri="{FF2B5EF4-FFF2-40B4-BE49-F238E27FC236}">
                  <a16:creationId xmlns:a16="http://schemas.microsoft.com/office/drawing/2014/main" id="{BB90AAD1-1E08-9185-55D8-629105029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95101983-A93F-619A-CA25-84EF2BC1F291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A88D07B6-D84F-6DA9-C023-B3FDD32FA421}"/>
              </a:ext>
            </a:extLst>
          </p:cNvPr>
          <p:cNvGrpSpPr/>
          <p:nvPr/>
        </p:nvGrpSpPr>
        <p:grpSpPr>
          <a:xfrm flipH="1">
            <a:off x="10336936" y="4212993"/>
            <a:ext cx="216000" cy="216000"/>
            <a:chOff x="9704389" y="4152677"/>
            <a:chExt cx="306000" cy="305264"/>
          </a:xfrm>
        </p:grpSpPr>
        <p:pic>
          <p:nvPicPr>
            <p:cNvPr id="55" name="Gráfico 54" descr="Lápis estrutura de tópicos">
              <a:extLst>
                <a:ext uri="{FF2B5EF4-FFF2-40B4-BE49-F238E27FC236}">
                  <a16:creationId xmlns:a16="http://schemas.microsoft.com/office/drawing/2014/main" id="{19679C65-4F00-E49B-E6EB-78BA2F5FC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A2C6D347-7F58-8313-25D4-FA967D403B79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A2981F96-E555-DDB9-6526-708CCC8DF635}"/>
              </a:ext>
            </a:extLst>
          </p:cNvPr>
          <p:cNvGrpSpPr/>
          <p:nvPr/>
        </p:nvGrpSpPr>
        <p:grpSpPr>
          <a:xfrm flipH="1">
            <a:off x="10733525" y="4212984"/>
            <a:ext cx="216000" cy="216000"/>
            <a:chOff x="9704389" y="4152677"/>
            <a:chExt cx="306000" cy="305264"/>
          </a:xfrm>
        </p:grpSpPr>
        <p:pic>
          <p:nvPicPr>
            <p:cNvPr id="63" name="Gráfico 62" descr="Chave estrutura de tópicos">
              <a:extLst>
                <a:ext uri="{FF2B5EF4-FFF2-40B4-BE49-F238E27FC236}">
                  <a16:creationId xmlns:a16="http://schemas.microsoft.com/office/drawing/2014/main" id="{656C7389-9179-8ED9-8A1A-756DD820E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4" name="Retângulo: Cantos Arredondados 63">
              <a:extLst>
                <a:ext uri="{FF2B5EF4-FFF2-40B4-BE49-F238E27FC236}">
                  <a16:creationId xmlns:a16="http://schemas.microsoft.com/office/drawing/2014/main" id="{06A2C568-B408-4FEA-8877-13B1690EBAC4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EFE8FB40-E43A-AF97-FFD4-BE56DB8AF467}"/>
              </a:ext>
            </a:extLst>
          </p:cNvPr>
          <p:cNvGrpSpPr/>
          <p:nvPr/>
        </p:nvGrpSpPr>
        <p:grpSpPr>
          <a:xfrm flipH="1">
            <a:off x="11130114" y="4217737"/>
            <a:ext cx="216000" cy="216000"/>
            <a:chOff x="9704389" y="4152677"/>
            <a:chExt cx="306000" cy="305264"/>
          </a:xfrm>
        </p:grpSpPr>
        <p:pic>
          <p:nvPicPr>
            <p:cNvPr id="66" name="Gráfico 65" descr="Lixo estrutura de tópicos">
              <a:extLst>
                <a:ext uri="{FF2B5EF4-FFF2-40B4-BE49-F238E27FC236}">
                  <a16:creationId xmlns:a16="http://schemas.microsoft.com/office/drawing/2014/main" id="{8398924A-B689-BEE1-9C07-D98148A55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8" name="Retângulo: Cantos Arredondados 67">
              <a:extLst>
                <a:ext uri="{FF2B5EF4-FFF2-40B4-BE49-F238E27FC236}">
                  <a16:creationId xmlns:a16="http://schemas.microsoft.com/office/drawing/2014/main" id="{A33DA470-94CA-4F47-4C23-27EEB1781B3F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F3252EC2-62AB-61CE-DF28-49E3582AAB00}"/>
              </a:ext>
            </a:extLst>
          </p:cNvPr>
          <p:cNvGrpSpPr/>
          <p:nvPr/>
        </p:nvGrpSpPr>
        <p:grpSpPr>
          <a:xfrm flipH="1">
            <a:off x="9940341" y="4670198"/>
            <a:ext cx="216000" cy="216000"/>
            <a:chOff x="9704389" y="4152677"/>
            <a:chExt cx="306000" cy="305264"/>
          </a:xfrm>
        </p:grpSpPr>
        <p:pic>
          <p:nvPicPr>
            <p:cNvPr id="84" name="Gráfico 83" descr="Documento estrutura de tópicos">
              <a:extLst>
                <a:ext uri="{FF2B5EF4-FFF2-40B4-BE49-F238E27FC236}">
                  <a16:creationId xmlns:a16="http://schemas.microsoft.com/office/drawing/2014/main" id="{749F05BD-54DB-8D43-0587-44B0F4924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85" name="Retângulo: Cantos Arredondados 84">
              <a:extLst>
                <a:ext uri="{FF2B5EF4-FFF2-40B4-BE49-F238E27FC236}">
                  <a16:creationId xmlns:a16="http://schemas.microsoft.com/office/drawing/2014/main" id="{7BA130E5-B3D6-2D64-7128-E2BF098D95FC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F07F0264-7093-8EDD-3713-173926D1FC6E}"/>
              </a:ext>
            </a:extLst>
          </p:cNvPr>
          <p:cNvGrpSpPr/>
          <p:nvPr/>
        </p:nvGrpSpPr>
        <p:grpSpPr>
          <a:xfrm flipH="1">
            <a:off x="10336930" y="4670198"/>
            <a:ext cx="216000" cy="216000"/>
            <a:chOff x="9704389" y="4152677"/>
            <a:chExt cx="306000" cy="305264"/>
          </a:xfrm>
        </p:grpSpPr>
        <p:pic>
          <p:nvPicPr>
            <p:cNvPr id="87" name="Gráfico 86" descr="Lápis estrutura de tópicos">
              <a:extLst>
                <a:ext uri="{FF2B5EF4-FFF2-40B4-BE49-F238E27FC236}">
                  <a16:creationId xmlns:a16="http://schemas.microsoft.com/office/drawing/2014/main" id="{FBE61BCD-EF0C-6C40-9429-0B236D3C3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88" name="Retângulo: Cantos Arredondados 87">
              <a:extLst>
                <a:ext uri="{FF2B5EF4-FFF2-40B4-BE49-F238E27FC236}">
                  <a16:creationId xmlns:a16="http://schemas.microsoft.com/office/drawing/2014/main" id="{151DABC1-DEA7-C9D9-4A12-962F1762C110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FDCD0C7A-9A2B-BEA8-C166-F5205FDC91B6}"/>
              </a:ext>
            </a:extLst>
          </p:cNvPr>
          <p:cNvGrpSpPr/>
          <p:nvPr/>
        </p:nvGrpSpPr>
        <p:grpSpPr>
          <a:xfrm flipH="1">
            <a:off x="10733519" y="4670189"/>
            <a:ext cx="216000" cy="216000"/>
            <a:chOff x="9704389" y="4152677"/>
            <a:chExt cx="306000" cy="305264"/>
          </a:xfrm>
        </p:grpSpPr>
        <p:pic>
          <p:nvPicPr>
            <p:cNvPr id="90" name="Gráfico 89" descr="Chave estrutura de tópicos">
              <a:extLst>
                <a:ext uri="{FF2B5EF4-FFF2-40B4-BE49-F238E27FC236}">
                  <a16:creationId xmlns:a16="http://schemas.microsoft.com/office/drawing/2014/main" id="{7BF054FC-566D-1A0C-8CE2-3C9F83C9C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1" name="Retângulo: Cantos Arredondados 90">
              <a:extLst>
                <a:ext uri="{FF2B5EF4-FFF2-40B4-BE49-F238E27FC236}">
                  <a16:creationId xmlns:a16="http://schemas.microsoft.com/office/drawing/2014/main" id="{C40D1092-7483-E75B-2E6F-98F8C218609C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4F6F27D1-1EB5-90FF-2E7B-A34A55B35C5B}"/>
              </a:ext>
            </a:extLst>
          </p:cNvPr>
          <p:cNvGrpSpPr/>
          <p:nvPr/>
        </p:nvGrpSpPr>
        <p:grpSpPr>
          <a:xfrm flipH="1">
            <a:off x="11130108" y="4674942"/>
            <a:ext cx="216000" cy="216000"/>
            <a:chOff x="9704389" y="4152677"/>
            <a:chExt cx="306000" cy="305264"/>
          </a:xfrm>
        </p:grpSpPr>
        <p:pic>
          <p:nvPicPr>
            <p:cNvPr id="93" name="Gráfico 92" descr="Lixo estrutura de tópicos">
              <a:extLst>
                <a:ext uri="{FF2B5EF4-FFF2-40B4-BE49-F238E27FC236}">
                  <a16:creationId xmlns:a16="http://schemas.microsoft.com/office/drawing/2014/main" id="{6C3B6ADB-8111-3997-7E8C-365B38CB8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4" name="Retângulo: Cantos Arredondados 93">
              <a:extLst>
                <a:ext uri="{FF2B5EF4-FFF2-40B4-BE49-F238E27FC236}">
                  <a16:creationId xmlns:a16="http://schemas.microsoft.com/office/drawing/2014/main" id="{F24E37DA-CD1B-464D-482D-EB2673D3AA51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A618556F-5D8B-BE40-195D-BFA3D0466B2E}"/>
              </a:ext>
            </a:extLst>
          </p:cNvPr>
          <p:cNvGrpSpPr/>
          <p:nvPr/>
        </p:nvGrpSpPr>
        <p:grpSpPr>
          <a:xfrm flipH="1">
            <a:off x="9940343" y="5127396"/>
            <a:ext cx="216000" cy="216000"/>
            <a:chOff x="9704389" y="4152677"/>
            <a:chExt cx="306000" cy="305264"/>
          </a:xfrm>
        </p:grpSpPr>
        <p:pic>
          <p:nvPicPr>
            <p:cNvPr id="96" name="Gráfico 95" descr="Documento estrutura de tópicos">
              <a:extLst>
                <a:ext uri="{FF2B5EF4-FFF2-40B4-BE49-F238E27FC236}">
                  <a16:creationId xmlns:a16="http://schemas.microsoft.com/office/drawing/2014/main" id="{FD617284-C6A5-32F3-64AB-C668C95D5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97" name="Retângulo: Cantos Arredondados 96">
              <a:extLst>
                <a:ext uri="{FF2B5EF4-FFF2-40B4-BE49-F238E27FC236}">
                  <a16:creationId xmlns:a16="http://schemas.microsoft.com/office/drawing/2014/main" id="{BF466E28-2913-95B0-B4CD-D999C2249CF7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651B9E72-6067-B8C5-E00F-EA058E3C21E4}"/>
              </a:ext>
            </a:extLst>
          </p:cNvPr>
          <p:cNvGrpSpPr/>
          <p:nvPr/>
        </p:nvGrpSpPr>
        <p:grpSpPr>
          <a:xfrm flipH="1">
            <a:off x="10336932" y="5127396"/>
            <a:ext cx="216000" cy="216000"/>
            <a:chOff x="9704389" y="4152677"/>
            <a:chExt cx="306000" cy="305264"/>
          </a:xfrm>
        </p:grpSpPr>
        <p:pic>
          <p:nvPicPr>
            <p:cNvPr id="99" name="Gráfico 98" descr="Lápis estrutura de tópicos">
              <a:extLst>
                <a:ext uri="{FF2B5EF4-FFF2-40B4-BE49-F238E27FC236}">
                  <a16:creationId xmlns:a16="http://schemas.microsoft.com/office/drawing/2014/main" id="{682451A3-7565-E1AB-C9A8-4637E8EF4B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0" name="Retângulo: Cantos Arredondados 99">
              <a:extLst>
                <a:ext uri="{FF2B5EF4-FFF2-40B4-BE49-F238E27FC236}">
                  <a16:creationId xmlns:a16="http://schemas.microsoft.com/office/drawing/2014/main" id="{2E73242E-2DA4-0C34-AB35-EE9678351040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20204DD7-55A7-4F69-3A1A-213802785055}"/>
              </a:ext>
            </a:extLst>
          </p:cNvPr>
          <p:cNvGrpSpPr/>
          <p:nvPr/>
        </p:nvGrpSpPr>
        <p:grpSpPr>
          <a:xfrm flipH="1">
            <a:off x="10733521" y="5127387"/>
            <a:ext cx="216000" cy="216000"/>
            <a:chOff x="9704389" y="4152677"/>
            <a:chExt cx="306000" cy="305264"/>
          </a:xfrm>
        </p:grpSpPr>
        <p:pic>
          <p:nvPicPr>
            <p:cNvPr id="102" name="Gráfico 101" descr="Chave estrutura de tópicos">
              <a:extLst>
                <a:ext uri="{FF2B5EF4-FFF2-40B4-BE49-F238E27FC236}">
                  <a16:creationId xmlns:a16="http://schemas.microsoft.com/office/drawing/2014/main" id="{6E41E157-19EC-7D24-DEAB-2E12D03A0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3" name="Retângulo: Cantos Arredondados 102">
              <a:extLst>
                <a:ext uri="{FF2B5EF4-FFF2-40B4-BE49-F238E27FC236}">
                  <a16:creationId xmlns:a16="http://schemas.microsoft.com/office/drawing/2014/main" id="{11E1393E-A2E5-715F-C724-DAB9185547A1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A6858531-EA1D-CAA7-3B8F-FE026F9B257C}"/>
              </a:ext>
            </a:extLst>
          </p:cNvPr>
          <p:cNvGrpSpPr/>
          <p:nvPr/>
        </p:nvGrpSpPr>
        <p:grpSpPr>
          <a:xfrm flipH="1">
            <a:off x="11130110" y="5132140"/>
            <a:ext cx="216000" cy="216000"/>
            <a:chOff x="9704389" y="4152677"/>
            <a:chExt cx="306000" cy="305264"/>
          </a:xfrm>
        </p:grpSpPr>
        <p:pic>
          <p:nvPicPr>
            <p:cNvPr id="105" name="Gráfico 104" descr="Lixo estrutura de tópicos">
              <a:extLst>
                <a:ext uri="{FF2B5EF4-FFF2-40B4-BE49-F238E27FC236}">
                  <a16:creationId xmlns:a16="http://schemas.microsoft.com/office/drawing/2014/main" id="{03ACA73A-A8D9-A00E-A31D-2AFFD754D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6" name="Retângulo: Cantos Arredondados 105">
              <a:extLst>
                <a:ext uri="{FF2B5EF4-FFF2-40B4-BE49-F238E27FC236}">
                  <a16:creationId xmlns:a16="http://schemas.microsoft.com/office/drawing/2014/main" id="{4B116DA1-67C3-C422-7F30-EA66C427662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3C0D2A5C-F8D0-8E4A-E480-32D5954CBC7F}"/>
              </a:ext>
            </a:extLst>
          </p:cNvPr>
          <p:cNvGrpSpPr/>
          <p:nvPr/>
        </p:nvGrpSpPr>
        <p:grpSpPr>
          <a:xfrm flipH="1">
            <a:off x="9940343" y="5603660"/>
            <a:ext cx="216000" cy="216000"/>
            <a:chOff x="9704389" y="4152677"/>
            <a:chExt cx="306000" cy="305264"/>
          </a:xfrm>
        </p:grpSpPr>
        <p:pic>
          <p:nvPicPr>
            <p:cNvPr id="108" name="Gráfico 107" descr="Documento estrutura de tópicos">
              <a:extLst>
                <a:ext uri="{FF2B5EF4-FFF2-40B4-BE49-F238E27FC236}">
                  <a16:creationId xmlns:a16="http://schemas.microsoft.com/office/drawing/2014/main" id="{044F6F92-D23B-9487-EE20-ABFB99839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09" name="Retângulo: Cantos Arredondados 108">
              <a:extLst>
                <a:ext uri="{FF2B5EF4-FFF2-40B4-BE49-F238E27FC236}">
                  <a16:creationId xmlns:a16="http://schemas.microsoft.com/office/drawing/2014/main" id="{0F272855-CB22-8CFF-58EA-FAB5E409E594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71C9EC9F-4CBD-FE5A-23E3-669CDA2408BF}"/>
              </a:ext>
            </a:extLst>
          </p:cNvPr>
          <p:cNvGrpSpPr/>
          <p:nvPr/>
        </p:nvGrpSpPr>
        <p:grpSpPr>
          <a:xfrm flipH="1">
            <a:off x="10336932" y="5603660"/>
            <a:ext cx="216000" cy="216000"/>
            <a:chOff x="9704389" y="4152677"/>
            <a:chExt cx="306000" cy="305264"/>
          </a:xfrm>
        </p:grpSpPr>
        <p:pic>
          <p:nvPicPr>
            <p:cNvPr id="111" name="Gráfico 110" descr="Lápis estrutura de tópicos">
              <a:extLst>
                <a:ext uri="{FF2B5EF4-FFF2-40B4-BE49-F238E27FC236}">
                  <a16:creationId xmlns:a16="http://schemas.microsoft.com/office/drawing/2014/main" id="{12FDFD48-2F37-DD73-BB9A-54BA2FA90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2" name="Retângulo: Cantos Arredondados 111">
              <a:extLst>
                <a:ext uri="{FF2B5EF4-FFF2-40B4-BE49-F238E27FC236}">
                  <a16:creationId xmlns:a16="http://schemas.microsoft.com/office/drawing/2014/main" id="{D82CC398-FC11-A40D-D4DE-77A652D1B0FF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0EA7E25B-6952-0E67-80F2-61C5433EE000}"/>
              </a:ext>
            </a:extLst>
          </p:cNvPr>
          <p:cNvGrpSpPr/>
          <p:nvPr/>
        </p:nvGrpSpPr>
        <p:grpSpPr>
          <a:xfrm flipH="1">
            <a:off x="10733521" y="5603651"/>
            <a:ext cx="216000" cy="216000"/>
            <a:chOff x="9704389" y="4152677"/>
            <a:chExt cx="306000" cy="305264"/>
          </a:xfrm>
        </p:grpSpPr>
        <p:pic>
          <p:nvPicPr>
            <p:cNvPr id="114" name="Gráfico 113" descr="Chave estrutura de tópicos">
              <a:extLst>
                <a:ext uri="{FF2B5EF4-FFF2-40B4-BE49-F238E27FC236}">
                  <a16:creationId xmlns:a16="http://schemas.microsoft.com/office/drawing/2014/main" id="{94BCBBF2-E6A4-B171-2B81-180E2BA32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5" name="Retângulo: Cantos Arredondados 114">
              <a:extLst>
                <a:ext uri="{FF2B5EF4-FFF2-40B4-BE49-F238E27FC236}">
                  <a16:creationId xmlns:a16="http://schemas.microsoft.com/office/drawing/2014/main" id="{308422E3-9B67-1BDA-3526-073E9D6957C2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CCE24832-E2CB-00A9-8E4F-4CBE2AAD1C19}"/>
              </a:ext>
            </a:extLst>
          </p:cNvPr>
          <p:cNvGrpSpPr/>
          <p:nvPr/>
        </p:nvGrpSpPr>
        <p:grpSpPr>
          <a:xfrm flipH="1">
            <a:off x="11130110" y="5608404"/>
            <a:ext cx="216000" cy="216000"/>
            <a:chOff x="9704389" y="4152677"/>
            <a:chExt cx="306000" cy="305264"/>
          </a:xfrm>
        </p:grpSpPr>
        <p:pic>
          <p:nvPicPr>
            <p:cNvPr id="117" name="Gráfico 116" descr="Lixo estrutura de tópicos">
              <a:extLst>
                <a:ext uri="{FF2B5EF4-FFF2-40B4-BE49-F238E27FC236}">
                  <a16:creationId xmlns:a16="http://schemas.microsoft.com/office/drawing/2014/main" id="{9DE8EE3A-1FBB-5291-65EC-E0FE7A13ED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B359E73C-51AA-1136-57B5-9A17EE2A98BE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93A1DEBB-6313-7BA8-6DCA-958903DC68A1}"/>
              </a:ext>
            </a:extLst>
          </p:cNvPr>
          <p:cNvGrpSpPr/>
          <p:nvPr/>
        </p:nvGrpSpPr>
        <p:grpSpPr>
          <a:xfrm flipH="1">
            <a:off x="9940341" y="6041802"/>
            <a:ext cx="216000" cy="216000"/>
            <a:chOff x="9704389" y="4152677"/>
            <a:chExt cx="306000" cy="305264"/>
          </a:xfrm>
        </p:grpSpPr>
        <p:pic>
          <p:nvPicPr>
            <p:cNvPr id="120" name="Gráfico 119" descr="Documento estrutura de tópicos">
              <a:extLst>
                <a:ext uri="{FF2B5EF4-FFF2-40B4-BE49-F238E27FC236}">
                  <a16:creationId xmlns:a16="http://schemas.microsoft.com/office/drawing/2014/main" id="{BD28CEBE-351B-41E9-C164-2D03BE7D97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21" name="Retângulo: Cantos Arredondados 120">
              <a:extLst>
                <a:ext uri="{FF2B5EF4-FFF2-40B4-BE49-F238E27FC236}">
                  <a16:creationId xmlns:a16="http://schemas.microsoft.com/office/drawing/2014/main" id="{21ED4343-C048-6E68-256C-8FCF48718BDB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822021BC-284C-4E1E-EDC7-0962A391904E}"/>
              </a:ext>
            </a:extLst>
          </p:cNvPr>
          <p:cNvGrpSpPr/>
          <p:nvPr/>
        </p:nvGrpSpPr>
        <p:grpSpPr>
          <a:xfrm flipH="1">
            <a:off x="10336930" y="6041802"/>
            <a:ext cx="216000" cy="216000"/>
            <a:chOff x="9704389" y="4152677"/>
            <a:chExt cx="306000" cy="305264"/>
          </a:xfrm>
        </p:grpSpPr>
        <p:pic>
          <p:nvPicPr>
            <p:cNvPr id="123" name="Gráfico 122" descr="Lápis estrutura de tópicos">
              <a:extLst>
                <a:ext uri="{FF2B5EF4-FFF2-40B4-BE49-F238E27FC236}">
                  <a16:creationId xmlns:a16="http://schemas.microsoft.com/office/drawing/2014/main" id="{7DB31E0C-3353-25FA-4C1E-4C07A11C3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4" name="Retângulo: Cantos Arredondados 123">
              <a:extLst>
                <a:ext uri="{FF2B5EF4-FFF2-40B4-BE49-F238E27FC236}">
                  <a16:creationId xmlns:a16="http://schemas.microsoft.com/office/drawing/2014/main" id="{03C6A8A4-5928-28BB-81DA-539436FC5679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7A0D7486-C0FA-C369-52B7-13C910FA3C5C}"/>
              </a:ext>
            </a:extLst>
          </p:cNvPr>
          <p:cNvGrpSpPr/>
          <p:nvPr/>
        </p:nvGrpSpPr>
        <p:grpSpPr>
          <a:xfrm flipH="1">
            <a:off x="10733519" y="6041793"/>
            <a:ext cx="216000" cy="216000"/>
            <a:chOff x="9704389" y="4152677"/>
            <a:chExt cx="306000" cy="305264"/>
          </a:xfrm>
        </p:grpSpPr>
        <p:pic>
          <p:nvPicPr>
            <p:cNvPr id="126" name="Gráfico 125" descr="Chave estrutura de tópicos">
              <a:extLst>
                <a:ext uri="{FF2B5EF4-FFF2-40B4-BE49-F238E27FC236}">
                  <a16:creationId xmlns:a16="http://schemas.microsoft.com/office/drawing/2014/main" id="{4AA4575C-E818-B7EB-730D-7DBA5EB61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50FC0FA7-FFC8-26D6-86FF-C870FCDCDB04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15CADC56-7A03-DE63-FFA9-1A883F8085C1}"/>
              </a:ext>
            </a:extLst>
          </p:cNvPr>
          <p:cNvGrpSpPr/>
          <p:nvPr/>
        </p:nvGrpSpPr>
        <p:grpSpPr>
          <a:xfrm flipH="1">
            <a:off x="11130108" y="6046546"/>
            <a:ext cx="216000" cy="216000"/>
            <a:chOff x="9704389" y="4152677"/>
            <a:chExt cx="306000" cy="305264"/>
          </a:xfrm>
        </p:grpSpPr>
        <p:pic>
          <p:nvPicPr>
            <p:cNvPr id="129" name="Gráfico 128" descr="Lixo estrutura de tópicos">
              <a:extLst>
                <a:ext uri="{FF2B5EF4-FFF2-40B4-BE49-F238E27FC236}">
                  <a16:creationId xmlns:a16="http://schemas.microsoft.com/office/drawing/2014/main" id="{5D00F6B0-58EB-635D-5169-A0094D030A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30" name="Retângulo: Cantos Arredondados 129">
              <a:extLst>
                <a:ext uri="{FF2B5EF4-FFF2-40B4-BE49-F238E27FC236}">
                  <a16:creationId xmlns:a16="http://schemas.microsoft.com/office/drawing/2014/main" id="{F5582459-66E3-95B8-5743-3FD8D3A45612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32" name="Gráfico 131" descr="Área de Transferência estrutura de tópicos">
            <a:extLst>
              <a:ext uri="{FF2B5EF4-FFF2-40B4-BE49-F238E27FC236}">
                <a16:creationId xmlns:a16="http://schemas.microsoft.com/office/drawing/2014/main" id="{3AF02CCB-E609-E672-0C57-CF7DC557004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6E1C9D37-9469-64FA-E902-01201A397ED5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FEAD3587-4132-4E9B-4DED-3E2A46046250}"/>
              </a:ext>
            </a:extLst>
          </p:cNvPr>
          <p:cNvSpPr/>
          <p:nvPr/>
        </p:nvSpPr>
        <p:spPr>
          <a:xfrm>
            <a:off x="1257402" y="117340"/>
            <a:ext cx="9677196" cy="6650154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67ABF0DF-5CF5-6F2D-3EAB-EAA811919E5E}"/>
              </a:ext>
            </a:extLst>
          </p:cNvPr>
          <p:cNvSpPr/>
          <p:nvPr/>
        </p:nvSpPr>
        <p:spPr>
          <a:xfrm>
            <a:off x="10607807" y="146593"/>
            <a:ext cx="288000" cy="288000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1C62EDD-FB5A-7115-95E2-4B5C34316FCD}"/>
              </a:ext>
            </a:extLst>
          </p:cNvPr>
          <p:cNvSpPr txBox="1"/>
          <p:nvPr/>
        </p:nvSpPr>
        <p:spPr>
          <a:xfrm>
            <a:off x="1331172" y="192542"/>
            <a:ext cx="6110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4E95D9"/>
                </a:solidFill>
              </a:rPr>
              <a:t>Editar permissões</a:t>
            </a:r>
            <a:endParaRPr lang="pt-BR" sz="1400" dirty="0">
              <a:solidFill>
                <a:srgbClr val="4E95D9"/>
              </a:solidFill>
            </a:endParaRP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A9464801-069F-F835-33CD-6C415A14E842}"/>
              </a:ext>
            </a:extLst>
          </p:cNvPr>
          <p:cNvGrpSpPr/>
          <p:nvPr/>
        </p:nvGrpSpPr>
        <p:grpSpPr>
          <a:xfrm>
            <a:off x="1410369" y="526648"/>
            <a:ext cx="3060031" cy="336082"/>
            <a:chOff x="2714125" y="1941905"/>
            <a:chExt cx="1840853" cy="307777"/>
          </a:xfrm>
        </p:grpSpPr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54F70BDC-E14C-BCDA-53EC-070DFFAD6E9E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Usuário B</a:t>
              </a:r>
            </a:p>
          </p:txBody>
        </p:sp>
        <p:pic>
          <p:nvPicPr>
            <p:cNvPr id="44" name="Gráfico 43" descr="Acento Circunflexo para Cima com preenchimento sólido">
              <a:extLst>
                <a:ext uri="{FF2B5EF4-FFF2-40B4-BE49-F238E27FC236}">
                  <a16:creationId xmlns:a16="http://schemas.microsoft.com/office/drawing/2014/main" id="{F888F9D9-5D03-4EFA-E015-9057FD593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96571" y="2021229"/>
              <a:ext cx="101974" cy="177434"/>
            </a:xfrm>
            <a:prstGeom prst="rect">
              <a:avLst/>
            </a:prstGeom>
          </p:spPr>
        </p:pic>
      </p:grpSp>
      <p:graphicFrame>
        <p:nvGraphicFramePr>
          <p:cNvPr id="45" name="Tabela 44">
            <a:extLst>
              <a:ext uri="{FF2B5EF4-FFF2-40B4-BE49-F238E27FC236}">
                <a16:creationId xmlns:a16="http://schemas.microsoft.com/office/drawing/2014/main" id="{18FDD18D-45AE-2929-3436-5C7FF6978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833182"/>
              </p:ext>
            </p:extLst>
          </p:nvPr>
        </p:nvGraphicFramePr>
        <p:xfrm>
          <a:off x="1317393" y="963437"/>
          <a:ext cx="9469413" cy="423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8671">
                  <a:extLst>
                    <a:ext uri="{9D8B030D-6E8A-4147-A177-3AD203B41FA5}">
                      <a16:colId xmlns:a16="http://schemas.microsoft.com/office/drawing/2014/main" val="1241486511"/>
                    </a:ext>
                  </a:extLst>
                </a:gridCol>
                <a:gridCol w="4590742">
                  <a:extLst>
                    <a:ext uri="{9D8B030D-6E8A-4147-A177-3AD203B41FA5}">
                      <a16:colId xmlns:a16="http://schemas.microsoft.com/office/drawing/2014/main" val="2658294692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Animais Vivos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Nível de acesso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3132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Animais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34339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2F2F2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05285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Entrevistas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238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Rastreio de GPS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2898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Visita do Veterinário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1491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41879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Animais Mortos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Nível de acesso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98539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...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05872"/>
                  </a:ext>
                </a:extLst>
              </a:tr>
            </a:tbl>
          </a:graphicData>
        </a:graphic>
      </p:graphicFrame>
      <p:grpSp>
        <p:nvGrpSpPr>
          <p:cNvPr id="46" name="Agrupar 45">
            <a:extLst>
              <a:ext uri="{FF2B5EF4-FFF2-40B4-BE49-F238E27FC236}">
                <a16:creationId xmlns:a16="http://schemas.microsoft.com/office/drawing/2014/main" id="{9BE3AF9F-41BA-4DC9-EED8-41765040CE43}"/>
              </a:ext>
            </a:extLst>
          </p:cNvPr>
          <p:cNvGrpSpPr/>
          <p:nvPr/>
        </p:nvGrpSpPr>
        <p:grpSpPr>
          <a:xfrm>
            <a:off x="4597845" y="526866"/>
            <a:ext cx="3136231" cy="336082"/>
            <a:chOff x="2714125" y="1941905"/>
            <a:chExt cx="1840853" cy="307777"/>
          </a:xfrm>
        </p:grpSpPr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id="{D4687F7E-3A3B-E023-395F-DABDEF2C6867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Grupo (opcional)</a:t>
              </a:r>
            </a:p>
          </p:txBody>
        </p:sp>
        <p:pic>
          <p:nvPicPr>
            <p:cNvPr id="56" name="Gráfico 55" descr="Acento Circunflexo para Cima com preenchimento sólido">
              <a:extLst>
                <a:ext uri="{FF2B5EF4-FFF2-40B4-BE49-F238E27FC236}">
                  <a16:creationId xmlns:a16="http://schemas.microsoft.com/office/drawing/2014/main" id="{C601AB13-F092-75DF-32A2-33EDCEFFF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96571" y="2021229"/>
              <a:ext cx="101974" cy="177434"/>
            </a:xfrm>
            <a:prstGeom prst="rect">
              <a:avLst/>
            </a:prstGeom>
          </p:spPr>
        </p:pic>
      </p:grpSp>
      <p:sp>
        <p:nvSpPr>
          <p:cNvPr id="77" name="Elipse 76">
            <a:extLst>
              <a:ext uri="{FF2B5EF4-FFF2-40B4-BE49-F238E27FC236}">
                <a16:creationId xmlns:a16="http://schemas.microsoft.com/office/drawing/2014/main" id="{A6AE5FE5-D321-16D6-F01E-088EE8FA6EA5}"/>
              </a:ext>
            </a:extLst>
          </p:cNvPr>
          <p:cNvSpPr/>
          <p:nvPr/>
        </p:nvSpPr>
        <p:spPr>
          <a:xfrm>
            <a:off x="7994636" y="152708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6BCF85C5-1798-7B80-8E0E-BAB1651EC74E}"/>
              </a:ext>
            </a:extLst>
          </p:cNvPr>
          <p:cNvSpPr/>
          <p:nvPr/>
        </p:nvSpPr>
        <p:spPr>
          <a:xfrm>
            <a:off x="8859361" y="154294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0F50F5EE-14D8-BB9B-77B4-D0D709BCFDC2}"/>
              </a:ext>
            </a:extLst>
          </p:cNvPr>
          <p:cNvSpPr txBox="1"/>
          <p:nvPr/>
        </p:nvSpPr>
        <p:spPr>
          <a:xfrm>
            <a:off x="8171215" y="1509121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758ED11E-AF43-1538-AE17-65A03CC32B06}"/>
              </a:ext>
            </a:extLst>
          </p:cNvPr>
          <p:cNvSpPr txBox="1"/>
          <p:nvPr/>
        </p:nvSpPr>
        <p:spPr>
          <a:xfrm>
            <a:off x="9035846" y="1512423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A2B0B883-1D9B-3B4C-1405-C2B7720CF533}"/>
              </a:ext>
            </a:extLst>
          </p:cNvPr>
          <p:cNvSpPr/>
          <p:nvPr/>
        </p:nvSpPr>
        <p:spPr>
          <a:xfrm>
            <a:off x="8919314" y="159961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1" name="Elipse 130">
            <a:extLst>
              <a:ext uri="{FF2B5EF4-FFF2-40B4-BE49-F238E27FC236}">
                <a16:creationId xmlns:a16="http://schemas.microsoft.com/office/drawing/2014/main" id="{19CD6A2C-CE2A-58FF-4B36-0BBDCDA848C8}"/>
              </a:ext>
            </a:extLst>
          </p:cNvPr>
          <p:cNvSpPr/>
          <p:nvPr/>
        </p:nvSpPr>
        <p:spPr>
          <a:xfrm>
            <a:off x="9983685" y="1540144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38C98032-8C12-0F77-FC52-F7D97B89248A}"/>
              </a:ext>
            </a:extLst>
          </p:cNvPr>
          <p:cNvSpPr txBox="1"/>
          <p:nvPr/>
        </p:nvSpPr>
        <p:spPr>
          <a:xfrm>
            <a:off x="10160170" y="1509624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41" name="Elipse 140">
            <a:extLst>
              <a:ext uri="{FF2B5EF4-FFF2-40B4-BE49-F238E27FC236}">
                <a16:creationId xmlns:a16="http://schemas.microsoft.com/office/drawing/2014/main" id="{6D99FEF2-79CD-093E-2FC5-C906BD56227E}"/>
              </a:ext>
            </a:extLst>
          </p:cNvPr>
          <p:cNvSpPr/>
          <p:nvPr/>
        </p:nvSpPr>
        <p:spPr>
          <a:xfrm>
            <a:off x="7994636" y="20128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EE42DCD4-0085-AEDD-954C-610B1535DD31}"/>
              </a:ext>
            </a:extLst>
          </p:cNvPr>
          <p:cNvSpPr/>
          <p:nvPr/>
        </p:nvSpPr>
        <p:spPr>
          <a:xfrm>
            <a:off x="8859361" y="20287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652E548E-5836-9B5A-E37E-A59D1C38CC54}"/>
              </a:ext>
            </a:extLst>
          </p:cNvPr>
          <p:cNvSpPr txBox="1"/>
          <p:nvPr/>
        </p:nvSpPr>
        <p:spPr>
          <a:xfrm>
            <a:off x="8171215" y="19948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99F36C96-8CAB-FEF0-C958-3DA3E9BE9561}"/>
              </a:ext>
            </a:extLst>
          </p:cNvPr>
          <p:cNvSpPr txBox="1"/>
          <p:nvPr/>
        </p:nvSpPr>
        <p:spPr>
          <a:xfrm>
            <a:off x="9035846" y="19981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45" name="Elipse 144">
            <a:extLst>
              <a:ext uri="{FF2B5EF4-FFF2-40B4-BE49-F238E27FC236}">
                <a16:creationId xmlns:a16="http://schemas.microsoft.com/office/drawing/2014/main" id="{4E54C262-0E5C-49C8-CFEA-1E876209CCDC}"/>
              </a:ext>
            </a:extLst>
          </p:cNvPr>
          <p:cNvSpPr/>
          <p:nvPr/>
        </p:nvSpPr>
        <p:spPr>
          <a:xfrm>
            <a:off x="8919314" y="2087774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Elipse 145">
            <a:extLst>
              <a:ext uri="{FF2B5EF4-FFF2-40B4-BE49-F238E27FC236}">
                <a16:creationId xmlns:a16="http://schemas.microsoft.com/office/drawing/2014/main" id="{6D60523B-44D2-22D0-3FB8-237032D0016C}"/>
              </a:ext>
            </a:extLst>
          </p:cNvPr>
          <p:cNvSpPr/>
          <p:nvPr/>
        </p:nvSpPr>
        <p:spPr>
          <a:xfrm>
            <a:off x="9983685" y="20259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89E51B9B-BE0F-0C67-C724-FBC8FDA3C8ED}"/>
              </a:ext>
            </a:extLst>
          </p:cNvPr>
          <p:cNvSpPr txBox="1"/>
          <p:nvPr/>
        </p:nvSpPr>
        <p:spPr>
          <a:xfrm>
            <a:off x="10160170" y="19953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55" name="Elipse 154">
            <a:extLst>
              <a:ext uri="{FF2B5EF4-FFF2-40B4-BE49-F238E27FC236}">
                <a16:creationId xmlns:a16="http://schemas.microsoft.com/office/drawing/2014/main" id="{11C64546-AF59-0F51-6C1D-C84CE6AD041B}"/>
              </a:ext>
            </a:extLst>
          </p:cNvPr>
          <p:cNvSpPr/>
          <p:nvPr/>
        </p:nvSpPr>
        <p:spPr>
          <a:xfrm>
            <a:off x="7994636" y="24827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6" name="Elipse 155">
            <a:extLst>
              <a:ext uri="{FF2B5EF4-FFF2-40B4-BE49-F238E27FC236}">
                <a16:creationId xmlns:a16="http://schemas.microsoft.com/office/drawing/2014/main" id="{530823D0-17BD-A00C-76F6-64ADFD83E0BA}"/>
              </a:ext>
            </a:extLst>
          </p:cNvPr>
          <p:cNvSpPr/>
          <p:nvPr/>
        </p:nvSpPr>
        <p:spPr>
          <a:xfrm>
            <a:off x="8859361" y="24986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61734811-2CCA-43A7-A576-579AF78A546D}"/>
              </a:ext>
            </a:extLst>
          </p:cNvPr>
          <p:cNvSpPr txBox="1"/>
          <p:nvPr/>
        </p:nvSpPr>
        <p:spPr>
          <a:xfrm>
            <a:off x="8171215" y="24647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58" name="CaixaDeTexto 157">
            <a:extLst>
              <a:ext uri="{FF2B5EF4-FFF2-40B4-BE49-F238E27FC236}">
                <a16:creationId xmlns:a16="http://schemas.microsoft.com/office/drawing/2014/main" id="{B5CC7106-CE1A-EFCB-45B5-4296FA88B93A}"/>
              </a:ext>
            </a:extLst>
          </p:cNvPr>
          <p:cNvSpPr txBox="1"/>
          <p:nvPr/>
        </p:nvSpPr>
        <p:spPr>
          <a:xfrm>
            <a:off x="9035846" y="24680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59" name="Elipse 158">
            <a:extLst>
              <a:ext uri="{FF2B5EF4-FFF2-40B4-BE49-F238E27FC236}">
                <a16:creationId xmlns:a16="http://schemas.microsoft.com/office/drawing/2014/main" id="{F3E1F01D-EE48-F5DF-A850-1F187A1E1C56}"/>
              </a:ext>
            </a:extLst>
          </p:cNvPr>
          <p:cNvSpPr/>
          <p:nvPr/>
        </p:nvSpPr>
        <p:spPr>
          <a:xfrm>
            <a:off x="8055396" y="254338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0" name="Elipse 159">
            <a:extLst>
              <a:ext uri="{FF2B5EF4-FFF2-40B4-BE49-F238E27FC236}">
                <a16:creationId xmlns:a16="http://schemas.microsoft.com/office/drawing/2014/main" id="{B23E6695-02EE-D632-63D3-1E9356E3F98E}"/>
              </a:ext>
            </a:extLst>
          </p:cNvPr>
          <p:cNvSpPr/>
          <p:nvPr/>
        </p:nvSpPr>
        <p:spPr>
          <a:xfrm>
            <a:off x="9983685" y="24958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D563E086-1D76-12F1-8B06-77B395F0DE8D}"/>
              </a:ext>
            </a:extLst>
          </p:cNvPr>
          <p:cNvSpPr txBox="1"/>
          <p:nvPr/>
        </p:nvSpPr>
        <p:spPr>
          <a:xfrm>
            <a:off x="10160170" y="24652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69" name="Elipse 168">
            <a:extLst>
              <a:ext uri="{FF2B5EF4-FFF2-40B4-BE49-F238E27FC236}">
                <a16:creationId xmlns:a16="http://schemas.microsoft.com/office/drawing/2014/main" id="{56C0D827-D6BF-C83B-AA2F-0D240FD77E6D}"/>
              </a:ext>
            </a:extLst>
          </p:cNvPr>
          <p:cNvSpPr/>
          <p:nvPr/>
        </p:nvSpPr>
        <p:spPr>
          <a:xfrm>
            <a:off x="7994636" y="29526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0" name="Elipse 169">
            <a:extLst>
              <a:ext uri="{FF2B5EF4-FFF2-40B4-BE49-F238E27FC236}">
                <a16:creationId xmlns:a16="http://schemas.microsoft.com/office/drawing/2014/main" id="{3D0A3B2D-05EA-3F28-B38F-F28631F00D41}"/>
              </a:ext>
            </a:extLst>
          </p:cNvPr>
          <p:cNvSpPr/>
          <p:nvPr/>
        </p:nvSpPr>
        <p:spPr>
          <a:xfrm>
            <a:off x="8859361" y="29685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0C600EFB-68F5-501F-35FD-FEABDDC48878}"/>
              </a:ext>
            </a:extLst>
          </p:cNvPr>
          <p:cNvSpPr txBox="1"/>
          <p:nvPr/>
        </p:nvSpPr>
        <p:spPr>
          <a:xfrm>
            <a:off x="8171215" y="29346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633D10F3-9BD4-B175-4F5B-89671E2DA8D6}"/>
              </a:ext>
            </a:extLst>
          </p:cNvPr>
          <p:cNvSpPr txBox="1"/>
          <p:nvPr/>
        </p:nvSpPr>
        <p:spPr>
          <a:xfrm>
            <a:off x="9035846" y="29379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73" name="Elipse 172">
            <a:extLst>
              <a:ext uri="{FF2B5EF4-FFF2-40B4-BE49-F238E27FC236}">
                <a16:creationId xmlns:a16="http://schemas.microsoft.com/office/drawing/2014/main" id="{965ADCD6-AC9C-2A55-9071-41DAB7457A33}"/>
              </a:ext>
            </a:extLst>
          </p:cNvPr>
          <p:cNvSpPr/>
          <p:nvPr/>
        </p:nvSpPr>
        <p:spPr>
          <a:xfrm>
            <a:off x="8055396" y="301328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4" name="Elipse 173">
            <a:extLst>
              <a:ext uri="{FF2B5EF4-FFF2-40B4-BE49-F238E27FC236}">
                <a16:creationId xmlns:a16="http://schemas.microsoft.com/office/drawing/2014/main" id="{AEA73CA1-210F-D1A2-F72A-1DD85FA33195}"/>
              </a:ext>
            </a:extLst>
          </p:cNvPr>
          <p:cNvSpPr/>
          <p:nvPr/>
        </p:nvSpPr>
        <p:spPr>
          <a:xfrm>
            <a:off x="9983685" y="29657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85604AB3-1031-6BB1-A0D0-049DC930B820}"/>
              </a:ext>
            </a:extLst>
          </p:cNvPr>
          <p:cNvSpPr txBox="1"/>
          <p:nvPr/>
        </p:nvSpPr>
        <p:spPr>
          <a:xfrm>
            <a:off x="10160170" y="29351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83" name="Elipse 182">
            <a:extLst>
              <a:ext uri="{FF2B5EF4-FFF2-40B4-BE49-F238E27FC236}">
                <a16:creationId xmlns:a16="http://schemas.microsoft.com/office/drawing/2014/main" id="{43D24268-45B9-1C83-95F2-47771A2C84F7}"/>
              </a:ext>
            </a:extLst>
          </p:cNvPr>
          <p:cNvSpPr/>
          <p:nvPr/>
        </p:nvSpPr>
        <p:spPr>
          <a:xfrm>
            <a:off x="7994636" y="341621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4" name="Elipse 183">
            <a:extLst>
              <a:ext uri="{FF2B5EF4-FFF2-40B4-BE49-F238E27FC236}">
                <a16:creationId xmlns:a16="http://schemas.microsoft.com/office/drawing/2014/main" id="{792C80D1-0678-57AC-7DC2-655023D16572}"/>
              </a:ext>
            </a:extLst>
          </p:cNvPr>
          <p:cNvSpPr/>
          <p:nvPr/>
        </p:nvSpPr>
        <p:spPr>
          <a:xfrm>
            <a:off x="8859361" y="343206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D2F78984-FC22-5CE3-1075-BD8B55F15DDF}"/>
              </a:ext>
            </a:extLst>
          </p:cNvPr>
          <p:cNvSpPr txBox="1"/>
          <p:nvPr/>
        </p:nvSpPr>
        <p:spPr>
          <a:xfrm>
            <a:off x="8171215" y="339824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Nada</a:t>
            </a:r>
          </a:p>
        </p:txBody>
      </p:sp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9349D194-79C2-7919-637E-5A4D758532E7}"/>
              </a:ext>
            </a:extLst>
          </p:cNvPr>
          <p:cNvSpPr txBox="1"/>
          <p:nvPr/>
        </p:nvSpPr>
        <p:spPr>
          <a:xfrm>
            <a:off x="9035846" y="340154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Visualizar</a:t>
            </a:r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B6808C3F-949B-BD8C-CD9D-6CF0E6E7ACCB}"/>
              </a:ext>
            </a:extLst>
          </p:cNvPr>
          <p:cNvSpPr/>
          <p:nvPr/>
        </p:nvSpPr>
        <p:spPr>
          <a:xfrm>
            <a:off x="9983685" y="342926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A28DB485-C492-77ED-C875-0D0B29B43870}"/>
              </a:ext>
            </a:extLst>
          </p:cNvPr>
          <p:cNvSpPr txBox="1"/>
          <p:nvPr/>
        </p:nvSpPr>
        <p:spPr>
          <a:xfrm>
            <a:off x="10160170" y="339874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Editar</a:t>
            </a:r>
          </a:p>
        </p:txBody>
      </p:sp>
    </p:spTree>
    <p:extLst>
      <p:ext uri="{BB962C8B-B14F-4D97-AF65-F5344CB8AC3E}">
        <p14:creationId xmlns:p14="http://schemas.microsoft.com/office/powerpoint/2010/main" val="2593729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AD1CA-3CC1-A4A8-7646-9D71B6F31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8CD34D9-51AC-D784-052A-A959E73783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EE727A0-56E5-961C-CB47-3B98724D87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3511A048-8036-75DF-67EB-DC66DA5FB390}"/>
              </a:ext>
            </a:extLst>
          </p:cNvPr>
          <p:cNvSpPr/>
          <p:nvPr/>
        </p:nvSpPr>
        <p:spPr>
          <a:xfrm>
            <a:off x="0" y="6064471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B71EFFE-00A0-5776-D572-8656272DC5FF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7F4D296-1DE2-0D7D-0B7F-0E5148BE04C1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D714E42-D6F4-1156-F424-47FE6929C973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B4E1F5D-3CF0-470F-A16A-63AD56216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9AA97E4-124A-50DA-7E61-F678848F949B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3E0464C-1042-E19F-F15B-2F819BB1B1F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417F24E-6406-3F8D-3893-CE84B5E1810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6F6254E-6F5A-16EF-B303-A324F272AA22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483A8A4-CC56-C78C-3AF6-4E0C6920724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C1B9E78-FB97-F9D6-5A15-6A9A3E139C75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0025889E-14F6-431A-2CFC-C0C3A88CC46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0BBAC811-4E6A-352B-D048-BAC7D6264B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19BFBE4-496D-CC7D-EF5E-93C6631920BC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DF8A3F3-CD76-42E7-F98A-C33C371F2BEF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C3EB701-F608-CAA0-683E-4818E38F866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PERMISSÕES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3605FA85-03DC-6DD8-57AA-462B260CE79C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Requisições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268F389B-50C0-79DA-F662-C7485B3BA78D}"/>
              </a:ext>
            </a:extLst>
          </p:cNvPr>
          <p:cNvSpPr/>
          <p:nvPr/>
        </p:nvSpPr>
        <p:spPr>
          <a:xfrm>
            <a:off x="4942273" y="919837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3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5B050AA-5863-E894-BB81-71C2ADCCF14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6B50F468-FFA2-E6EA-BD05-EE5412FD6A14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696664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154AF03-F411-77D9-0B48-6762C05DC83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C462D84-6671-EDD8-132A-360B7EDAC563}"/>
              </a:ext>
            </a:extLst>
          </p:cNvPr>
          <p:cNvSpPr/>
          <p:nvPr/>
        </p:nvSpPr>
        <p:spPr>
          <a:xfrm>
            <a:off x="2714125" y="1941905"/>
            <a:ext cx="2637911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D431658-E55D-5BD1-2F58-2B8393436B7A}"/>
              </a:ext>
            </a:extLst>
          </p:cNvPr>
          <p:cNvSpPr/>
          <p:nvPr/>
        </p:nvSpPr>
        <p:spPr>
          <a:xfrm>
            <a:off x="5525555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E-mail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26DF298-7520-BB23-B6C6-0A4D328E1A34}"/>
              </a:ext>
            </a:extLst>
          </p:cNvPr>
          <p:cNvGrpSpPr/>
          <p:nvPr/>
        </p:nvGrpSpPr>
        <p:grpSpPr>
          <a:xfrm>
            <a:off x="8530488" y="1941905"/>
            <a:ext cx="2082800" cy="336082"/>
            <a:chOff x="8143569" y="1941905"/>
            <a:chExt cx="2476398" cy="336082"/>
          </a:xfrm>
        </p:grpSpPr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id="{D3942F1E-C04F-9230-1B75-182B55B1E02C}"/>
                </a:ext>
              </a:extLst>
            </p:cNvPr>
            <p:cNvSpPr/>
            <p:nvPr/>
          </p:nvSpPr>
          <p:spPr>
            <a:xfrm>
              <a:off x="8143569" y="1941905"/>
              <a:ext cx="2476398" cy="336082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Grupo...</a:t>
              </a:r>
            </a:p>
          </p:txBody>
        </p:sp>
        <p:pic>
          <p:nvPicPr>
            <p:cNvPr id="9" name="Gráfico 8" descr="Acento Circunflexo para Cima com preenchimento sólido">
              <a:extLst>
                <a:ext uri="{FF2B5EF4-FFF2-40B4-BE49-F238E27FC236}">
                  <a16:creationId xmlns:a16="http://schemas.microsoft.com/office/drawing/2014/main" id="{2CB2F03C-F2CC-3D73-0B7E-DA1C0CFF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10382439" y="2030623"/>
              <a:ext cx="177436" cy="177434"/>
            </a:xfrm>
            <a:prstGeom prst="rect">
              <a:avLst/>
            </a:prstGeom>
          </p:spPr>
        </p:pic>
      </p:grp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6C1EA41-933D-C848-05C2-12E7961721DF}"/>
              </a:ext>
            </a:extLst>
          </p:cNvPr>
          <p:cNvSpPr/>
          <p:nvPr/>
        </p:nvSpPr>
        <p:spPr>
          <a:xfrm>
            <a:off x="10786806" y="1941905"/>
            <a:ext cx="10287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Adicionar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AA74AD6-5109-FF4D-B856-63751E4F68AA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usuário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122C08F-DCF6-E5A2-3DAD-DDA7095CF878}"/>
              </a:ext>
            </a:extLst>
          </p:cNvPr>
          <p:cNvGraphicFramePr>
            <a:graphicFrameLocks noGrp="1"/>
          </p:cNvGraphicFramePr>
          <p:nvPr/>
        </p:nvGraphicFramePr>
        <p:xfrm>
          <a:off x="2593769" y="3594852"/>
          <a:ext cx="9382125" cy="282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9202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446078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15213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E-mail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A (eu)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usu.a@exemplo.com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433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B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usu.b@exemplo.com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2F2F2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6842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usu.c@exemplo.com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06687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D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usu.d@exemplo.com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8166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usu.e@exemplo.com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760717"/>
                  </a:ext>
                </a:extLst>
              </a:tr>
            </a:tbl>
          </a:graphicData>
        </a:graphic>
      </p:graphicFrame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D915426-3DA6-4649-6DB8-C52F461694D7}"/>
              </a:ext>
            </a:extLst>
          </p:cNvPr>
          <p:cNvSpPr/>
          <p:nvPr/>
        </p:nvSpPr>
        <p:spPr>
          <a:xfrm>
            <a:off x="2425801" y="674131"/>
            <a:ext cx="1295298" cy="402753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1C4CC01-705E-050E-CEB3-2CDEF830BB2A}"/>
              </a:ext>
            </a:extLst>
          </p:cNvPr>
          <p:cNvSpPr/>
          <p:nvPr/>
        </p:nvSpPr>
        <p:spPr>
          <a:xfrm>
            <a:off x="2433639" y="728663"/>
            <a:ext cx="1295298" cy="367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7343F8F4-5046-9F6D-B9D9-AA43CAFB1FDC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Usuários</a:t>
            </a:r>
          </a:p>
        </p:txBody>
      </p:sp>
      <p:pic>
        <p:nvPicPr>
          <p:cNvPr id="15" name="Gráfico 14" descr="Casinha de cachorro estrutura de tópicos">
            <a:extLst>
              <a:ext uri="{FF2B5EF4-FFF2-40B4-BE49-F238E27FC236}">
                <a16:creationId xmlns:a16="http://schemas.microsoft.com/office/drawing/2014/main" id="{FF38BDDA-6E65-E001-F1C7-D958DA23AB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25" name="Gráfico 24" descr="Aviso estrutura de tópicos">
            <a:extLst>
              <a:ext uri="{FF2B5EF4-FFF2-40B4-BE49-F238E27FC236}">
                <a16:creationId xmlns:a16="http://schemas.microsoft.com/office/drawing/2014/main" id="{5346D39B-331B-0586-5CB2-A19EF5A9049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3500EEF-5A0A-CF8A-9DFF-CFF628037572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CCBC410-1ECC-0344-20C8-9A25FEB8CD15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7986E3ED-1A92-14C4-8416-E9F5602C6735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DEAD2BAB-483B-D26C-1057-A06A8AC67E1E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id="{33B6A906-17F9-6799-AA99-D9A068879C5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38" name="Gráfico 37" descr="Acento Circunflexo para Cima com preenchimento sólido">
              <a:extLst>
                <a:ext uri="{FF2B5EF4-FFF2-40B4-BE49-F238E27FC236}">
                  <a16:creationId xmlns:a16="http://schemas.microsoft.com/office/drawing/2014/main" id="{6F06B247-C251-0374-FCCA-DD9D4C25F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0B4EEC50-C9E9-9619-E012-CF0269021AE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40" name="Triângulo isósceles 39">
            <a:extLst>
              <a:ext uri="{FF2B5EF4-FFF2-40B4-BE49-F238E27FC236}">
                <a16:creationId xmlns:a16="http://schemas.microsoft.com/office/drawing/2014/main" id="{330778F9-D4D5-721B-A7CB-20082879EA05}"/>
              </a:ext>
            </a:extLst>
          </p:cNvPr>
          <p:cNvSpPr/>
          <p:nvPr/>
        </p:nvSpPr>
        <p:spPr>
          <a:xfrm rot="10800000">
            <a:off x="3258003" y="3813148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9E4E8A00-FD89-FC37-A47B-6EB04AD1EF78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BB5F5EB9-7EE5-1A65-42B5-C5BA3BDF81AA}"/>
              </a:ext>
            </a:extLst>
          </p:cNvPr>
          <p:cNvGrpSpPr/>
          <p:nvPr/>
        </p:nvGrpSpPr>
        <p:grpSpPr>
          <a:xfrm flipH="1">
            <a:off x="9940347" y="4212993"/>
            <a:ext cx="216000" cy="216000"/>
            <a:chOff x="9704389" y="4152677"/>
            <a:chExt cx="306000" cy="305264"/>
          </a:xfrm>
        </p:grpSpPr>
        <p:pic>
          <p:nvPicPr>
            <p:cNvPr id="17" name="Gráfico 16" descr="Documento estrutura de tópicos">
              <a:extLst>
                <a:ext uri="{FF2B5EF4-FFF2-40B4-BE49-F238E27FC236}">
                  <a16:creationId xmlns:a16="http://schemas.microsoft.com/office/drawing/2014/main" id="{E7A3F17C-C1DD-D95A-A09E-E93386A6F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023AAD5E-9057-6E85-2FCB-93FBD7151C72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2A6C7076-CA53-E701-4100-C1BC6EA38576}"/>
              </a:ext>
            </a:extLst>
          </p:cNvPr>
          <p:cNvGrpSpPr/>
          <p:nvPr/>
        </p:nvGrpSpPr>
        <p:grpSpPr>
          <a:xfrm flipH="1">
            <a:off x="10336936" y="4212993"/>
            <a:ext cx="216000" cy="216000"/>
            <a:chOff x="9704389" y="4152677"/>
            <a:chExt cx="306000" cy="305264"/>
          </a:xfrm>
        </p:grpSpPr>
        <p:pic>
          <p:nvPicPr>
            <p:cNvPr id="55" name="Gráfico 54" descr="Lápis estrutura de tópicos">
              <a:extLst>
                <a:ext uri="{FF2B5EF4-FFF2-40B4-BE49-F238E27FC236}">
                  <a16:creationId xmlns:a16="http://schemas.microsoft.com/office/drawing/2014/main" id="{5D0128CE-8A8F-47FE-A7A9-9AE41C3C63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30CE2C03-94A5-914A-4259-4E827D8F732B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16B33A0E-5C7C-0C71-95F2-62ADC7117D64}"/>
              </a:ext>
            </a:extLst>
          </p:cNvPr>
          <p:cNvGrpSpPr/>
          <p:nvPr/>
        </p:nvGrpSpPr>
        <p:grpSpPr>
          <a:xfrm flipH="1">
            <a:off x="10733525" y="4212984"/>
            <a:ext cx="216000" cy="216000"/>
            <a:chOff x="9704389" y="4152677"/>
            <a:chExt cx="306000" cy="305264"/>
          </a:xfrm>
        </p:grpSpPr>
        <p:pic>
          <p:nvPicPr>
            <p:cNvPr id="63" name="Gráfico 62" descr="Chave estrutura de tópicos">
              <a:extLst>
                <a:ext uri="{FF2B5EF4-FFF2-40B4-BE49-F238E27FC236}">
                  <a16:creationId xmlns:a16="http://schemas.microsoft.com/office/drawing/2014/main" id="{C39F0A5D-B52B-15AC-58AF-00DFAD131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4" name="Retângulo: Cantos Arredondados 63">
              <a:extLst>
                <a:ext uri="{FF2B5EF4-FFF2-40B4-BE49-F238E27FC236}">
                  <a16:creationId xmlns:a16="http://schemas.microsoft.com/office/drawing/2014/main" id="{D4BC8F8F-F4BB-1BC4-8E57-EF90405C6EC7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E84D85AD-E67D-0B5F-CBC8-DFB4BBC5D4D7}"/>
              </a:ext>
            </a:extLst>
          </p:cNvPr>
          <p:cNvGrpSpPr/>
          <p:nvPr/>
        </p:nvGrpSpPr>
        <p:grpSpPr>
          <a:xfrm flipH="1">
            <a:off x="11130114" y="4217737"/>
            <a:ext cx="216000" cy="216000"/>
            <a:chOff x="9704389" y="4152677"/>
            <a:chExt cx="306000" cy="305264"/>
          </a:xfrm>
        </p:grpSpPr>
        <p:pic>
          <p:nvPicPr>
            <p:cNvPr id="66" name="Gráfico 65" descr="Lixo estrutura de tópicos">
              <a:extLst>
                <a:ext uri="{FF2B5EF4-FFF2-40B4-BE49-F238E27FC236}">
                  <a16:creationId xmlns:a16="http://schemas.microsoft.com/office/drawing/2014/main" id="{85A6512A-497B-50B2-68BA-483DC32BC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68" name="Retângulo: Cantos Arredondados 67">
              <a:extLst>
                <a:ext uri="{FF2B5EF4-FFF2-40B4-BE49-F238E27FC236}">
                  <a16:creationId xmlns:a16="http://schemas.microsoft.com/office/drawing/2014/main" id="{9AE3674F-8230-DE59-E498-594CCF2C0AF2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687A9FC9-9449-1F2D-D479-ECA980FFDA70}"/>
              </a:ext>
            </a:extLst>
          </p:cNvPr>
          <p:cNvGrpSpPr/>
          <p:nvPr/>
        </p:nvGrpSpPr>
        <p:grpSpPr>
          <a:xfrm flipH="1">
            <a:off x="9940341" y="4670198"/>
            <a:ext cx="216000" cy="216000"/>
            <a:chOff x="9704389" y="4152677"/>
            <a:chExt cx="306000" cy="305264"/>
          </a:xfrm>
        </p:grpSpPr>
        <p:pic>
          <p:nvPicPr>
            <p:cNvPr id="84" name="Gráfico 83" descr="Documento estrutura de tópicos">
              <a:extLst>
                <a:ext uri="{FF2B5EF4-FFF2-40B4-BE49-F238E27FC236}">
                  <a16:creationId xmlns:a16="http://schemas.microsoft.com/office/drawing/2014/main" id="{9F486453-933F-691B-B24F-5D155C609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85" name="Retângulo: Cantos Arredondados 84">
              <a:extLst>
                <a:ext uri="{FF2B5EF4-FFF2-40B4-BE49-F238E27FC236}">
                  <a16:creationId xmlns:a16="http://schemas.microsoft.com/office/drawing/2014/main" id="{B2E9468F-3722-6797-A328-E4AA4F4B5FD9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2E827C84-A9B5-6987-92FF-24B85EB39C49}"/>
              </a:ext>
            </a:extLst>
          </p:cNvPr>
          <p:cNvGrpSpPr/>
          <p:nvPr/>
        </p:nvGrpSpPr>
        <p:grpSpPr>
          <a:xfrm flipH="1">
            <a:off x="10336930" y="4670198"/>
            <a:ext cx="216000" cy="216000"/>
            <a:chOff x="9704389" y="4152677"/>
            <a:chExt cx="306000" cy="305264"/>
          </a:xfrm>
        </p:grpSpPr>
        <p:pic>
          <p:nvPicPr>
            <p:cNvPr id="87" name="Gráfico 86" descr="Lápis estrutura de tópicos">
              <a:extLst>
                <a:ext uri="{FF2B5EF4-FFF2-40B4-BE49-F238E27FC236}">
                  <a16:creationId xmlns:a16="http://schemas.microsoft.com/office/drawing/2014/main" id="{F0D96FAE-EBBE-8703-80B1-7732F38BE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88" name="Retângulo: Cantos Arredondados 87">
              <a:extLst>
                <a:ext uri="{FF2B5EF4-FFF2-40B4-BE49-F238E27FC236}">
                  <a16:creationId xmlns:a16="http://schemas.microsoft.com/office/drawing/2014/main" id="{68B71000-87B3-33D8-32C7-7F5993D9CB18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B09E6D02-E714-0805-4029-6034BB42A2A0}"/>
              </a:ext>
            </a:extLst>
          </p:cNvPr>
          <p:cNvGrpSpPr/>
          <p:nvPr/>
        </p:nvGrpSpPr>
        <p:grpSpPr>
          <a:xfrm flipH="1">
            <a:off x="10733519" y="4670189"/>
            <a:ext cx="216000" cy="216000"/>
            <a:chOff x="9704389" y="4152677"/>
            <a:chExt cx="306000" cy="305264"/>
          </a:xfrm>
        </p:grpSpPr>
        <p:pic>
          <p:nvPicPr>
            <p:cNvPr id="90" name="Gráfico 89" descr="Chave estrutura de tópicos">
              <a:extLst>
                <a:ext uri="{FF2B5EF4-FFF2-40B4-BE49-F238E27FC236}">
                  <a16:creationId xmlns:a16="http://schemas.microsoft.com/office/drawing/2014/main" id="{D7512CFD-2E3B-8FB4-229B-505323C02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1" name="Retângulo: Cantos Arredondados 90">
              <a:extLst>
                <a:ext uri="{FF2B5EF4-FFF2-40B4-BE49-F238E27FC236}">
                  <a16:creationId xmlns:a16="http://schemas.microsoft.com/office/drawing/2014/main" id="{B6D41754-5F2C-115A-1E1A-242D5ADD9B87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2" name="Agrupar 91">
            <a:extLst>
              <a:ext uri="{FF2B5EF4-FFF2-40B4-BE49-F238E27FC236}">
                <a16:creationId xmlns:a16="http://schemas.microsoft.com/office/drawing/2014/main" id="{C4B55863-48C6-C61D-61C6-D6443E26EB9E}"/>
              </a:ext>
            </a:extLst>
          </p:cNvPr>
          <p:cNvGrpSpPr/>
          <p:nvPr/>
        </p:nvGrpSpPr>
        <p:grpSpPr>
          <a:xfrm flipH="1">
            <a:off x="11130108" y="4674942"/>
            <a:ext cx="216000" cy="216000"/>
            <a:chOff x="9704389" y="4152677"/>
            <a:chExt cx="306000" cy="305264"/>
          </a:xfrm>
        </p:grpSpPr>
        <p:pic>
          <p:nvPicPr>
            <p:cNvPr id="93" name="Gráfico 92" descr="Lixo estrutura de tópicos">
              <a:extLst>
                <a:ext uri="{FF2B5EF4-FFF2-40B4-BE49-F238E27FC236}">
                  <a16:creationId xmlns:a16="http://schemas.microsoft.com/office/drawing/2014/main" id="{91DF17E0-0B46-BA02-A893-9AC3AB6F9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94" name="Retângulo: Cantos Arredondados 93">
              <a:extLst>
                <a:ext uri="{FF2B5EF4-FFF2-40B4-BE49-F238E27FC236}">
                  <a16:creationId xmlns:a16="http://schemas.microsoft.com/office/drawing/2014/main" id="{2EF5C2D5-11CF-C271-CF9D-309BB9299B9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5" name="Agrupar 94">
            <a:extLst>
              <a:ext uri="{FF2B5EF4-FFF2-40B4-BE49-F238E27FC236}">
                <a16:creationId xmlns:a16="http://schemas.microsoft.com/office/drawing/2014/main" id="{67B9BFE5-29CF-FD99-C1B6-232F268C80F5}"/>
              </a:ext>
            </a:extLst>
          </p:cNvPr>
          <p:cNvGrpSpPr/>
          <p:nvPr/>
        </p:nvGrpSpPr>
        <p:grpSpPr>
          <a:xfrm flipH="1">
            <a:off x="9940343" y="5127396"/>
            <a:ext cx="216000" cy="216000"/>
            <a:chOff x="9704389" y="4152677"/>
            <a:chExt cx="306000" cy="305264"/>
          </a:xfrm>
        </p:grpSpPr>
        <p:pic>
          <p:nvPicPr>
            <p:cNvPr id="96" name="Gráfico 95" descr="Documento estrutura de tópicos">
              <a:extLst>
                <a:ext uri="{FF2B5EF4-FFF2-40B4-BE49-F238E27FC236}">
                  <a16:creationId xmlns:a16="http://schemas.microsoft.com/office/drawing/2014/main" id="{A52EAB23-4AB8-A04D-60F1-A1A05AB3D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97" name="Retângulo: Cantos Arredondados 96">
              <a:extLst>
                <a:ext uri="{FF2B5EF4-FFF2-40B4-BE49-F238E27FC236}">
                  <a16:creationId xmlns:a16="http://schemas.microsoft.com/office/drawing/2014/main" id="{1F8516DC-136B-2173-674D-58E3281D2869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4CF6409A-A704-9836-CFF4-84C403852340}"/>
              </a:ext>
            </a:extLst>
          </p:cNvPr>
          <p:cNvGrpSpPr/>
          <p:nvPr/>
        </p:nvGrpSpPr>
        <p:grpSpPr>
          <a:xfrm flipH="1">
            <a:off x="10336932" y="5127396"/>
            <a:ext cx="216000" cy="216000"/>
            <a:chOff x="9704389" y="4152677"/>
            <a:chExt cx="306000" cy="305264"/>
          </a:xfrm>
        </p:grpSpPr>
        <p:pic>
          <p:nvPicPr>
            <p:cNvPr id="99" name="Gráfico 98" descr="Lápis estrutura de tópicos">
              <a:extLst>
                <a:ext uri="{FF2B5EF4-FFF2-40B4-BE49-F238E27FC236}">
                  <a16:creationId xmlns:a16="http://schemas.microsoft.com/office/drawing/2014/main" id="{727D5170-C6A7-52F2-5E2C-C975EC7C8E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0" name="Retângulo: Cantos Arredondados 99">
              <a:extLst>
                <a:ext uri="{FF2B5EF4-FFF2-40B4-BE49-F238E27FC236}">
                  <a16:creationId xmlns:a16="http://schemas.microsoft.com/office/drawing/2014/main" id="{FB8F1138-B173-14E6-D277-7D3120D581E0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1" name="Agrupar 100">
            <a:extLst>
              <a:ext uri="{FF2B5EF4-FFF2-40B4-BE49-F238E27FC236}">
                <a16:creationId xmlns:a16="http://schemas.microsoft.com/office/drawing/2014/main" id="{593CBAD0-EC87-8E37-0596-24E1DFB8D375}"/>
              </a:ext>
            </a:extLst>
          </p:cNvPr>
          <p:cNvGrpSpPr/>
          <p:nvPr/>
        </p:nvGrpSpPr>
        <p:grpSpPr>
          <a:xfrm flipH="1">
            <a:off x="10733521" y="5127387"/>
            <a:ext cx="216000" cy="216000"/>
            <a:chOff x="9704389" y="4152677"/>
            <a:chExt cx="306000" cy="305264"/>
          </a:xfrm>
        </p:grpSpPr>
        <p:pic>
          <p:nvPicPr>
            <p:cNvPr id="102" name="Gráfico 101" descr="Chave estrutura de tópicos">
              <a:extLst>
                <a:ext uri="{FF2B5EF4-FFF2-40B4-BE49-F238E27FC236}">
                  <a16:creationId xmlns:a16="http://schemas.microsoft.com/office/drawing/2014/main" id="{57BEC71E-B38D-8153-54E7-1E1C14E14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3" name="Retângulo: Cantos Arredondados 102">
              <a:extLst>
                <a:ext uri="{FF2B5EF4-FFF2-40B4-BE49-F238E27FC236}">
                  <a16:creationId xmlns:a16="http://schemas.microsoft.com/office/drawing/2014/main" id="{A9CFB921-7BD9-8F9B-DEE7-BA27B8967C9D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4" name="Agrupar 103">
            <a:extLst>
              <a:ext uri="{FF2B5EF4-FFF2-40B4-BE49-F238E27FC236}">
                <a16:creationId xmlns:a16="http://schemas.microsoft.com/office/drawing/2014/main" id="{DE357644-1064-757B-576E-0CD937A9DFEE}"/>
              </a:ext>
            </a:extLst>
          </p:cNvPr>
          <p:cNvGrpSpPr/>
          <p:nvPr/>
        </p:nvGrpSpPr>
        <p:grpSpPr>
          <a:xfrm flipH="1">
            <a:off x="11130110" y="5132140"/>
            <a:ext cx="216000" cy="216000"/>
            <a:chOff x="9704389" y="4152677"/>
            <a:chExt cx="306000" cy="305264"/>
          </a:xfrm>
        </p:grpSpPr>
        <p:pic>
          <p:nvPicPr>
            <p:cNvPr id="105" name="Gráfico 104" descr="Lixo estrutura de tópicos">
              <a:extLst>
                <a:ext uri="{FF2B5EF4-FFF2-40B4-BE49-F238E27FC236}">
                  <a16:creationId xmlns:a16="http://schemas.microsoft.com/office/drawing/2014/main" id="{415895D7-132F-8727-0F04-DFF58EDA2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06" name="Retângulo: Cantos Arredondados 105">
              <a:extLst>
                <a:ext uri="{FF2B5EF4-FFF2-40B4-BE49-F238E27FC236}">
                  <a16:creationId xmlns:a16="http://schemas.microsoft.com/office/drawing/2014/main" id="{23F6955D-EF18-8791-6D5B-BE028DAF8F59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07" name="Agrupar 106">
            <a:extLst>
              <a:ext uri="{FF2B5EF4-FFF2-40B4-BE49-F238E27FC236}">
                <a16:creationId xmlns:a16="http://schemas.microsoft.com/office/drawing/2014/main" id="{7F65F71C-8873-D904-1D0C-0C30729C9E01}"/>
              </a:ext>
            </a:extLst>
          </p:cNvPr>
          <p:cNvGrpSpPr/>
          <p:nvPr/>
        </p:nvGrpSpPr>
        <p:grpSpPr>
          <a:xfrm flipH="1">
            <a:off x="9940343" y="5603660"/>
            <a:ext cx="216000" cy="216000"/>
            <a:chOff x="9704389" y="4152677"/>
            <a:chExt cx="306000" cy="305264"/>
          </a:xfrm>
        </p:grpSpPr>
        <p:pic>
          <p:nvPicPr>
            <p:cNvPr id="108" name="Gráfico 107" descr="Documento estrutura de tópicos">
              <a:extLst>
                <a:ext uri="{FF2B5EF4-FFF2-40B4-BE49-F238E27FC236}">
                  <a16:creationId xmlns:a16="http://schemas.microsoft.com/office/drawing/2014/main" id="{B1DFE0C9-1EAE-1814-8553-34CCF3EC2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09" name="Retângulo: Cantos Arredondados 108">
              <a:extLst>
                <a:ext uri="{FF2B5EF4-FFF2-40B4-BE49-F238E27FC236}">
                  <a16:creationId xmlns:a16="http://schemas.microsoft.com/office/drawing/2014/main" id="{B5018BFA-2653-A44F-E950-60C55FE476B0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DF1AA8E6-5DC7-2843-60FC-535C6DBBE3D6}"/>
              </a:ext>
            </a:extLst>
          </p:cNvPr>
          <p:cNvGrpSpPr/>
          <p:nvPr/>
        </p:nvGrpSpPr>
        <p:grpSpPr>
          <a:xfrm flipH="1">
            <a:off x="10336932" y="5603660"/>
            <a:ext cx="216000" cy="216000"/>
            <a:chOff x="9704389" y="4152677"/>
            <a:chExt cx="306000" cy="305264"/>
          </a:xfrm>
        </p:grpSpPr>
        <p:pic>
          <p:nvPicPr>
            <p:cNvPr id="111" name="Gráfico 110" descr="Lápis estrutura de tópicos">
              <a:extLst>
                <a:ext uri="{FF2B5EF4-FFF2-40B4-BE49-F238E27FC236}">
                  <a16:creationId xmlns:a16="http://schemas.microsoft.com/office/drawing/2014/main" id="{4C7C37ED-13A5-F92B-5D3E-7FFF24F670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2" name="Retângulo: Cantos Arredondados 111">
              <a:extLst>
                <a:ext uri="{FF2B5EF4-FFF2-40B4-BE49-F238E27FC236}">
                  <a16:creationId xmlns:a16="http://schemas.microsoft.com/office/drawing/2014/main" id="{0FA5093B-4DCB-235C-D17D-1813644B0F1A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3" name="Agrupar 112">
            <a:extLst>
              <a:ext uri="{FF2B5EF4-FFF2-40B4-BE49-F238E27FC236}">
                <a16:creationId xmlns:a16="http://schemas.microsoft.com/office/drawing/2014/main" id="{9F58D6BB-8CA4-3118-719C-D40B08CBCD39}"/>
              </a:ext>
            </a:extLst>
          </p:cNvPr>
          <p:cNvGrpSpPr/>
          <p:nvPr/>
        </p:nvGrpSpPr>
        <p:grpSpPr>
          <a:xfrm flipH="1">
            <a:off x="10733521" y="5603651"/>
            <a:ext cx="216000" cy="216000"/>
            <a:chOff x="9704389" y="4152677"/>
            <a:chExt cx="306000" cy="305264"/>
          </a:xfrm>
        </p:grpSpPr>
        <p:pic>
          <p:nvPicPr>
            <p:cNvPr id="114" name="Gráfico 113" descr="Chave estrutura de tópicos">
              <a:extLst>
                <a:ext uri="{FF2B5EF4-FFF2-40B4-BE49-F238E27FC236}">
                  <a16:creationId xmlns:a16="http://schemas.microsoft.com/office/drawing/2014/main" id="{6CF66AA9-714F-750F-9903-A37C9C9C0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5" name="Retângulo: Cantos Arredondados 114">
              <a:extLst>
                <a:ext uri="{FF2B5EF4-FFF2-40B4-BE49-F238E27FC236}">
                  <a16:creationId xmlns:a16="http://schemas.microsoft.com/office/drawing/2014/main" id="{2DACAFAA-B053-246D-B4CE-A8AC23130CAF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6" name="Agrupar 115">
            <a:extLst>
              <a:ext uri="{FF2B5EF4-FFF2-40B4-BE49-F238E27FC236}">
                <a16:creationId xmlns:a16="http://schemas.microsoft.com/office/drawing/2014/main" id="{C7DCEEDB-5752-740F-9BD3-64986AF25747}"/>
              </a:ext>
            </a:extLst>
          </p:cNvPr>
          <p:cNvGrpSpPr/>
          <p:nvPr/>
        </p:nvGrpSpPr>
        <p:grpSpPr>
          <a:xfrm flipH="1">
            <a:off x="11130110" y="5608404"/>
            <a:ext cx="216000" cy="216000"/>
            <a:chOff x="9704389" y="4152677"/>
            <a:chExt cx="306000" cy="305264"/>
          </a:xfrm>
        </p:grpSpPr>
        <p:pic>
          <p:nvPicPr>
            <p:cNvPr id="117" name="Gráfico 116" descr="Lixo estrutura de tópicos">
              <a:extLst>
                <a:ext uri="{FF2B5EF4-FFF2-40B4-BE49-F238E27FC236}">
                  <a16:creationId xmlns:a16="http://schemas.microsoft.com/office/drawing/2014/main" id="{766D64BC-2F2B-5723-7F01-474BCCF18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18" name="Retângulo: Cantos Arredondados 117">
              <a:extLst>
                <a:ext uri="{FF2B5EF4-FFF2-40B4-BE49-F238E27FC236}">
                  <a16:creationId xmlns:a16="http://schemas.microsoft.com/office/drawing/2014/main" id="{A6EE25DA-74F8-7005-71C9-25B753A5419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9" name="Agrupar 118">
            <a:extLst>
              <a:ext uri="{FF2B5EF4-FFF2-40B4-BE49-F238E27FC236}">
                <a16:creationId xmlns:a16="http://schemas.microsoft.com/office/drawing/2014/main" id="{E84F00C6-8622-79E2-576B-B93E1691526F}"/>
              </a:ext>
            </a:extLst>
          </p:cNvPr>
          <p:cNvGrpSpPr/>
          <p:nvPr/>
        </p:nvGrpSpPr>
        <p:grpSpPr>
          <a:xfrm flipH="1">
            <a:off x="9940341" y="6041802"/>
            <a:ext cx="216000" cy="216000"/>
            <a:chOff x="9704389" y="4152677"/>
            <a:chExt cx="306000" cy="305264"/>
          </a:xfrm>
        </p:grpSpPr>
        <p:pic>
          <p:nvPicPr>
            <p:cNvPr id="120" name="Gráfico 119" descr="Documento estrutura de tópicos">
              <a:extLst>
                <a:ext uri="{FF2B5EF4-FFF2-40B4-BE49-F238E27FC236}">
                  <a16:creationId xmlns:a16="http://schemas.microsoft.com/office/drawing/2014/main" id="{F6F8ADDC-92BE-B172-EC75-5497D6E27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10800000" flipV="1">
              <a:off x="9731375" y="4181475"/>
              <a:ext cx="247650" cy="247650"/>
            </a:xfrm>
            <a:prstGeom prst="rect">
              <a:avLst/>
            </a:prstGeom>
          </p:spPr>
        </p:pic>
        <p:sp>
          <p:nvSpPr>
            <p:cNvPr id="121" name="Retângulo: Cantos Arredondados 120">
              <a:extLst>
                <a:ext uri="{FF2B5EF4-FFF2-40B4-BE49-F238E27FC236}">
                  <a16:creationId xmlns:a16="http://schemas.microsoft.com/office/drawing/2014/main" id="{0CC38014-9391-7D52-C264-3D27E80A1121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2" name="Agrupar 121">
            <a:extLst>
              <a:ext uri="{FF2B5EF4-FFF2-40B4-BE49-F238E27FC236}">
                <a16:creationId xmlns:a16="http://schemas.microsoft.com/office/drawing/2014/main" id="{EDEB6138-8E87-07B1-FC78-D1E3422B38B2}"/>
              </a:ext>
            </a:extLst>
          </p:cNvPr>
          <p:cNvGrpSpPr/>
          <p:nvPr/>
        </p:nvGrpSpPr>
        <p:grpSpPr>
          <a:xfrm flipH="1">
            <a:off x="10336930" y="6041802"/>
            <a:ext cx="216000" cy="216000"/>
            <a:chOff x="9704389" y="4152677"/>
            <a:chExt cx="306000" cy="305264"/>
          </a:xfrm>
        </p:grpSpPr>
        <p:pic>
          <p:nvPicPr>
            <p:cNvPr id="123" name="Gráfico 122" descr="Lápis estrutura de tópicos">
              <a:extLst>
                <a:ext uri="{FF2B5EF4-FFF2-40B4-BE49-F238E27FC236}">
                  <a16:creationId xmlns:a16="http://schemas.microsoft.com/office/drawing/2014/main" id="{111554F2-7379-8BB4-3C0F-04EA334EE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4" name="Retângulo: Cantos Arredondados 123">
              <a:extLst>
                <a:ext uri="{FF2B5EF4-FFF2-40B4-BE49-F238E27FC236}">
                  <a16:creationId xmlns:a16="http://schemas.microsoft.com/office/drawing/2014/main" id="{44510593-5822-6E2A-C4AE-42660AC6E8B4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AC685AD5-FEEB-F56F-8689-60A16469C340}"/>
              </a:ext>
            </a:extLst>
          </p:cNvPr>
          <p:cNvGrpSpPr/>
          <p:nvPr/>
        </p:nvGrpSpPr>
        <p:grpSpPr>
          <a:xfrm flipH="1">
            <a:off x="10733519" y="6041793"/>
            <a:ext cx="216000" cy="216000"/>
            <a:chOff x="9704389" y="4152677"/>
            <a:chExt cx="306000" cy="305264"/>
          </a:xfrm>
        </p:grpSpPr>
        <p:pic>
          <p:nvPicPr>
            <p:cNvPr id="126" name="Gráfico 125" descr="Chave estrutura de tópicos">
              <a:extLst>
                <a:ext uri="{FF2B5EF4-FFF2-40B4-BE49-F238E27FC236}">
                  <a16:creationId xmlns:a16="http://schemas.microsoft.com/office/drawing/2014/main" id="{E4697078-1BBE-D53A-396B-C295584E9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27" name="Retângulo: Cantos Arredondados 126">
              <a:extLst>
                <a:ext uri="{FF2B5EF4-FFF2-40B4-BE49-F238E27FC236}">
                  <a16:creationId xmlns:a16="http://schemas.microsoft.com/office/drawing/2014/main" id="{B47B6D26-2B6D-64F3-2167-9A0110695C5E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4E95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28" name="Agrupar 127">
            <a:extLst>
              <a:ext uri="{FF2B5EF4-FFF2-40B4-BE49-F238E27FC236}">
                <a16:creationId xmlns:a16="http://schemas.microsoft.com/office/drawing/2014/main" id="{5FB5D84D-15EE-75E3-58A6-BB80A0D658D9}"/>
              </a:ext>
            </a:extLst>
          </p:cNvPr>
          <p:cNvGrpSpPr/>
          <p:nvPr/>
        </p:nvGrpSpPr>
        <p:grpSpPr>
          <a:xfrm flipH="1">
            <a:off x="11130108" y="6046546"/>
            <a:ext cx="216000" cy="216000"/>
            <a:chOff x="9704389" y="4152677"/>
            <a:chExt cx="306000" cy="305264"/>
          </a:xfrm>
        </p:grpSpPr>
        <p:pic>
          <p:nvPicPr>
            <p:cNvPr id="129" name="Gráfico 128" descr="Lixo estrutura de tópicos">
              <a:extLst>
                <a:ext uri="{FF2B5EF4-FFF2-40B4-BE49-F238E27FC236}">
                  <a16:creationId xmlns:a16="http://schemas.microsoft.com/office/drawing/2014/main" id="{E72B1F19-CCAC-795B-7FCF-513DF61DA1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rcRect/>
            <a:stretch/>
          </p:blipFill>
          <p:spPr>
            <a:xfrm rot="10800000" flipV="1">
              <a:off x="9731375" y="4181772"/>
              <a:ext cx="247650" cy="247055"/>
            </a:xfrm>
            <a:prstGeom prst="rect">
              <a:avLst/>
            </a:prstGeom>
          </p:spPr>
        </p:pic>
        <p:sp>
          <p:nvSpPr>
            <p:cNvPr id="130" name="Retângulo: Cantos Arredondados 129">
              <a:extLst>
                <a:ext uri="{FF2B5EF4-FFF2-40B4-BE49-F238E27FC236}">
                  <a16:creationId xmlns:a16="http://schemas.microsoft.com/office/drawing/2014/main" id="{2F095EFD-2F9A-5EEE-A82D-56AD57242D96}"/>
                </a:ext>
              </a:extLst>
            </p:cNvPr>
            <p:cNvSpPr/>
            <p:nvPr/>
          </p:nvSpPr>
          <p:spPr>
            <a:xfrm>
              <a:off x="9704389" y="4152677"/>
              <a:ext cx="306000" cy="305264"/>
            </a:xfrm>
            <a:prstGeom prst="roundRect">
              <a:avLst/>
            </a:prstGeom>
            <a:noFill/>
            <a:ln w="9525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32" name="Gráfico 131" descr="Área de Transferência estrutura de tópicos">
            <a:extLst>
              <a:ext uri="{FF2B5EF4-FFF2-40B4-BE49-F238E27FC236}">
                <a16:creationId xmlns:a16="http://schemas.microsoft.com/office/drawing/2014/main" id="{2812C7A3-C8D3-AD54-4BDF-7FABD328336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B65EA4DB-DB03-01D6-3BFA-0EE200C80549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0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05C75BB-3664-36EC-54F3-AB277C6D27BD}"/>
              </a:ext>
            </a:extLst>
          </p:cNvPr>
          <p:cNvSpPr/>
          <p:nvPr/>
        </p:nvSpPr>
        <p:spPr>
          <a:xfrm>
            <a:off x="1257402" y="117340"/>
            <a:ext cx="9677196" cy="6650154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1B94C329-0D59-2481-B82D-88627248B2E0}"/>
              </a:ext>
            </a:extLst>
          </p:cNvPr>
          <p:cNvSpPr/>
          <p:nvPr/>
        </p:nvSpPr>
        <p:spPr>
          <a:xfrm>
            <a:off x="10607807" y="146593"/>
            <a:ext cx="288000" cy="288000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C6612530-E639-3C26-16C7-8A17431DBF0B}"/>
              </a:ext>
            </a:extLst>
          </p:cNvPr>
          <p:cNvSpPr txBox="1"/>
          <p:nvPr/>
        </p:nvSpPr>
        <p:spPr>
          <a:xfrm>
            <a:off x="1331172" y="192542"/>
            <a:ext cx="6110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rgbClr val="4E95D9"/>
                </a:solidFill>
              </a:rPr>
              <a:t>Editar permissões</a:t>
            </a:r>
            <a:endParaRPr lang="pt-BR" sz="1400" dirty="0">
              <a:solidFill>
                <a:srgbClr val="4E95D9"/>
              </a:solidFill>
            </a:endParaRP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9FF0337E-F0D4-57EC-F87A-C66A45A9C290}"/>
              </a:ext>
            </a:extLst>
          </p:cNvPr>
          <p:cNvGrpSpPr/>
          <p:nvPr/>
        </p:nvGrpSpPr>
        <p:grpSpPr>
          <a:xfrm>
            <a:off x="1410369" y="526648"/>
            <a:ext cx="3060031" cy="336082"/>
            <a:chOff x="2714125" y="1941905"/>
            <a:chExt cx="1840853" cy="307777"/>
          </a:xfrm>
        </p:grpSpPr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0B501BC3-FDC4-BA0A-3469-74C9893246A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Usuário B</a:t>
              </a:r>
            </a:p>
          </p:txBody>
        </p:sp>
        <p:pic>
          <p:nvPicPr>
            <p:cNvPr id="44" name="Gráfico 43" descr="Acento Circunflexo para Cima com preenchimento sólido">
              <a:extLst>
                <a:ext uri="{FF2B5EF4-FFF2-40B4-BE49-F238E27FC236}">
                  <a16:creationId xmlns:a16="http://schemas.microsoft.com/office/drawing/2014/main" id="{1B9B5E2C-65DF-6B14-7880-C84C5EE6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96571" y="2021229"/>
              <a:ext cx="101974" cy="177434"/>
            </a:xfrm>
            <a:prstGeom prst="rect">
              <a:avLst/>
            </a:prstGeom>
          </p:spPr>
        </p:pic>
      </p:grpSp>
      <p:graphicFrame>
        <p:nvGraphicFramePr>
          <p:cNvPr id="45" name="Tabela 44">
            <a:extLst>
              <a:ext uri="{FF2B5EF4-FFF2-40B4-BE49-F238E27FC236}">
                <a16:creationId xmlns:a16="http://schemas.microsoft.com/office/drawing/2014/main" id="{ECFAFFCF-8DE2-8C71-2DAB-E523D80EBFE8}"/>
              </a:ext>
            </a:extLst>
          </p:cNvPr>
          <p:cNvGraphicFramePr>
            <a:graphicFrameLocks noGrp="1"/>
          </p:cNvGraphicFramePr>
          <p:nvPr/>
        </p:nvGraphicFramePr>
        <p:xfrm>
          <a:off x="1317393" y="963437"/>
          <a:ext cx="9560131" cy="423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407">
                  <a:extLst>
                    <a:ext uri="{9D8B030D-6E8A-4147-A177-3AD203B41FA5}">
                      <a16:colId xmlns:a16="http://schemas.microsoft.com/office/drawing/2014/main" val="124148651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1673650671"/>
                    </a:ext>
                  </a:extLst>
                </a:gridCol>
                <a:gridCol w="2990824">
                  <a:extLst>
                    <a:ext uri="{9D8B030D-6E8A-4147-A177-3AD203B41FA5}">
                      <a16:colId xmlns:a16="http://schemas.microsoft.com/office/drawing/2014/main" val="2658294692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Animais Vivos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de grupo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individual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31325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Animais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34339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highlight>
                          <a:srgbClr val="F2F2F2"/>
                        </a:highligh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052855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Entrevistas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2385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Rastreio de GPS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28988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Visita do Veterinário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1491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0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41879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Animais Mortos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de grupo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Permissão individual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985392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...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sz="14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05872"/>
                  </a:ext>
                </a:extLst>
              </a:tr>
            </a:tbl>
          </a:graphicData>
        </a:graphic>
      </p:graphicFrame>
      <p:grpSp>
        <p:nvGrpSpPr>
          <p:cNvPr id="46" name="Agrupar 45">
            <a:extLst>
              <a:ext uri="{FF2B5EF4-FFF2-40B4-BE49-F238E27FC236}">
                <a16:creationId xmlns:a16="http://schemas.microsoft.com/office/drawing/2014/main" id="{AB849289-71ED-EA98-5C30-C1CA7B88A817}"/>
              </a:ext>
            </a:extLst>
          </p:cNvPr>
          <p:cNvGrpSpPr/>
          <p:nvPr/>
        </p:nvGrpSpPr>
        <p:grpSpPr>
          <a:xfrm>
            <a:off x="4597845" y="526866"/>
            <a:ext cx="3136231" cy="336082"/>
            <a:chOff x="2714125" y="1941905"/>
            <a:chExt cx="1840853" cy="307777"/>
          </a:xfrm>
        </p:grpSpPr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id="{9E3D9CBD-D822-1F9F-5AF1-9C624EC6680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Grupo (opcional)</a:t>
              </a:r>
            </a:p>
          </p:txBody>
        </p:sp>
        <p:pic>
          <p:nvPicPr>
            <p:cNvPr id="56" name="Gráfico 55" descr="Acento Circunflexo para Cima com preenchimento sólido">
              <a:extLst>
                <a:ext uri="{FF2B5EF4-FFF2-40B4-BE49-F238E27FC236}">
                  <a16:creationId xmlns:a16="http://schemas.microsoft.com/office/drawing/2014/main" id="{A95D3AFF-1D9E-D576-20D6-0995CF422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96571" y="2021229"/>
              <a:ext cx="101974" cy="177434"/>
            </a:xfrm>
            <a:prstGeom prst="rect">
              <a:avLst/>
            </a:prstGeom>
          </p:spPr>
        </p:pic>
      </p:grpSp>
      <p:sp>
        <p:nvSpPr>
          <p:cNvPr id="69" name="Elipse 68">
            <a:extLst>
              <a:ext uri="{FF2B5EF4-FFF2-40B4-BE49-F238E27FC236}">
                <a16:creationId xmlns:a16="http://schemas.microsoft.com/office/drawing/2014/main" id="{0B05B535-72C9-32B8-34D4-2222D28DE38D}"/>
              </a:ext>
            </a:extLst>
          </p:cNvPr>
          <p:cNvSpPr/>
          <p:nvPr/>
        </p:nvSpPr>
        <p:spPr>
          <a:xfrm>
            <a:off x="4597386" y="152708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DC75BF23-6480-D4F8-ED2D-973413D54F78}"/>
              </a:ext>
            </a:extLst>
          </p:cNvPr>
          <p:cNvSpPr/>
          <p:nvPr/>
        </p:nvSpPr>
        <p:spPr>
          <a:xfrm>
            <a:off x="5462111" y="154294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E39FC25B-B16A-FF1C-A13A-D61E00503236}"/>
              </a:ext>
            </a:extLst>
          </p:cNvPr>
          <p:cNvSpPr txBox="1"/>
          <p:nvPr/>
        </p:nvSpPr>
        <p:spPr>
          <a:xfrm>
            <a:off x="4773965" y="1509121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341FA1C0-6A08-4C2B-DB55-068CDBA4DEA1}"/>
              </a:ext>
            </a:extLst>
          </p:cNvPr>
          <p:cNvSpPr txBox="1"/>
          <p:nvPr/>
        </p:nvSpPr>
        <p:spPr>
          <a:xfrm>
            <a:off x="5638596" y="1512423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5BA6B80F-F074-F36D-CB82-34B5179CF4B7}"/>
              </a:ext>
            </a:extLst>
          </p:cNvPr>
          <p:cNvSpPr/>
          <p:nvPr/>
        </p:nvSpPr>
        <p:spPr>
          <a:xfrm>
            <a:off x="6586435" y="1540144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971080FC-50C8-9EFC-E535-E8763DF42D22}"/>
              </a:ext>
            </a:extLst>
          </p:cNvPr>
          <p:cNvSpPr txBox="1"/>
          <p:nvPr/>
        </p:nvSpPr>
        <p:spPr>
          <a:xfrm>
            <a:off x="6762920" y="1509624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2E85D8D2-D39A-6F19-54B8-FB58E155A3AA}"/>
              </a:ext>
            </a:extLst>
          </p:cNvPr>
          <p:cNvSpPr/>
          <p:nvPr/>
        </p:nvSpPr>
        <p:spPr>
          <a:xfrm>
            <a:off x="7994636" y="152708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0D9B7491-73E6-5E5E-246A-C7E2EE1AE7B3}"/>
              </a:ext>
            </a:extLst>
          </p:cNvPr>
          <p:cNvSpPr/>
          <p:nvPr/>
        </p:nvSpPr>
        <p:spPr>
          <a:xfrm>
            <a:off x="8859361" y="154294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6252C7AC-400C-075E-41FC-906519B53CDC}"/>
              </a:ext>
            </a:extLst>
          </p:cNvPr>
          <p:cNvSpPr txBox="1"/>
          <p:nvPr/>
        </p:nvSpPr>
        <p:spPr>
          <a:xfrm>
            <a:off x="8171215" y="1509121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313EDB95-D3F6-FD5B-A74F-8182705DAD6D}"/>
              </a:ext>
            </a:extLst>
          </p:cNvPr>
          <p:cNvSpPr txBox="1"/>
          <p:nvPr/>
        </p:nvSpPr>
        <p:spPr>
          <a:xfrm>
            <a:off x="9035846" y="1512423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82" name="Elipse 81">
            <a:extLst>
              <a:ext uri="{FF2B5EF4-FFF2-40B4-BE49-F238E27FC236}">
                <a16:creationId xmlns:a16="http://schemas.microsoft.com/office/drawing/2014/main" id="{88CD1BE5-EC3D-40D7-64EC-385AD39938B9}"/>
              </a:ext>
            </a:extLst>
          </p:cNvPr>
          <p:cNvSpPr/>
          <p:nvPr/>
        </p:nvSpPr>
        <p:spPr>
          <a:xfrm>
            <a:off x="8919314" y="159961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1" name="Elipse 130">
            <a:extLst>
              <a:ext uri="{FF2B5EF4-FFF2-40B4-BE49-F238E27FC236}">
                <a16:creationId xmlns:a16="http://schemas.microsoft.com/office/drawing/2014/main" id="{6E1B0102-C7C3-B14C-E541-3EE14484B1FD}"/>
              </a:ext>
            </a:extLst>
          </p:cNvPr>
          <p:cNvSpPr/>
          <p:nvPr/>
        </p:nvSpPr>
        <p:spPr>
          <a:xfrm>
            <a:off x="9983685" y="1540144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3" name="CaixaDeTexto 132">
            <a:extLst>
              <a:ext uri="{FF2B5EF4-FFF2-40B4-BE49-F238E27FC236}">
                <a16:creationId xmlns:a16="http://schemas.microsoft.com/office/drawing/2014/main" id="{33CC2563-3F27-A158-89F0-6A3B4B66DF5C}"/>
              </a:ext>
            </a:extLst>
          </p:cNvPr>
          <p:cNvSpPr txBox="1"/>
          <p:nvPr/>
        </p:nvSpPr>
        <p:spPr>
          <a:xfrm>
            <a:off x="10160170" y="1509624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35" name="Elipse 134">
            <a:extLst>
              <a:ext uri="{FF2B5EF4-FFF2-40B4-BE49-F238E27FC236}">
                <a16:creationId xmlns:a16="http://schemas.microsoft.com/office/drawing/2014/main" id="{5A450FED-74B5-3BAC-0840-F6CBDA43AC04}"/>
              </a:ext>
            </a:extLst>
          </p:cNvPr>
          <p:cNvSpPr/>
          <p:nvPr/>
        </p:nvSpPr>
        <p:spPr>
          <a:xfrm>
            <a:off x="4597386" y="20128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6" name="Elipse 135">
            <a:extLst>
              <a:ext uri="{FF2B5EF4-FFF2-40B4-BE49-F238E27FC236}">
                <a16:creationId xmlns:a16="http://schemas.microsoft.com/office/drawing/2014/main" id="{118A2E0F-49BD-0266-18F2-83DD6F812D3C}"/>
              </a:ext>
            </a:extLst>
          </p:cNvPr>
          <p:cNvSpPr/>
          <p:nvPr/>
        </p:nvSpPr>
        <p:spPr>
          <a:xfrm>
            <a:off x="5462111" y="20287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D44ED189-B2BF-8DCB-D922-49165598CDF9}"/>
              </a:ext>
            </a:extLst>
          </p:cNvPr>
          <p:cNvSpPr txBox="1"/>
          <p:nvPr/>
        </p:nvSpPr>
        <p:spPr>
          <a:xfrm>
            <a:off x="4773965" y="19948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138" name="CaixaDeTexto 137">
            <a:extLst>
              <a:ext uri="{FF2B5EF4-FFF2-40B4-BE49-F238E27FC236}">
                <a16:creationId xmlns:a16="http://schemas.microsoft.com/office/drawing/2014/main" id="{A69B3F10-71D2-FD8A-3736-D737D9078E6C}"/>
              </a:ext>
            </a:extLst>
          </p:cNvPr>
          <p:cNvSpPr txBox="1"/>
          <p:nvPr/>
        </p:nvSpPr>
        <p:spPr>
          <a:xfrm>
            <a:off x="5638596" y="19981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139" name="Elipse 138">
            <a:extLst>
              <a:ext uri="{FF2B5EF4-FFF2-40B4-BE49-F238E27FC236}">
                <a16:creationId xmlns:a16="http://schemas.microsoft.com/office/drawing/2014/main" id="{D14A43B2-5EA0-4154-3A79-4183F9CE9FC0}"/>
              </a:ext>
            </a:extLst>
          </p:cNvPr>
          <p:cNvSpPr/>
          <p:nvPr/>
        </p:nvSpPr>
        <p:spPr>
          <a:xfrm>
            <a:off x="6586435" y="20259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0" name="CaixaDeTexto 139">
            <a:extLst>
              <a:ext uri="{FF2B5EF4-FFF2-40B4-BE49-F238E27FC236}">
                <a16:creationId xmlns:a16="http://schemas.microsoft.com/office/drawing/2014/main" id="{4977BD55-36DB-B97F-185F-8724980A647A}"/>
              </a:ext>
            </a:extLst>
          </p:cNvPr>
          <p:cNvSpPr txBox="1"/>
          <p:nvPr/>
        </p:nvSpPr>
        <p:spPr>
          <a:xfrm>
            <a:off x="6762920" y="19953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141" name="Elipse 140">
            <a:extLst>
              <a:ext uri="{FF2B5EF4-FFF2-40B4-BE49-F238E27FC236}">
                <a16:creationId xmlns:a16="http://schemas.microsoft.com/office/drawing/2014/main" id="{242C12CE-7D56-5B3C-961E-719448B10AEB}"/>
              </a:ext>
            </a:extLst>
          </p:cNvPr>
          <p:cNvSpPr/>
          <p:nvPr/>
        </p:nvSpPr>
        <p:spPr>
          <a:xfrm>
            <a:off x="7994636" y="20128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0B6A71A3-9B43-8D98-8B77-793F2D58284E}"/>
              </a:ext>
            </a:extLst>
          </p:cNvPr>
          <p:cNvSpPr/>
          <p:nvPr/>
        </p:nvSpPr>
        <p:spPr>
          <a:xfrm>
            <a:off x="8859361" y="20287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3" name="CaixaDeTexto 142">
            <a:extLst>
              <a:ext uri="{FF2B5EF4-FFF2-40B4-BE49-F238E27FC236}">
                <a16:creationId xmlns:a16="http://schemas.microsoft.com/office/drawing/2014/main" id="{CF889635-93EF-7225-3B31-D8298D2B9483}"/>
              </a:ext>
            </a:extLst>
          </p:cNvPr>
          <p:cNvSpPr txBox="1"/>
          <p:nvPr/>
        </p:nvSpPr>
        <p:spPr>
          <a:xfrm>
            <a:off x="8171215" y="19948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44" name="CaixaDeTexto 143">
            <a:extLst>
              <a:ext uri="{FF2B5EF4-FFF2-40B4-BE49-F238E27FC236}">
                <a16:creationId xmlns:a16="http://schemas.microsoft.com/office/drawing/2014/main" id="{F0780D7C-5560-7F51-6D3B-A9528C1790AF}"/>
              </a:ext>
            </a:extLst>
          </p:cNvPr>
          <p:cNvSpPr txBox="1"/>
          <p:nvPr/>
        </p:nvSpPr>
        <p:spPr>
          <a:xfrm>
            <a:off x="9035846" y="19981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45" name="Elipse 144">
            <a:extLst>
              <a:ext uri="{FF2B5EF4-FFF2-40B4-BE49-F238E27FC236}">
                <a16:creationId xmlns:a16="http://schemas.microsoft.com/office/drawing/2014/main" id="{D81E7A9A-F079-B3E7-365D-C9E0C316760D}"/>
              </a:ext>
            </a:extLst>
          </p:cNvPr>
          <p:cNvSpPr/>
          <p:nvPr/>
        </p:nvSpPr>
        <p:spPr>
          <a:xfrm>
            <a:off x="8919314" y="2087774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" name="Elipse 145">
            <a:extLst>
              <a:ext uri="{FF2B5EF4-FFF2-40B4-BE49-F238E27FC236}">
                <a16:creationId xmlns:a16="http://schemas.microsoft.com/office/drawing/2014/main" id="{F20C256A-7A4E-882B-1F18-B4CE0968CB5E}"/>
              </a:ext>
            </a:extLst>
          </p:cNvPr>
          <p:cNvSpPr/>
          <p:nvPr/>
        </p:nvSpPr>
        <p:spPr>
          <a:xfrm>
            <a:off x="9983685" y="20259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7" name="CaixaDeTexto 146">
            <a:extLst>
              <a:ext uri="{FF2B5EF4-FFF2-40B4-BE49-F238E27FC236}">
                <a16:creationId xmlns:a16="http://schemas.microsoft.com/office/drawing/2014/main" id="{2EF5FA7D-79C1-DDAB-E18D-819F0D3714C3}"/>
              </a:ext>
            </a:extLst>
          </p:cNvPr>
          <p:cNvSpPr txBox="1"/>
          <p:nvPr/>
        </p:nvSpPr>
        <p:spPr>
          <a:xfrm>
            <a:off x="10160170" y="19953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49" name="Elipse 148">
            <a:extLst>
              <a:ext uri="{FF2B5EF4-FFF2-40B4-BE49-F238E27FC236}">
                <a16:creationId xmlns:a16="http://schemas.microsoft.com/office/drawing/2014/main" id="{EDAD0A88-4263-2B16-09FD-3B5F380A04B7}"/>
              </a:ext>
            </a:extLst>
          </p:cNvPr>
          <p:cNvSpPr/>
          <p:nvPr/>
        </p:nvSpPr>
        <p:spPr>
          <a:xfrm>
            <a:off x="4597386" y="24827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0" name="Elipse 149">
            <a:extLst>
              <a:ext uri="{FF2B5EF4-FFF2-40B4-BE49-F238E27FC236}">
                <a16:creationId xmlns:a16="http://schemas.microsoft.com/office/drawing/2014/main" id="{DAABFD7B-3846-9280-BA8E-B26F9A14AEB8}"/>
              </a:ext>
            </a:extLst>
          </p:cNvPr>
          <p:cNvSpPr/>
          <p:nvPr/>
        </p:nvSpPr>
        <p:spPr>
          <a:xfrm>
            <a:off x="5462111" y="24986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1" name="CaixaDeTexto 150">
            <a:extLst>
              <a:ext uri="{FF2B5EF4-FFF2-40B4-BE49-F238E27FC236}">
                <a16:creationId xmlns:a16="http://schemas.microsoft.com/office/drawing/2014/main" id="{F8FE35E5-3610-017D-D9E5-223D43BDA04B}"/>
              </a:ext>
            </a:extLst>
          </p:cNvPr>
          <p:cNvSpPr txBox="1"/>
          <p:nvPr/>
        </p:nvSpPr>
        <p:spPr>
          <a:xfrm>
            <a:off x="4773965" y="24647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152" name="CaixaDeTexto 151">
            <a:extLst>
              <a:ext uri="{FF2B5EF4-FFF2-40B4-BE49-F238E27FC236}">
                <a16:creationId xmlns:a16="http://schemas.microsoft.com/office/drawing/2014/main" id="{D9FBCEAB-B04D-EC22-0226-38C2EC334076}"/>
              </a:ext>
            </a:extLst>
          </p:cNvPr>
          <p:cNvSpPr txBox="1"/>
          <p:nvPr/>
        </p:nvSpPr>
        <p:spPr>
          <a:xfrm>
            <a:off x="5638596" y="24680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153" name="Elipse 152">
            <a:extLst>
              <a:ext uri="{FF2B5EF4-FFF2-40B4-BE49-F238E27FC236}">
                <a16:creationId xmlns:a16="http://schemas.microsoft.com/office/drawing/2014/main" id="{891138D2-28BC-4D78-0882-15BC57A22A38}"/>
              </a:ext>
            </a:extLst>
          </p:cNvPr>
          <p:cNvSpPr/>
          <p:nvPr/>
        </p:nvSpPr>
        <p:spPr>
          <a:xfrm>
            <a:off x="6586435" y="24958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4" name="CaixaDeTexto 153">
            <a:extLst>
              <a:ext uri="{FF2B5EF4-FFF2-40B4-BE49-F238E27FC236}">
                <a16:creationId xmlns:a16="http://schemas.microsoft.com/office/drawing/2014/main" id="{AD0AFABA-9CE9-6F50-A565-F9EA786339CC}"/>
              </a:ext>
            </a:extLst>
          </p:cNvPr>
          <p:cNvSpPr txBox="1"/>
          <p:nvPr/>
        </p:nvSpPr>
        <p:spPr>
          <a:xfrm>
            <a:off x="6762920" y="24652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155" name="Elipse 154">
            <a:extLst>
              <a:ext uri="{FF2B5EF4-FFF2-40B4-BE49-F238E27FC236}">
                <a16:creationId xmlns:a16="http://schemas.microsoft.com/office/drawing/2014/main" id="{73CEDFB3-46D5-8829-C9D9-F9D305A02A2D}"/>
              </a:ext>
            </a:extLst>
          </p:cNvPr>
          <p:cNvSpPr/>
          <p:nvPr/>
        </p:nvSpPr>
        <p:spPr>
          <a:xfrm>
            <a:off x="7994636" y="24827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6" name="Elipse 155">
            <a:extLst>
              <a:ext uri="{FF2B5EF4-FFF2-40B4-BE49-F238E27FC236}">
                <a16:creationId xmlns:a16="http://schemas.microsoft.com/office/drawing/2014/main" id="{D2A3FCEC-75BA-1E63-A92B-9A859D1C08BD}"/>
              </a:ext>
            </a:extLst>
          </p:cNvPr>
          <p:cNvSpPr/>
          <p:nvPr/>
        </p:nvSpPr>
        <p:spPr>
          <a:xfrm>
            <a:off x="8859361" y="24986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7" name="CaixaDeTexto 156">
            <a:extLst>
              <a:ext uri="{FF2B5EF4-FFF2-40B4-BE49-F238E27FC236}">
                <a16:creationId xmlns:a16="http://schemas.microsoft.com/office/drawing/2014/main" id="{DB13073C-BCC2-5775-7A31-96C6DB56970A}"/>
              </a:ext>
            </a:extLst>
          </p:cNvPr>
          <p:cNvSpPr txBox="1"/>
          <p:nvPr/>
        </p:nvSpPr>
        <p:spPr>
          <a:xfrm>
            <a:off x="8171215" y="24647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58" name="CaixaDeTexto 157">
            <a:extLst>
              <a:ext uri="{FF2B5EF4-FFF2-40B4-BE49-F238E27FC236}">
                <a16:creationId xmlns:a16="http://schemas.microsoft.com/office/drawing/2014/main" id="{315975D5-A47D-7C1F-803F-6418D3FD2E3B}"/>
              </a:ext>
            </a:extLst>
          </p:cNvPr>
          <p:cNvSpPr txBox="1"/>
          <p:nvPr/>
        </p:nvSpPr>
        <p:spPr>
          <a:xfrm>
            <a:off x="9035846" y="24680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59" name="Elipse 158">
            <a:extLst>
              <a:ext uri="{FF2B5EF4-FFF2-40B4-BE49-F238E27FC236}">
                <a16:creationId xmlns:a16="http://schemas.microsoft.com/office/drawing/2014/main" id="{226498FA-7FFD-E8A0-874A-9F06587E0BDC}"/>
              </a:ext>
            </a:extLst>
          </p:cNvPr>
          <p:cNvSpPr/>
          <p:nvPr/>
        </p:nvSpPr>
        <p:spPr>
          <a:xfrm>
            <a:off x="8055396" y="254338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0" name="Elipse 159">
            <a:extLst>
              <a:ext uri="{FF2B5EF4-FFF2-40B4-BE49-F238E27FC236}">
                <a16:creationId xmlns:a16="http://schemas.microsoft.com/office/drawing/2014/main" id="{2D7E1460-3971-EAE2-52A6-CAE3FF18E8DD}"/>
              </a:ext>
            </a:extLst>
          </p:cNvPr>
          <p:cNvSpPr/>
          <p:nvPr/>
        </p:nvSpPr>
        <p:spPr>
          <a:xfrm>
            <a:off x="9983685" y="24958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1" name="CaixaDeTexto 160">
            <a:extLst>
              <a:ext uri="{FF2B5EF4-FFF2-40B4-BE49-F238E27FC236}">
                <a16:creationId xmlns:a16="http://schemas.microsoft.com/office/drawing/2014/main" id="{40B82F58-F172-59BD-26E6-9BDCD6C20B4B}"/>
              </a:ext>
            </a:extLst>
          </p:cNvPr>
          <p:cNvSpPr txBox="1"/>
          <p:nvPr/>
        </p:nvSpPr>
        <p:spPr>
          <a:xfrm>
            <a:off x="10160170" y="24652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63" name="Elipse 162">
            <a:extLst>
              <a:ext uri="{FF2B5EF4-FFF2-40B4-BE49-F238E27FC236}">
                <a16:creationId xmlns:a16="http://schemas.microsoft.com/office/drawing/2014/main" id="{5DAD79DF-139D-7D71-7302-3F64913B4FCA}"/>
              </a:ext>
            </a:extLst>
          </p:cNvPr>
          <p:cNvSpPr/>
          <p:nvPr/>
        </p:nvSpPr>
        <p:spPr>
          <a:xfrm>
            <a:off x="4597386" y="29526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4" name="Elipse 163">
            <a:extLst>
              <a:ext uri="{FF2B5EF4-FFF2-40B4-BE49-F238E27FC236}">
                <a16:creationId xmlns:a16="http://schemas.microsoft.com/office/drawing/2014/main" id="{0F6E6CA0-FD3F-62B9-CB29-4A44EE20A8CD}"/>
              </a:ext>
            </a:extLst>
          </p:cNvPr>
          <p:cNvSpPr/>
          <p:nvPr/>
        </p:nvSpPr>
        <p:spPr>
          <a:xfrm>
            <a:off x="5462111" y="29685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5" name="CaixaDeTexto 164">
            <a:extLst>
              <a:ext uri="{FF2B5EF4-FFF2-40B4-BE49-F238E27FC236}">
                <a16:creationId xmlns:a16="http://schemas.microsoft.com/office/drawing/2014/main" id="{11D29508-B0F8-E1CD-5053-71DE145B84E8}"/>
              </a:ext>
            </a:extLst>
          </p:cNvPr>
          <p:cNvSpPr txBox="1"/>
          <p:nvPr/>
        </p:nvSpPr>
        <p:spPr>
          <a:xfrm>
            <a:off x="4773965" y="29346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Nada</a:t>
            </a: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BE96718A-9B09-2F8C-C96F-897BE7E79A8E}"/>
              </a:ext>
            </a:extLst>
          </p:cNvPr>
          <p:cNvSpPr txBox="1"/>
          <p:nvPr/>
        </p:nvSpPr>
        <p:spPr>
          <a:xfrm>
            <a:off x="5638596" y="29379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Visualizar</a:t>
            </a:r>
          </a:p>
        </p:txBody>
      </p:sp>
      <p:sp>
        <p:nvSpPr>
          <p:cNvPr id="167" name="Elipse 166">
            <a:extLst>
              <a:ext uri="{FF2B5EF4-FFF2-40B4-BE49-F238E27FC236}">
                <a16:creationId xmlns:a16="http://schemas.microsoft.com/office/drawing/2014/main" id="{3981EEBF-0394-6F4A-0C5D-1207E8C71737}"/>
              </a:ext>
            </a:extLst>
          </p:cNvPr>
          <p:cNvSpPr/>
          <p:nvPr/>
        </p:nvSpPr>
        <p:spPr>
          <a:xfrm>
            <a:off x="6586435" y="29657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8" name="CaixaDeTexto 167">
            <a:extLst>
              <a:ext uri="{FF2B5EF4-FFF2-40B4-BE49-F238E27FC236}">
                <a16:creationId xmlns:a16="http://schemas.microsoft.com/office/drawing/2014/main" id="{30EDD7A3-56B3-A2CF-24CE-7D28E59154C5}"/>
              </a:ext>
            </a:extLst>
          </p:cNvPr>
          <p:cNvSpPr txBox="1"/>
          <p:nvPr/>
        </p:nvSpPr>
        <p:spPr>
          <a:xfrm>
            <a:off x="6762920" y="29351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65000"/>
                  </a:schemeClr>
                </a:solidFill>
              </a:rPr>
              <a:t>Editar</a:t>
            </a:r>
          </a:p>
        </p:txBody>
      </p:sp>
      <p:sp>
        <p:nvSpPr>
          <p:cNvPr id="169" name="Elipse 168">
            <a:extLst>
              <a:ext uri="{FF2B5EF4-FFF2-40B4-BE49-F238E27FC236}">
                <a16:creationId xmlns:a16="http://schemas.microsoft.com/office/drawing/2014/main" id="{FE67DE97-D117-915F-D804-9A8BD210B83E}"/>
              </a:ext>
            </a:extLst>
          </p:cNvPr>
          <p:cNvSpPr/>
          <p:nvPr/>
        </p:nvSpPr>
        <p:spPr>
          <a:xfrm>
            <a:off x="7994636" y="295266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0" name="Elipse 169">
            <a:extLst>
              <a:ext uri="{FF2B5EF4-FFF2-40B4-BE49-F238E27FC236}">
                <a16:creationId xmlns:a16="http://schemas.microsoft.com/office/drawing/2014/main" id="{849FA9CD-5B40-B458-D0B7-5C2D9FF98702}"/>
              </a:ext>
            </a:extLst>
          </p:cNvPr>
          <p:cNvSpPr/>
          <p:nvPr/>
        </p:nvSpPr>
        <p:spPr>
          <a:xfrm>
            <a:off x="8859361" y="296851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1" name="CaixaDeTexto 170">
            <a:extLst>
              <a:ext uri="{FF2B5EF4-FFF2-40B4-BE49-F238E27FC236}">
                <a16:creationId xmlns:a16="http://schemas.microsoft.com/office/drawing/2014/main" id="{B9F601E7-AFAA-C682-0603-E2B6307F594D}"/>
              </a:ext>
            </a:extLst>
          </p:cNvPr>
          <p:cNvSpPr txBox="1"/>
          <p:nvPr/>
        </p:nvSpPr>
        <p:spPr>
          <a:xfrm>
            <a:off x="8171215" y="293469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Nada</a:t>
            </a:r>
            <a:endParaRPr lang="pt-BR" sz="1400" dirty="0"/>
          </a:p>
        </p:txBody>
      </p:sp>
      <p:sp>
        <p:nvSpPr>
          <p:cNvPr id="172" name="CaixaDeTexto 171">
            <a:extLst>
              <a:ext uri="{FF2B5EF4-FFF2-40B4-BE49-F238E27FC236}">
                <a16:creationId xmlns:a16="http://schemas.microsoft.com/office/drawing/2014/main" id="{48A3DAE4-BDA0-9E29-639A-6C9ACF9C63E9}"/>
              </a:ext>
            </a:extLst>
          </p:cNvPr>
          <p:cNvSpPr txBox="1"/>
          <p:nvPr/>
        </p:nvSpPr>
        <p:spPr>
          <a:xfrm>
            <a:off x="9035846" y="293799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Visualizar</a:t>
            </a:r>
            <a:endParaRPr lang="pt-BR" sz="1400" dirty="0"/>
          </a:p>
        </p:txBody>
      </p:sp>
      <p:sp>
        <p:nvSpPr>
          <p:cNvPr id="173" name="Elipse 172">
            <a:extLst>
              <a:ext uri="{FF2B5EF4-FFF2-40B4-BE49-F238E27FC236}">
                <a16:creationId xmlns:a16="http://schemas.microsoft.com/office/drawing/2014/main" id="{5CDDA762-0A21-5781-3108-34279FB1FC32}"/>
              </a:ext>
            </a:extLst>
          </p:cNvPr>
          <p:cNvSpPr/>
          <p:nvPr/>
        </p:nvSpPr>
        <p:spPr>
          <a:xfrm>
            <a:off x="8055396" y="3013288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4" name="Elipse 173">
            <a:extLst>
              <a:ext uri="{FF2B5EF4-FFF2-40B4-BE49-F238E27FC236}">
                <a16:creationId xmlns:a16="http://schemas.microsoft.com/office/drawing/2014/main" id="{5FACCD73-FDAC-A6D2-9758-B545425BA034}"/>
              </a:ext>
            </a:extLst>
          </p:cNvPr>
          <p:cNvSpPr/>
          <p:nvPr/>
        </p:nvSpPr>
        <p:spPr>
          <a:xfrm>
            <a:off x="9983685" y="29657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5" name="CaixaDeTexto 174">
            <a:extLst>
              <a:ext uri="{FF2B5EF4-FFF2-40B4-BE49-F238E27FC236}">
                <a16:creationId xmlns:a16="http://schemas.microsoft.com/office/drawing/2014/main" id="{9594DAC2-9A70-DB9F-E10A-E96A477B0FE5}"/>
              </a:ext>
            </a:extLst>
          </p:cNvPr>
          <p:cNvSpPr txBox="1"/>
          <p:nvPr/>
        </p:nvSpPr>
        <p:spPr>
          <a:xfrm>
            <a:off x="10160170" y="293519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Editar</a:t>
            </a:r>
            <a:endParaRPr lang="pt-BR" sz="1400" dirty="0"/>
          </a:p>
        </p:txBody>
      </p:sp>
      <p:sp>
        <p:nvSpPr>
          <p:cNvPr id="177" name="Elipse 176">
            <a:extLst>
              <a:ext uri="{FF2B5EF4-FFF2-40B4-BE49-F238E27FC236}">
                <a16:creationId xmlns:a16="http://schemas.microsoft.com/office/drawing/2014/main" id="{5298DE85-9CBC-5043-C417-7C0EBD8E817A}"/>
              </a:ext>
            </a:extLst>
          </p:cNvPr>
          <p:cNvSpPr/>
          <p:nvPr/>
        </p:nvSpPr>
        <p:spPr>
          <a:xfrm>
            <a:off x="4597386" y="341621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8" name="Elipse 177">
            <a:extLst>
              <a:ext uri="{FF2B5EF4-FFF2-40B4-BE49-F238E27FC236}">
                <a16:creationId xmlns:a16="http://schemas.microsoft.com/office/drawing/2014/main" id="{DDF196A4-18D5-DFD6-5B28-0B0AF55B8D78}"/>
              </a:ext>
            </a:extLst>
          </p:cNvPr>
          <p:cNvSpPr/>
          <p:nvPr/>
        </p:nvSpPr>
        <p:spPr>
          <a:xfrm>
            <a:off x="5462111" y="343206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9" name="CaixaDeTexto 178">
            <a:extLst>
              <a:ext uri="{FF2B5EF4-FFF2-40B4-BE49-F238E27FC236}">
                <a16:creationId xmlns:a16="http://schemas.microsoft.com/office/drawing/2014/main" id="{FAAC2D14-4851-1BC9-EE5D-22683214653A}"/>
              </a:ext>
            </a:extLst>
          </p:cNvPr>
          <p:cNvSpPr txBox="1"/>
          <p:nvPr/>
        </p:nvSpPr>
        <p:spPr>
          <a:xfrm>
            <a:off x="4773965" y="339824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Nada</a:t>
            </a:r>
          </a:p>
        </p:txBody>
      </p:sp>
      <p:sp>
        <p:nvSpPr>
          <p:cNvPr id="180" name="CaixaDeTexto 179">
            <a:extLst>
              <a:ext uri="{FF2B5EF4-FFF2-40B4-BE49-F238E27FC236}">
                <a16:creationId xmlns:a16="http://schemas.microsoft.com/office/drawing/2014/main" id="{310C724A-C2FB-050E-A6C7-EDB87D8A4DC4}"/>
              </a:ext>
            </a:extLst>
          </p:cNvPr>
          <p:cNvSpPr txBox="1"/>
          <p:nvPr/>
        </p:nvSpPr>
        <p:spPr>
          <a:xfrm>
            <a:off x="5638596" y="340154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Visualizar</a:t>
            </a:r>
          </a:p>
        </p:txBody>
      </p:sp>
      <p:sp>
        <p:nvSpPr>
          <p:cNvPr id="181" name="Elipse 180">
            <a:extLst>
              <a:ext uri="{FF2B5EF4-FFF2-40B4-BE49-F238E27FC236}">
                <a16:creationId xmlns:a16="http://schemas.microsoft.com/office/drawing/2014/main" id="{5DB37345-6840-2433-6A26-B7A8BF1D2A10}"/>
              </a:ext>
            </a:extLst>
          </p:cNvPr>
          <p:cNvSpPr/>
          <p:nvPr/>
        </p:nvSpPr>
        <p:spPr>
          <a:xfrm>
            <a:off x="6586435" y="342926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2" name="CaixaDeTexto 181">
            <a:extLst>
              <a:ext uri="{FF2B5EF4-FFF2-40B4-BE49-F238E27FC236}">
                <a16:creationId xmlns:a16="http://schemas.microsoft.com/office/drawing/2014/main" id="{5C1144A5-9A80-31A0-9AB6-874D3ABF68A5}"/>
              </a:ext>
            </a:extLst>
          </p:cNvPr>
          <p:cNvSpPr txBox="1"/>
          <p:nvPr/>
        </p:nvSpPr>
        <p:spPr>
          <a:xfrm>
            <a:off x="6762920" y="339874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/>
              <a:t>Editar</a:t>
            </a:r>
          </a:p>
        </p:txBody>
      </p:sp>
      <p:sp>
        <p:nvSpPr>
          <p:cNvPr id="183" name="Elipse 182">
            <a:extLst>
              <a:ext uri="{FF2B5EF4-FFF2-40B4-BE49-F238E27FC236}">
                <a16:creationId xmlns:a16="http://schemas.microsoft.com/office/drawing/2014/main" id="{81EE5503-33D4-BE60-103B-C7D29514F5C8}"/>
              </a:ext>
            </a:extLst>
          </p:cNvPr>
          <p:cNvSpPr/>
          <p:nvPr/>
        </p:nvSpPr>
        <p:spPr>
          <a:xfrm>
            <a:off x="7994636" y="3416213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4" name="Elipse 183">
            <a:extLst>
              <a:ext uri="{FF2B5EF4-FFF2-40B4-BE49-F238E27FC236}">
                <a16:creationId xmlns:a16="http://schemas.microsoft.com/office/drawing/2014/main" id="{76F4D684-DE5D-2105-8F83-8F0152B59D8E}"/>
              </a:ext>
            </a:extLst>
          </p:cNvPr>
          <p:cNvSpPr/>
          <p:nvPr/>
        </p:nvSpPr>
        <p:spPr>
          <a:xfrm>
            <a:off x="8859361" y="3432068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5" name="CaixaDeTexto 184">
            <a:extLst>
              <a:ext uri="{FF2B5EF4-FFF2-40B4-BE49-F238E27FC236}">
                <a16:creationId xmlns:a16="http://schemas.microsoft.com/office/drawing/2014/main" id="{46742F63-78D2-27B7-EAA6-303C5ED06145}"/>
              </a:ext>
            </a:extLst>
          </p:cNvPr>
          <p:cNvSpPr txBox="1"/>
          <p:nvPr/>
        </p:nvSpPr>
        <p:spPr>
          <a:xfrm>
            <a:off x="8171215" y="3398246"/>
            <a:ext cx="599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Nada</a:t>
            </a:r>
          </a:p>
        </p:txBody>
      </p:sp>
      <p:sp>
        <p:nvSpPr>
          <p:cNvPr id="186" name="CaixaDeTexto 185">
            <a:extLst>
              <a:ext uri="{FF2B5EF4-FFF2-40B4-BE49-F238E27FC236}">
                <a16:creationId xmlns:a16="http://schemas.microsoft.com/office/drawing/2014/main" id="{49EA6747-BA35-BDD3-AF78-B925FC3A2DCC}"/>
              </a:ext>
            </a:extLst>
          </p:cNvPr>
          <p:cNvSpPr txBox="1"/>
          <p:nvPr/>
        </p:nvSpPr>
        <p:spPr>
          <a:xfrm>
            <a:off x="9035846" y="3401548"/>
            <a:ext cx="97321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Visualizar</a:t>
            </a:r>
          </a:p>
        </p:txBody>
      </p:sp>
      <p:sp>
        <p:nvSpPr>
          <p:cNvPr id="187" name="Elipse 186">
            <a:extLst>
              <a:ext uri="{FF2B5EF4-FFF2-40B4-BE49-F238E27FC236}">
                <a16:creationId xmlns:a16="http://schemas.microsoft.com/office/drawing/2014/main" id="{0FB49D2F-5F37-C3CB-63E3-BED943D4A2A4}"/>
              </a:ext>
            </a:extLst>
          </p:cNvPr>
          <p:cNvSpPr/>
          <p:nvPr/>
        </p:nvSpPr>
        <p:spPr>
          <a:xfrm>
            <a:off x="6648872" y="3486363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17D9014D-7DC2-1A4B-5A93-DA4CB1AEFDDD}"/>
              </a:ext>
            </a:extLst>
          </p:cNvPr>
          <p:cNvSpPr/>
          <p:nvPr/>
        </p:nvSpPr>
        <p:spPr>
          <a:xfrm>
            <a:off x="9983685" y="342926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9" name="CaixaDeTexto 188">
            <a:extLst>
              <a:ext uri="{FF2B5EF4-FFF2-40B4-BE49-F238E27FC236}">
                <a16:creationId xmlns:a16="http://schemas.microsoft.com/office/drawing/2014/main" id="{700FDD48-AA6E-DA70-72F3-95AE7BEBDD58}"/>
              </a:ext>
            </a:extLst>
          </p:cNvPr>
          <p:cNvSpPr txBox="1"/>
          <p:nvPr/>
        </p:nvSpPr>
        <p:spPr>
          <a:xfrm>
            <a:off x="10160170" y="3398749"/>
            <a:ext cx="10251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A6A6A6"/>
                </a:solidFill>
              </a:rPr>
              <a:t>Editar</a:t>
            </a:r>
          </a:p>
        </p:txBody>
      </p:sp>
      <p:pic>
        <p:nvPicPr>
          <p:cNvPr id="191" name="Gráfico 190" descr="Informações estrutura de tópicos">
            <a:extLst>
              <a:ext uri="{FF2B5EF4-FFF2-40B4-BE49-F238E27FC236}">
                <a16:creationId xmlns:a16="http://schemas.microsoft.com/office/drawing/2014/main" id="{867250E7-4B85-C021-7DF1-49D9BC5D815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233238" y="1089893"/>
            <a:ext cx="238501" cy="238501"/>
          </a:xfrm>
          <a:prstGeom prst="rect">
            <a:avLst/>
          </a:prstGeom>
        </p:spPr>
      </p:pic>
      <p:pic>
        <p:nvPicPr>
          <p:cNvPr id="192" name="Gráfico 191" descr="Informações estrutura de tópicos">
            <a:extLst>
              <a:ext uri="{FF2B5EF4-FFF2-40B4-BE49-F238E27FC236}">
                <a16:creationId xmlns:a16="http://schemas.microsoft.com/office/drawing/2014/main" id="{E64CBA50-65A5-E8F9-45F7-072CA582B57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706947" y="1089199"/>
            <a:ext cx="238501" cy="238501"/>
          </a:xfrm>
          <a:prstGeom prst="rect">
            <a:avLst/>
          </a:prstGeom>
        </p:spPr>
      </p:pic>
      <p:sp>
        <p:nvSpPr>
          <p:cNvPr id="33" name="Elipse 32">
            <a:extLst>
              <a:ext uri="{FF2B5EF4-FFF2-40B4-BE49-F238E27FC236}">
                <a16:creationId xmlns:a16="http://schemas.microsoft.com/office/drawing/2014/main" id="{4C3FCAB4-99D1-60A3-942C-D3331919792C}"/>
              </a:ext>
            </a:extLst>
          </p:cNvPr>
          <p:cNvSpPr/>
          <p:nvPr/>
        </p:nvSpPr>
        <p:spPr>
          <a:xfrm>
            <a:off x="5523402" y="3026105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1879968C-175C-5057-87E0-69281B42C62C}"/>
              </a:ext>
            </a:extLst>
          </p:cNvPr>
          <p:cNvSpPr/>
          <p:nvPr/>
        </p:nvSpPr>
        <p:spPr>
          <a:xfrm>
            <a:off x="4656208" y="2541203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4" name="Elipse 133">
            <a:extLst>
              <a:ext uri="{FF2B5EF4-FFF2-40B4-BE49-F238E27FC236}">
                <a16:creationId xmlns:a16="http://schemas.microsoft.com/office/drawing/2014/main" id="{90C36D96-72FA-FF6E-7D70-211B8047504F}"/>
              </a:ext>
            </a:extLst>
          </p:cNvPr>
          <p:cNvSpPr/>
          <p:nvPr/>
        </p:nvSpPr>
        <p:spPr>
          <a:xfrm>
            <a:off x="4656625" y="2075177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8" name="Elipse 147">
            <a:extLst>
              <a:ext uri="{FF2B5EF4-FFF2-40B4-BE49-F238E27FC236}">
                <a16:creationId xmlns:a16="http://schemas.microsoft.com/office/drawing/2014/main" id="{BD24A9FC-3BFB-F0FD-E93A-2A2DEAB8E0AB}"/>
              </a:ext>
            </a:extLst>
          </p:cNvPr>
          <p:cNvSpPr/>
          <p:nvPr/>
        </p:nvSpPr>
        <p:spPr>
          <a:xfrm>
            <a:off x="4656206" y="1588686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2" name="Retângulo 161">
            <a:extLst>
              <a:ext uri="{FF2B5EF4-FFF2-40B4-BE49-F238E27FC236}">
                <a16:creationId xmlns:a16="http://schemas.microsoft.com/office/drawing/2014/main" id="{84146963-21F6-3D00-3950-9FA1CCEFE672}"/>
              </a:ext>
            </a:extLst>
          </p:cNvPr>
          <p:cNvSpPr/>
          <p:nvPr/>
        </p:nvSpPr>
        <p:spPr>
          <a:xfrm>
            <a:off x="4530523" y="1356748"/>
            <a:ext cx="335034" cy="19833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6" name="CaixaDeTexto 175">
            <a:extLst>
              <a:ext uri="{FF2B5EF4-FFF2-40B4-BE49-F238E27FC236}">
                <a16:creationId xmlns:a16="http://schemas.microsoft.com/office/drawing/2014/main" id="{E613796B-751A-4D15-C81D-21B5D14D1D98}"/>
              </a:ext>
            </a:extLst>
          </p:cNvPr>
          <p:cNvSpPr txBox="1"/>
          <p:nvPr/>
        </p:nvSpPr>
        <p:spPr>
          <a:xfrm>
            <a:off x="2807970" y="942402"/>
            <a:ext cx="1580476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Padrão das permissões de grupo é “nada” </a:t>
            </a:r>
          </a:p>
        </p:txBody>
      </p:sp>
      <p:cxnSp>
        <p:nvCxnSpPr>
          <p:cNvPr id="193" name="Conector reto 192">
            <a:extLst>
              <a:ext uri="{FF2B5EF4-FFF2-40B4-BE49-F238E27FC236}">
                <a16:creationId xmlns:a16="http://schemas.microsoft.com/office/drawing/2014/main" id="{91CC7F93-3657-0DF5-3DFD-26D30A5A4E6F}"/>
              </a:ext>
            </a:extLst>
          </p:cNvPr>
          <p:cNvCxnSpPr>
            <a:cxnSpLocks/>
          </p:cNvCxnSpPr>
          <p:nvPr/>
        </p:nvCxnSpPr>
        <p:spPr>
          <a:xfrm>
            <a:off x="4343835" y="1581430"/>
            <a:ext cx="192341" cy="3061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Retângulo 195">
            <a:extLst>
              <a:ext uri="{FF2B5EF4-FFF2-40B4-BE49-F238E27FC236}">
                <a16:creationId xmlns:a16="http://schemas.microsoft.com/office/drawing/2014/main" id="{B6D90AB0-39FE-787C-0540-27AD9D61CBC4}"/>
              </a:ext>
            </a:extLst>
          </p:cNvPr>
          <p:cNvSpPr/>
          <p:nvPr/>
        </p:nvSpPr>
        <p:spPr>
          <a:xfrm>
            <a:off x="7928718" y="3356189"/>
            <a:ext cx="2858087" cy="3867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850BB1BC-47A0-4A3A-5F6A-161E531D73F0}"/>
              </a:ext>
            </a:extLst>
          </p:cNvPr>
          <p:cNvSpPr txBox="1"/>
          <p:nvPr/>
        </p:nvSpPr>
        <p:spPr>
          <a:xfrm>
            <a:off x="5897797" y="4064867"/>
            <a:ext cx="1890313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Padrão das permissões individuais é </a:t>
            </a:r>
            <a:r>
              <a:rPr lang="pt-BR" sz="1200" dirty="0" err="1">
                <a:solidFill>
                  <a:srgbClr val="FF0000"/>
                </a:solidFill>
              </a:rPr>
              <a:t>null</a:t>
            </a:r>
            <a:r>
              <a:rPr lang="pt-BR" sz="1200" dirty="0">
                <a:solidFill>
                  <a:srgbClr val="FF0000"/>
                </a:solidFill>
              </a:rPr>
              <a:t> em todas as caixas </a:t>
            </a:r>
          </a:p>
        </p:txBody>
      </p:sp>
      <p:cxnSp>
        <p:nvCxnSpPr>
          <p:cNvPr id="198" name="Conector reto 197">
            <a:extLst>
              <a:ext uri="{FF2B5EF4-FFF2-40B4-BE49-F238E27FC236}">
                <a16:creationId xmlns:a16="http://schemas.microsoft.com/office/drawing/2014/main" id="{CC949D7B-80D3-2071-0D6F-B3A4ABA794F1}"/>
              </a:ext>
            </a:extLst>
          </p:cNvPr>
          <p:cNvCxnSpPr>
            <a:cxnSpLocks/>
          </p:cNvCxnSpPr>
          <p:nvPr/>
        </p:nvCxnSpPr>
        <p:spPr>
          <a:xfrm flipH="1">
            <a:off x="7788110" y="3749359"/>
            <a:ext cx="308126" cy="32771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Retângulo 200">
            <a:extLst>
              <a:ext uri="{FF2B5EF4-FFF2-40B4-BE49-F238E27FC236}">
                <a16:creationId xmlns:a16="http://schemas.microsoft.com/office/drawing/2014/main" id="{33D043BA-CD49-91AE-D814-32C57BBCD32A}"/>
              </a:ext>
            </a:extLst>
          </p:cNvPr>
          <p:cNvSpPr/>
          <p:nvPr/>
        </p:nvSpPr>
        <p:spPr>
          <a:xfrm>
            <a:off x="4557713" y="1472126"/>
            <a:ext cx="5368897" cy="340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2" name="CaixaDeTexto 201">
            <a:extLst>
              <a:ext uri="{FF2B5EF4-FFF2-40B4-BE49-F238E27FC236}">
                <a16:creationId xmlns:a16="http://schemas.microsoft.com/office/drawing/2014/main" id="{D44C9EAE-7819-D94F-85DD-FB88EC561E8D}"/>
              </a:ext>
            </a:extLst>
          </p:cNvPr>
          <p:cNvSpPr txBox="1"/>
          <p:nvPr/>
        </p:nvSpPr>
        <p:spPr>
          <a:xfrm>
            <a:off x="7256754" y="2212627"/>
            <a:ext cx="3400271" cy="27699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rgbClr val="FF0000"/>
                </a:solidFill>
              </a:rPr>
              <a:t>Permissões de grupo &lt; permissões individuais</a:t>
            </a:r>
          </a:p>
        </p:txBody>
      </p:sp>
      <p:cxnSp>
        <p:nvCxnSpPr>
          <p:cNvPr id="203" name="Conector reto 202">
            <a:extLst>
              <a:ext uri="{FF2B5EF4-FFF2-40B4-BE49-F238E27FC236}">
                <a16:creationId xmlns:a16="http://schemas.microsoft.com/office/drawing/2014/main" id="{E6F6BB4A-E944-9E0B-C7C1-E02C01228D9A}"/>
              </a:ext>
            </a:extLst>
          </p:cNvPr>
          <p:cNvCxnSpPr>
            <a:cxnSpLocks/>
          </p:cNvCxnSpPr>
          <p:nvPr/>
        </p:nvCxnSpPr>
        <p:spPr>
          <a:xfrm>
            <a:off x="7510655" y="1815758"/>
            <a:ext cx="122234" cy="380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845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1B618-C85F-E28A-9B9B-41D615FAA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B4E6DA1-218E-B962-ECAA-0A0E00E540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51E0ED3-BA74-BED1-EAE1-FBF9E66579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B55EE736-EAC3-170E-CA4E-26EBAF70D05B}"/>
              </a:ext>
            </a:extLst>
          </p:cNvPr>
          <p:cNvSpPr/>
          <p:nvPr/>
        </p:nvSpPr>
        <p:spPr>
          <a:xfrm>
            <a:off x="0" y="6064471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5DB7316-F587-690E-FE31-A534F16185E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E7DC8D6-66B3-08A9-23EA-30EBFA8FF46B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F2276855-556E-703B-5BF1-601CF8DDEF41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23CD3DE-C21D-B6DA-364E-1B8E8583E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B8DD8C3-0DB4-BEA0-90F5-17A08E4832E2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280A866-0A26-A3DE-904B-E188C9EA85A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5394DE1-79A4-9C61-DC8D-009D2EC9037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45E52DA-5641-9679-767D-E150263D4F85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8A746B6-EDA4-35D9-C330-B59CA1776051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9963BB4-C042-7E43-AE12-E9DCD34AB87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5086C687-5A0A-C798-7927-E625A4DFE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2BE3E1F0-E9F1-2FF2-DEFB-5170B6A5F4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9CAC158-7CFC-DD9D-5EBE-330A916060BE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/>
              <a:t>Usuário H</a:t>
            </a:r>
            <a:endParaRPr lang="pt-BR"/>
          </a:p>
          <a:p>
            <a:pPr fontAlgn="ctr"/>
            <a:r>
              <a:rPr lang="pt-BR" b="1"/>
              <a:t>usu.h@exemplo.com</a:t>
            </a:r>
            <a:endParaRPr lang="pt-BR"/>
          </a:p>
          <a:p>
            <a:pPr fontAlgn="ctr"/>
            <a:r>
              <a:rPr lang="pt-BR"/>
              <a:t>EXPANDIR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5B87A886-4036-EE02-4171-3938C7618AE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DFE3B33-9F40-C1C6-B623-E2EE7FE112B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PERMISSÕES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99C07193-5B8D-E93C-D633-0869484047C5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Usuários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767B6E41-D461-3D8A-051C-0716515B647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6ACEC85A-78FA-0056-389C-BC47E36F6684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696664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1875011-21FC-35A7-F10C-DCD33450533E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972BB12-6A2B-89B0-7500-5DF9BBB2EC29}"/>
              </a:ext>
            </a:extLst>
          </p:cNvPr>
          <p:cNvSpPr/>
          <p:nvPr/>
        </p:nvSpPr>
        <p:spPr>
          <a:xfrm>
            <a:off x="4666512" y="1941905"/>
            <a:ext cx="5980696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74EC432-E2C3-0B79-4A76-60EE5EB78176}"/>
              </a:ext>
            </a:extLst>
          </p:cNvPr>
          <p:cNvSpPr/>
          <p:nvPr/>
        </p:nvSpPr>
        <p:spPr>
          <a:xfrm>
            <a:off x="10786806" y="1941905"/>
            <a:ext cx="10287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643EB54-C06A-E8E8-4087-D8914917F70A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1A613B0-885D-98FC-61B7-38540789B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002757"/>
              </p:ext>
            </p:extLst>
          </p:nvPr>
        </p:nvGraphicFramePr>
        <p:xfrm>
          <a:off x="2581275" y="2675681"/>
          <a:ext cx="9382124" cy="189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6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65684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2092753113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E-mail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F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usu.f@exemplo.com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12/03/2025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4333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usu.g@exemplo.com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02/02/2025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064529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usu.h@exemplo.com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01/12/2024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980613"/>
                  </a:ext>
                </a:extLst>
              </a:tr>
            </a:tbl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62DABD4-21D7-4AC6-57A4-9EF9E929E81C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2A747E2-C96C-691D-635F-645E505251F6}"/>
              </a:ext>
            </a:extLst>
          </p:cNvPr>
          <p:cNvSpPr/>
          <p:nvPr/>
        </p:nvSpPr>
        <p:spPr>
          <a:xfrm>
            <a:off x="3700464" y="728664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6D08D321-90BD-C668-1CB7-DA1B97F69D67}"/>
              </a:ext>
            </a:extLst>
          </p:cNvPr>
          <p:cNvSpPr txBox="1"/>
          <p:nvPr/>
        </p:nvSpPr>
        <p:spPr>
          <a:xfrm>
            <a:off x="3671790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Requisições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D9DAE60D-5DD3-2694-958D-BB22D06C573F}"/>
              </a:ext>
            </a:extLst>
          </p:cNvPr>
          <p:cNvSpPr/>
          <p:nvPr/>
        </p:nvSpPr>
        <p:spPr>
          <a:xfrm>
            <a:off x="4889891" y="919837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3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4840BBCC-87F7-8263-589B-53732C251CAA}"/>
              </a:ext>
            </a:extLst>
          </p:cNvPr>
          <p:cNvSpPr/>
          <p:nvPr/>
        </p:nvSpPr>
        <p:spPr>
          <a:xfrm rot="10800000" flipV="1">
            <a:off x="8767058" y="2911085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1CC684C-50F9-708E-2AB1-C59260EC4C5B}"/>
              </a:ext>
            </a:extLst>
          </p:cNvPr>
          <p:cNvGrpSpPr/>
          <p:nvPr/>
        </p:nvGrpSpPr>
        <p:grpSpPr>
          <a:xfrm>
            <a:off x="2726619" y="1940766"/>
            <a:ext cx="1840853" cy="336082"/>
            <a:chOff x="2714125" y="1941905"/>
            <a:chExt cx="1840853" cy="307777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6D59FD39-D57D-F629-44DD-09177CF1A272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4" name="Gráfico 13" descr="Acento Circunflexo para Cima com preenchimento sólido">
              <a:extLst>
                <a:ext uri="{FF2B5EF4-FFF2-40B4-BE49-F238E27FC236}">
                  <a16:creationId xmlns:a16="http://schemas.microsoft.com/office/drawing/2014/main" id="{0ED47E5E-DFBC-D6E6-3799-171093C6C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15" name="Gráfico 14" descr="Casinha de cachorro estrutura de tópicos">
            <a:extLst>
              <a:ext uri="{FF2B5EF4-FFF2-40B4-BE49-F238E27FC236}">
                <a16:creationId xmlns:a16="http://schemas.microsoft.com/office/drawing/2014/main" id="{AA43A20F-E0C9-4BEA-9CC2-CE0D1345CD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16" name="Gráfico 15" descr="Aviso estrutura de tópicos">
            <a:extLst>
              <a:ext uri="{FF2B5EF4-FFF2-40B4-BE49-F238E27FC236}">
                <a16:creationId xmlns:a16="http://schemas.microsoft.com/office/drawing/2014/main" id="{D465F0E4-CAF2-1EA0-D003-0F5403562C4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2FB7B8-9009-F80C-CFE7-D180411F07A1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18" name="Gráfico 17" descr="Área de Transferência estrutura de tópicos">
            <a:extLst>
              <a:ext uri="{FF2B5EF4-FFF2-40B4-BE49-F238E27FC236}">
                <a16:creationId xmlns:a16="http://schemas.microsoft.com/office/drawing/2014/main" id="{04F6E8C1-395F-2229-3DD5-B84E4A3EA0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23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C104B-4903-F92A-C1A2-DD6FF0AD6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3BBF4DA-DB43-C52E-FF70-A40B31464A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4FAAA18-B47C-5019-9830-8552565F57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7FDBD199-0196-4798-6628-EF26B97E127F}"/>
              </a:ext>
            </a:extLst>
          </p:cNvPr>
          <p:cNvSpPr/>
          <p:nvPr/>
        </p:nvSpPr>
        <p:spPr>
          <a:xfrm>
            <a:off x="0" y="6064471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95ABFF9-272A-586D-6B06-1C6ABE31D0C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A3A329E6-9DDC-9897-00CA-BE02471855B5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EFA14C87-64DB-072B-4D72-A3D4340F5B4A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3FF865FD-B91F-11EA-BFEB-8BA16255D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F381EB0-F02C-DE06-5801-3AB3A2FB3C50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97BA485-C918-0BAF-F9DB-98D715121E0A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4218A0D-CFBD-3D30-50BE-2E4540218BBA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C6A094AB-E685-5899-CA2E-CE2E28ADF62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9892A66-B8F3-21A3-7785-BAF0F1C77AC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D3B4A620-97F3-4975-80B1-6956E4294B6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F9727F88-1354-FB9D-B3AD-F547657877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C8F0E796-734B-4CE8-5F0F-1647D2C4AD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CDC54155-58EC-6216-8DB2-10EA0E38960C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b="1"/>
              <a:t>Usuário H</a:t>
            </a:r>
            <a:endParaRPr lang="pt-BR"/>
          </a:p>
          <a:p>
            <a:pPr fontAlgn="ctr"/>
            <a:r>
              <a:rPr lang="pt-BR" b="1"/>
              <a:t>usu.h@exemplo.com</a:t>
            </a:r>
            <a:endParaRPr lang="pt-BR"/>
          </a:p>
          <a:p>
            <a:pPr fontAlgn="ctr"/>
            <a:r>
              <a:rPr lang="pt-BR"/>
              <a:t>EXPANDIR</a:t>
            </a:r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8B636704-1BEC-EAD8-CE84-D0391587754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CBDADB3-C5A5-308D-7E03-3203E9A4C358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PERMISSÕES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540DE71-F4C6-25C6-C2AB-BE266CE6670E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Usuários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09F43ACC-F252-DBC0-FA22-F400B8219E0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1CF2C8CD-BF98-E38E-9B28-D004B68ECDC4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696664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E30D05D-AB8C-FFE1-A57B-AB0F90F2C8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851473"/>
              </p:ext>
            </p:extLst>
          </p:nvPr>
        </p:nvGraphicFramePr>
        <p:xfrm>
          <a:off x="2581275" y="2675681"/>
          <a:ext cx="9382124" cy="954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6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65684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537460">
                  <a:extLst>
                    <a:ext uri="{9D8B030D-6E8A-4147-A177-3AD203B41FA5}">
                      <a16:colId xmlns:a16="http://schemas.microsoft.com/office/drawing/2014/main" val="2092753113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E-mail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F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usu.f@exemplo.com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243339"/>
                  </a:ext>
                </a:extLst>
              </a:tr>
            </a:tbl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700F484-D3F5-0060-1348-0C2ED7610F12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1B6E012-6C92-411F-EC78-C8743820876E}"/>
              </a:ext>
            </a:extLst>
          </p:cNvPr>
          <p:cNvSpPr/>
          <p:nvPr/>
        </p:nvSpPr>
        <p:spPr>
          <a:xfrm>
            <a:off x="3700464" y="728664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036326C-0482-A8EE-A650-563916247584}"/>
              </a:ext>
            </a:extLst>
          </p:cNvPr>
          <p:cNvSpPr txBox="1"/>
          <p:nvPr/>
        </p:nvSpPr>
        <p:spPr>
          <a:xfrm>
            <a:off x="3671790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Requisições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A0D92371-7610-1980-45B1-9D069E1F53D6}"/>
              </a:ext>
            </a:extLst>
          </p:cNvPr>
          <p:cNvSpPr/>
          <p:nvPr/>
        </p:nvSpPr>
        <p:spPr>
          <a:xfrm>
            <a:off x="4889891" y="919837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3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567B76D-D41B-DD98-4FC4-7850C9A50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060342"/>
              </p:ext>
            </p:extLst>
          </p:nvPr>
        </p:nvGraphicFramePr>
        <p:xfrm>
          <a:off x="2581275" y="6084096"/>
          <a:ext cx="9382124" cy="4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8625">
                  <a:extLst>
                    <a:ext uri="{9D8B030D-6E8A-4147-A177-3AD203B41FA5}">
                      <a16:colId xmlns:a16="http://schemas.microsoft.com/office/drawing/2014/main" val="2450369868"/>
                    </a:ext>
                  </a:extLst>
                </a:gridCol>
                <a:gridCol w="2815624">
                  <a:extLst>
                    <a:ext uri="{9D8B030D-6E8A-4147-A177-3AD203B41FA5}">
                      <a16:colId xmlns:a16="http://schemas.microsoft.com/office/drawing/2014/main" val="3344886889"/>
                    </a:ext>
                  </a:extLst>
                </a:gridCol>
                <a:gridCol w="2378676">
                  <a:extLst>
                    <a:ext uri="{9D8B030D-6E8A-4147-A177-3AD203B41FA5}">
                      <a16:colId xmlns:a16="http://schemas.microsoft.com/office/drawing/2014/main" val="462353501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309182335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Usuário H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usu.h@exemplo.com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BR" sz="14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3378849"/>
                  </a:ext>
                </a:extLst>
              </a:tr>
            </a:tbl>
          </a:graphicData>
        </a:graphic>
      </p:graphicFrame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06F75E0B-BC25-E6B7-8695-7B16FD60F462}"/>
              </a:ext>
            </a:extLst>
          </p:cNvPr>
          <p:cNvSpPr/>
          <p:nvPr/>
        </p:nvSpPr>
        <p:spPr>
          <a:xfrm>
            <a:off x="2581274" y="3706318"/>
            <a:ext cx="9382125" cy="2287271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0E965C3-A99E-AE83-1759-C407EFF281CE}"/>
              </a:ext>
            </a:extLst>
          </p:cNvPr>
          <p:cNvSpPr txBox="1"/>
          <p:nvPr/>
        </p:nvSpPr>
        <p:spPr>
          <a:xfrm>
            <a:off x="10892973" y="37785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0600F9E-16B4-3B5C-2FDF-B9DF346D7172}"/>
              </a:ext>
            </a:extLst>
          </p:cNvPr>
          <p:cNvSpPr txBox="1"/>
          <p:nvPr/>
        </p:nvSpPr>
        <p:spPr>
          <a:xfrm>
            <a:off x="2581274" y="4160365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361A39C7-AE2C-A964-EAFA-313DD8AAFF0C}"/>
              </a:ext>
            </a:extLst>
          </p:cNvPr>
          <p:cNvSpPr/>
          <p:nvPr/>
        </p:nvSpPr>
        <p:spPr>
          <a:xfrm>
            <a:off x="2645563" y="4448970"/>
            <a:ext cx="283483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G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BBBDFCB-B878-6F7C-6E14-9CDF86621542}"/>
              </a:ext>
            </a:extLst>
          </p:cNvPr>
          <p:cNvCxnSpPr>
            <a:cxnSpLocks/>
          </p:cNvCxnSpPr>
          <p:nvPr/>
        </p:nvCxnSpPr>
        <p:spPr>
          <a:xfrm>
            <a:off x="2643361" y="4035025"/>
            <a:ext cx="663230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4D8616EA-8506-099D-43AB-DF1117F2B73B}"/>
              </a:ext>
            </a:extLst>
          </p:cNvPr>
          <p:cNvSpPr txBox="1"/>
          <p:nvPr/>
        </p:nvSpPr>
        <p:spPr>
          <a:xfrm>
            <a:off x="2588066" y="3732767"/>
            <a:ext cx="2834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REQUISIÇÃO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BA8B54C6-6933-23DF-A9EE-387577203650}"/>
              </a:ext>
            </a:extLst>
          </p:cNvPr>
          <p:cNvSpPr txBox="1"/>
          <p:nvPr/>
        </p:nvSpPr>
        <p:spPr>
          <a:xfrm>
            <a:off x="5521148" y="4164532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E-mail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D28D08DD-2BEA-24D1-4647-DC4E97E54DE1}"/>
              </a:ext>
            </a:extLst>
          </p:cNvPr>
          <p:cNvSpPr/>
          <p:nvPr/>
        </p:nvSpPr>
        <p:spPr>
          <a:xfrm>
            <a:off x="5585437" y="4453137"/>
            <a:ext cx="25603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usu.g@exemplo.com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9104342F-A5A9-D832-9532-B07D4A71E384}"/>
              </a:ext>
            </a:extLst>
          </p:cNvPr>
          <p:cNvSpPr txBox="1"/>
          <p:nvPr/>
        </p:nvSpPr>
        <p:spPr>
          <a:xfrm>
            <a:off x="2581274" y="4847652"/>
            <a:ext cx="24776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Justificativa da requisição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6098F5FE-F4D8-6B59-343D-8311A9AD5965}"/>
              </a:ext>
            </a:extLst>
          </p:cNvPr>
          <p:cNvSpPr/>
          <p:nvPr/>
        </p:nvSpPr>
        <p:spPr>
          <a:xfrm>
            <a:off x="2645562" y="5136256"/>
            <a:ext cx="9249257" cy="787545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 de justificativa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7966FC8E-71B1-5226-411F-768E6D6D0E97}"/>
              </a:ext>
            </a:extLst>
          </p:cNvPr>
          <p:cNvSpPr txBox="1"/>
          <p:nvPr/>
        </p:nvSpPr>
        <p:spPr>
          <a:xfrm>
            <a:off x="9275668" y="3771558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accent6">
                    <a:lumMod val="75000"/>
                  </a:schemeClr>
                </a:solidFill>
              </a:rPr>
              <a:t>ACEITAR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1ECA1A76-9855-7A10-3DBE-A9A864B0441B}"/>
              </a:ext>
            </a:extLst>
          </p:cNvPr>
          <p:cNvSpPr txBox="1"/>
          <p:nvPr/>
        </p:nvSpPr>
        <p:spPr>
          <a:xfrm>
            <a:off x="10055746" y="3775590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rgbClr val="C00000"/>
                </a:solidFill>
              </a:rPr>
              <a:t>RECUSAR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2AD62C0-FC6D-26EC-B8DE-8741E544D917}"/>
              </a:ext>
            </a:extLst>
          </p:cNvPr>
          <p:cNvSpPr txBox="1"/>
          <p:nvPr/>
        </p:nvSpPr>
        <p:spPr>
          <a:xfrm>
            <a:off x="8187942" y="4166715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17443CD-DD70-A1CF-6203-D22CB4A75493}"/>
              </a:ext>
            </a:extLst>
          </p:cNvPr>
          <p:cNvSpPr/>
          <p:nvPr/>
        </p:nvSpPr>
        <p:spPr>
          <a:xfrm>
            <a:off x="8252231" y="4455320"/>
            <a:ext cx="147612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02/02/2025</a:t>
            </a:r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E7752BEE-DF35-BF8B-39EE-47B0F8C7B731}"/>
              </a:ext>
            </a:extLst>
          </p:cNvPr>
          <p:cNvSpPr/>
          <p:nvPr/>
        </p:nvSpPr>
        <p:spPr>
          <a:xfrm rot="10800000" flipV="1">
            <a:off x="8767058" y="2911085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C904972-067A-EF6A-D285-BCD8AC282C97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11A0DEE-BCA6-32B0-2857-78470C04980C}"/>
              </a:ext>
            </a:extLst>
          </p:cNvPr>
          <p:cNvSpPr/>
          <p:nvPr/>
        </p:nvSpPr>
        <p:spPr>
          <a:xfrm>
            <a:off x="4666512" y="1941905"/>
            <a:ext cx="5980696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EE543ED-6EE7-4BED-D12D-07FE70141CF8}"/>
              </a:ext>
            </a:extLst>
          </p:cNvPr>
          <p:cNvSpPr/>
          <p:nvPr/>
        </p:nvSpPr>
        <p:spPr>
          <a:xfrm>
            <a:off x="10786806" y="1941905"/>
            <a:ext cx="10287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C2C9BDE-DFEE-64A8-5B7C-35B9376D3613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7E42D40A-BAA3-E242-5466-3E758DC1A26F}"/>
              </a:ext>
            </a:extLst>
          </p:cNvPr>
          <p:cNvGrpSpPr/>
          <p:nvPr/>
        </p:nvGrpSpPr>
        <p:grpSpPr>
          <a:xfrm>
            <a:off x="2726619" y="1940766"/>
            <a:ext cx="1840853" cy="336082"/>
            <a:chOff x="2714125" y="1941905"/>
            <a:chExt cx="1840853" cy="307777"/>
          </a:xfrm>
        </p:grpSpPr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id="{F0267F6F-96E4-313D-CBB3-ECF92F45EE6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32" name="Gráfico 31" descr="Acento Circunflexo para Cima com preenchimento sólido">
              <a:extLst>
                <a:ext uri="{FF2B5EF4-FFF2-40B4-BE49-F238E27FC236}">
                  <a16:creationId xmlns:a16="http://schemas.microsoft.com/office/drawing/2014/main" id="{28F633F3-C975-F5FE-A609-ED7B13570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35" name="Gráfico 34" descr="Casinha de cachorro estrutura de tópicos">
            <a:extLst>
              <a:ext uri="{FF2B5EF4-FFF2-40B4-BE49-F238E27FC236}">
                <a16:creationId xmlns:a16="http://schemas.microsoft.com/office/drawing/2014/main" id="{6B265738-C67A-4756-EC50-8BC462836A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37" name="Gráfico 36" descr="Aviso estrutura de tópicos">
            <a:extLst>
              <a:ext uri="{FF2B5EF4-FFF2-40B4-BE49-F238E27FC236}">
                <a16:creationId xmlns:a16="http://schemas.microsoft.com/office/drawing/2014/main" id="{7734015E-E451-1193-33E7-B16C61A5F0F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1C2E065B-2DFE-E0C0-B3B2-9F2347BCE9BB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39" name="Gráfico 38" descr="Área de Transferência estrutura de tópicos">
            <a:extLst>
              <a:ext uri="{FF2B5EF4-FFF2-40B4-BE49-F238E27FC236}">
                <a16:creationId xmlns:a16="http://schemas.microsoft.com/office/drawing/2014/main" id="{F20E77FB-FE3E-B9DE-CA97-F87744C255F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94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ED450-1230-6DE9-29D8-7FD0AE78A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D1A293-9A5D-7907-15AF-7295DF8828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0121013-558E-3250-D0A6-949EB18524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39CAD4F-6D1A-AF4D-3C0A-D78AF06EF3D7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53AC4C1-13F2-1435-21A6-33AE484B2903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C3E51EE-256A-A20D-DBE9-4A6AE7C741DC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2BA7C15D-A819-37D0-13B2-EEDB710D8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4B19071-337B-42D9-833B-8252C7C5BEB7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5DB2EEA-C302-308F-8D0E-B8A9C12AB9C8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3709316-D23C-A1A3-908E-F44AC5ADD46A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44BE4AE-AED3-B1F7-2C43-DCAF620A5B5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59B058E-F355-E14F-BA20-FCA5F9721410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E7FF0750-22ED-6355-4F8A-C6A5159BC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854761F0-BE7B-7E60-980B-6756B0F165F2}"/>
              </a:ext>
            </a:extLst>
          </p:cNvPr>
          <p:cNvSpPr/>
          <p:nvPr/>
        </p:nvSpPr>
        <p:spPr>
          <a:xfrm>
            <a:off x="2425802" y="723899"/>
            <a:ext cx="9677196" cy="6043595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5EBFDA75-F605-E3EE-A477-673318B32889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C79761F-F7C0-AE90-7B2C-1A4729B7FE03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CONFIGURAÇÕES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BA3C5A5-1075-CF71-0EC3-B5E7C62BCF12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Geral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B10605A-38B5-2362-F695-7FD53DFA0169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Conta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7342306-50F3-ACE0-B137-73F0592FFC8E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4907FA4-2BCA-FC89-4459-C2D861351AE6}"/>
              </a:ext>
            </a:extLst>
          </p:cNvPr>
          <p:cNvCxnSpPr>
            <a:cxnSpLocks/>
          </p:cNvCxnSpPr>
          <p:nvPr/>
        </p:nvCxnSpPr>
        <p:spPr>
          <a:xfrm>
            <a:off x="6434727" y="1281033"/>
            <a:ext cx="56682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34B2F3C-0451-E9DE-FB33-B4492E2FD032}"/>
              </a:ext>
            </a:extLst>
          </p:cNvPr>
          <p:cNvSpPr/>
          <p:nvPr/>
        </p:nvSpPr>
        <p:spPr>
          <a:xfrm>
            <a:off x="2581275" y="1505920"/>
            <a:ext cx="9382125" cy="1482837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AB2EDC0-A5FA-3CC6-97A5-7F1F68C89FCD}"/>
              </a:ext>
            </a:extLst>
          </p:cNvPr>
          <p:cNvSpPr/>
          <p:nvPr/>
        </p:nvSpPr>
        <p:spPr>
          <a:xfrm>
            <a:off x="2714125" y="2507960"/>
            <a:ext cx="7367135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Observações sobre o backup... (opcional)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F29DDEA-E302-43C6-93A7-2ADADA685D32}"/>
              </a:ext>
            </a:extLst>
          </p:cNvPr>
          <p:cNvSpPr/>
          <p:nvPr/>
        </p:nvSpPr>
        <p:spPr>
          <a:xfrm>
            <a:off x="10231407" y="2507960"/>
            <a:ext cx="1581846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Exportar Backup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F75D7B7-00A0-43CC-2471-2C5897B8FEB7}"/>
              </a:ext>
            </a:extLst>
          </p:cNvPr>
          <p:cNvSpPr txBox="1"/>
          <p:nvPr/>
        </p:nvSpPr>
        <p:spPr>
          <a:xfrm>
            <a:off x="2714125" y="1586842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Realizar Backup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08D728-84BF-9DB1-626B-0BF64185F9B4}"/>
              </a:ext>
            </a:extLst>
          </p:cNvPr>
          <p:cNvSpPr/>
          <p:nvPr/>
        </p:nvSpPr>
        <p:spPr>
          <a:xfrm>
            <a:off x="0" y="6454828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C1DD732-C4F4-87B4-AD32-DE97495C0B2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42E6FEA-88B2-F0D5-8060-80764C3606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DB44601-154C-292C-D1F4-4DCC2A27D15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D5B1A481-910F-A8FA-C773-E99D605B8400}"/>
              </a:ext>
            </a:extLst>
          </p:cNvPr>
          <p:cNvSpPr txBox="1"/>
          <p:nvPr/>
        </p:nvSpPr>
        <p:spPr>
          <a:xfrm>
            <a:off x="2714125" y="1914160"/>
            <a:ext cx="9099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Ao realizar o backup do sistema, você está salvando e exportando – para um ambiente a parte – os dados atuais de todos o sistema, isto inclui: usuários e os registros de todas as planilhas já preenchidas até o presente momento.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A67E2BC9-9642-EF5B-7C83-505B2289B47D}"/>
              </a:ext>
            </a:extLst>
          </p:cNvPr>
          <p:cNvSpPr/>
          <p:nvPr/>
        </p:nvSpPr>
        <p:spPr>
          <a:xfrm>
            <a:off x="2581275" y="3152669"/>
            <a:ext cx="9382125" cy="2830481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297B06A2-18C1-5F29-D441-19AB81688A89}"/>
              </a:ext>
            </a:extLst>
          </p:cNvPr>
          <p:cNvSpPr/>
          <p:nvPr/>
        </p:nvSpPr>
        <p:spPr>
          <a:xfrm>
            <a:off x="2714125" y="5500909"/>
            <a:ext cx="2203306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Selecione o arquivo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9C520B75-9D34-E7D8-F9C6-7B5D7B6F8037}"/>
              </a:ext>
            </a:extLst>
          </p:cNvPr>
          <p:cNvSpPr/>
          <p:nvPr/>
        </p:nvSpPr>
        <p:spPr>
          <a:xfrm>
            <a:off x="7469300" y="5511929"/>
            <a:ext cx="1738200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Restaurar sistema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7AD1B33-7FAB-DC2F-EDD5-F796F87F7412}"/>
              </a:ext>
            </a:extLst>
          </p:cNvPr>
          <p:cNvSpPr txBox="1"/>
          <p:nvPr/>
        </p:nvSpPr>
        <p:spPr>
          <a:xfrm>
            <a:off x="2714125" y="3233591"/>
            <a:ext cx="2082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Restauração de Dados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FAAA6ABB-4777-96CE-3EAA-514B94FA672D}"/>
              </a:ext>
            </a:extLst>
          </p:cNvPr>
          <p:cNvSpPr txBox="1"/>
          <p:nvPr/>
        </p:nvSpPr>
        <p:spPr>
          <a:xfrm>
            <a:off x="2714125" y="3560909"/>
            <a:ext cx="9099128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Ao realizar a restauração de dados a partir de um backup do sistema, você está substituindo as informações atuais do sistema pelas presentes no arquivo de backup. Existem dois caminhos para restaurar o sistema:</a:t>
            </a:r>
          </a:p>
          <a:p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Restauração completa – Substitui todos os dados atuais, incluindo o registro de usuários;</a:t>
            </a:r>
          </a:p>
          <a:p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Restauração parcial – </a:t>
            </a:r>
            <a:r>
              <a:rPr lang="pt-BR" sz="1400" dirty="0"/>
              <a:t>Substitui todos os dados atuais, com exceção dos registros dos usuários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</a:p>
          <a:p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Recomendação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É fortemente recomendado a realização de um backup auxiliar antes da realização da restauração.</a:t>
            </a:r>
          </a:p>
        </p:txBody>
      </p: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39D3CEC1-C481-3515-7F18-8D3610CC4C38}"/>
              </a:ext>
            </a:extLst>
          </p:cNvPr>
          <p:cNvGrpSpPr/>
          <p:nvPr/>
        </p:nvGrpSpPr>
        <p:grpSpPr>
          <a:xfrm>
            <a:off x="5067578" y="5500909"/>
            <a:ext cx="2251575" cy="336082"/>
            <a:chOff x="5067578" y="5500909"/>
            <a:chExt cx="2251575" cy="336082"/>
          </a:xfrm>
        </p:grpSpPr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43459622-B407-4CE1-C19B-E12575CF52F4}"/>
                </a:ext>
              </a:extLst>
            </p:cNvPr>
            <p:cNvSpPr>
              <a:spLocks/>
            </p:cNvSpPr>
            <p:nvPr/>
          </p:nvSpPr>
          <p:spPr>
            <a:xfrm>
              <a:off x="5067578" y="5500909"/>
              <a:ext cx="2251575" cy="336082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 de restauração</a:t>
              </a:r>
            </a:p>
          </p:txBody>
        </p:sp>
        <p:sp>
          <p:nvSpPr>
            <p:cNvPr id="63" name="Gráfico 61" descr="Acento Circunflexo para Cima com preenchimento sólido">
              <a:extLst>
                <a:ext uri="{FF2B5EF4-FFF2-40B4-BE49-F238E27FC236}">
                  <a16:creationId xmlns:a16="http://schemas.microsoft.com/office/drawing/2014/main" id="{7F7341E0-1121-AA0A-F13B-71E5D693BA60}"/>
                </a:ext>
              </a:extLst>
            </p:cNvPr>
            <p:cNvSpPr/>
            <p:nvPr/>
          </p:nvSpPr>
          <p:spPr>
            <a:xfrm rot="10800000">
              <a:off x="7098629" y="5649710"/>
              <a:ext cx="93519" cy="60057"/>
            </a:xfrm>
            <a:custGeom>
              <a:avLst/>
              <a:gdLst>
                <a:gd name="connsiteX0" fmla="*/ 7021 w 93519"/>
                <a:gd name="connsiteY0" fmla="*/ 60058 h 60057"/>
                <a:gd name="connsiteX1" fmla="*/ 0 w 93519"/>
                <a:gd name="connsiteY1" fmla="*/ 52214 h 60057"/>
                <a:gd name="connsiteX2" fmla="*/ 46765 w 93519"/>
                <a:gd name="connsiteY2" fmla="*/ 0 h 60057"/>
                <a:gd name="connsiteX3" fmla="*/ 93520 w 93519"/>
                <a:gd name="connsiteY3" fmla="*/ 52214 h 60057"/>
                <a:gd name="connsiteX4" fmla="*/ 86499 w 93519"/>
                <a:gd name="connsiteY4" fmla="*/ 60056 h 60057"/>
                <a:gd name="connsiteX5" fmla="*/ 46765 w 93519"/>
                <a:gd name="connsiteY5" fmla="*/ 15681 h 60057"/>
                <a:gd name="connsiteX6" fmla="*/ 7021 w 93519"/>
                <a:gd name="connsiteY6" fmla="*/ 60058 h 60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3519" h="60057">
                  <a:moveTo>
                    <a:pt x="7021" y="60058"/>
                  </a:moveTo>
                  <a:lnTo>
                    <a:pt x="0" y="52214"/>
                  </a:lnTo>
                  <a:lnTo>
                    <a:pt x="46765" y="0"/>
                  </a:lnTo>
                  <a:lnTo>
                    <a:pt x="93520" y="52214"/>
                  </a:lnTo>
                  <a:lnTo>
                    <a:pt x="86499" y="60056"/>
                  </a:lnTo>
                  <a:lnTo>
                    <a:pt x="46765" y="15681"/>
                  </a:lnTo>
                  <a:lnTo>
                    <a:pt x="7021" y="60058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5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2" name="Gráfico 1" descr="Papel com preenchimento sólido">
            <a:extLst>
              <a:ext uri="{FF2B5EF4-FFF2-40B4-BE49-F238E27FC236}">
                <a16:creationId xmlns:a16="http://schemas.microsoft.com/office/drawing/2014/main" id="{319CF62D-BCDB-C74C-AD8E-E20D5675BE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3160" y="5563761"/>
            <a:ext cx="198864" cy="198864"/>
          </a:xfrm>
          <a:prstGeom prst="rect">
            <a:avLst/>
          </a:prstGeom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57373CB-9DA2-C8D6-AE8A-45C09CB2CE0B}"/>
              </a:ext>
            </a:extLst>
          </p:cNvPr>
          <p:cNvSpPr/>
          <p:nvPr/>
        </p:nvSpPr>
        <p:spPr>
          <a:xfrm>
            <a:off x="508942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B07EA4F-2718-B4B5-25FF-ACFFAE18FB4D}"/>
              </a:ext>
            </a:extLst>
          </p:cNvPr>
          <p:cNvSpPr/>
          <p:nvPr/>
        </p:nvSpPr>
        <p:spPr>
          <a:xfrm>
            <a:off x="5065714" y="728664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5F75EC3-9BE0-3662-A0DD-1AB069E71D45}"/>
              </a:ext>
            </a:extLst>
          </p:cNvPr>
          <p:cNvSpPr txBox="1"/>
          <p:nvPr/>
        </p:nvSpPr>
        <p:spPr>
          <a:xfrm>
            <a:off x="5139246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Backup</a:t>
            </a:r>
          </a:p>
        </p:txBody>
      </p:sp>
      <p:pic>
        <p:nvPicPr>
          <p:cNvPr id="7" name="Gráfico 6" descr="Casinha de cachorro estrutura de tópicos">
            <a:extLst>
              <a:ext uri="{FF2B5EF4-FFF2-40B4-BE49-F238E27FC236}">
                <a16:creationId xmlns:a16="http://schemas.microsoft.com/office/drawing/2014/main" id="{6EE16A10-5C29-0E50-F4F2-DC4F833B3E1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14" name="Gráfico 13" descr="Aviso estrutura de tópicos">
            <a:extLst>
              <a:ext uri="{FF2B5EF4-FFF2-40B4-BE49-F238E27FC236}">
                <a16:creationId xmlns:a16="http://schemas.microsoft.com/office/drawing/2014/main" id="{8C8392C9-079F-F9A6-674E-5195E5F1EE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2887A354-4AF0-2C2E-7FB2-C992EE6E1F36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19" name="Gráfico 18" descr="Área de Transferência estrutura de tópicos">
            <a:extLst>
              <a:ext uri="{FF2B5EF4-FFF2-40B4-BE49-F238E27FC236}">
                <a16:creationId xmlns:a16="http://schemas.microsoft.com/office/drawing/2014/main" id="{EB6CADC0-7B01-13AA-34A8-9D92151B670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414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F7EE3-41F5-8FCC-BFFC-33034446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91DBFE8-2050-D834-2F7C-36D1D5214A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117A024-BBDB-B824-B863-851E627F2BCF}"/>
              </a:ext>
            </a:extLst>
          </p:cNvPr>
          <p:cNvGrpSpPr/>
          <p:nvPr/>
        </p:nvGrpSpPr>
        <p:grpSpPr>
          <a:xfrm>
            <a:off x="2425801" y="674131"/>
            <a:ext cx="9677197" cy="6093364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BEC06F71-D1B5-8134-E204-FD5C404137F5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0A9C08F2-FA60-AE74-BECB-42D098373DBE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65E42C1A-DB3B-26F4-E7F2-49652656761A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C278280-B80B-E5E3-E716-38B173BF3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F2F5DCA-DE8D-12BD-D8A1-67C0D277E966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8598602-205D-0FB6-447D-BA14F292157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635FFEA-2343-4402-B8BC-8D22CB0D396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64365985-9727-D642-6C73-7987E2993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F7FA38B-D875-E124-40B8-B89B7A8BBF74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2A798A8-D616-CC82-7C90-D166DC207B93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119EA18-7062-ED62-8AF5-DC69021D203D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6E5FABC-F1F5-F48B-CBBD-0FFDDB8944DB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1E46679-69D4-707A-AB1C-1870275CAADD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FA2037B-24F2-22DA-705A-89B23EC57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89EA8B3-E0DF-3DA4-34E0-082676E0DA3E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645DAFF-E025-5B88-BAE4-F6F7792FE838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0F9CD047-5B91-83B1-1D44-2BA2B55EC43A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61272887-5A92-FB6B-C9FB-636C5C7123A8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tângulo 5">
            <a:extLst>
              <a:ext uri="{FF2B5EF4-FFF2-40B4-BE49-F238E27FC236}">
                <a16:creationId xmlns:a16="http://schemas.microsoft.com/office/drawing/2014/main" id="{D759FDFB-5A92-2406-3F4A-FDFFB08DBC1D}"/>
              </a:ext>
            </a:extLst>
          </p:cNvPr>
          <p:cNvSpPr/>
          <p:nvPr/>
        </p:nvSpPr>
        <p:spPr>
          <a:xfrm>
            <a:off x="0" y="213041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676B35C-04E0-928C-2B74-4D895353012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813EDD63-20D6-5442-F92F-D315039434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48368F2D-B4D9-8691-9089-A35F0D4AC348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0D9810B-D348-EA6A-6454-BCCE36C9E866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FD2435B-B2DB-3C91-DA65-3AAB6FE7659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7D42004-7ACE-417F-E08D-4B873BD56C41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43C46BC5-5627-0F75-65B0-91A9CDB4A6AD}"/>
              </a:ext>
            </a:extLst>
          </p:cNvPr>
          <p:cNvSpPr/>
          <p:nvPr/>
        </p:nvSpPr>
        <p:spPr>
          <a:xfrm>
            <a:off x="46991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Nome...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72D4C645-3F01-17E6-37BA-719EE9C599C7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E96681D3-6D2E-31CC-8FE2-B903AB1FC948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9A1769AE-9149-ABCC-3AF4-A656CD86A6F3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animal...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84185C23-E61E-F6A6-1DA8-ACAB3C017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321458"/>
              </p:ext>
            </p:extLst>
          </p:nvPr>
        </p:nvGraphicFramePr>
        <p:xfrm>
          <a:off x="2581275" y="3655397"/>
          <a:ext cx="9382126" cy="2919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660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923504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395471">
                  <a:extLst>
                    <a:ext uri="{9D8B030D-6E8A-4147-A177-3AD203B41FA5}">
                      <a16:colId xmlns:a16="http://schemas.microsoft.com/office/drawing/2014/main" val="1012428111"/>
                    </a:ext>
                  </a:extLst>
                </a:gridCol>
                <a:gridCol w="1648496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054995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 do 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Ativo?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037833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480266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Gato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Sim</a:t>
                      </a:r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1439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Gato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41446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84906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2615AE8-E614-3ADE-A1E0-6B4B95A589C2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8C195C7-C083-7AE7-378C-FB35C31F2521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D716397-29A8-2D7D-4A52-A9D121439232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83472BF-1302-1427-80C0-A7592BE7B9DB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E2D09F3C-E4BA-E17D-001F-00ACB8001BD6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5F84AC17-990D-98B9-51D6-E51E8307E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52D49D6-25FC-6E36-12FE-9BE9225459C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51" name="Triângulo isósceles 50">
            <a:extLst>
              <a:ext uri="{FF2B5EF4-FFF2-40B4-BE49-F238E27FC236}">
                <a16:creationId xmlns:a16="http://schemas.microsoft.com/office/drawing/2014/main" id="{3B1AED4E-C45A-DD2A-9B98-C27CBAFF3AC3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 descr="Casinha de cachorro estrutura de tópicos">
            <a:extLst>
              <a:ext uri="{FF2B5EF4-FFF2-40B4-BE49-F238E27FC236}">
                <a16:creationId xmlns:a16="http://schemas.microsoft.com/office/drawing/2014/main" id="{8D7EBDB0-0E77-EC90-F694-9852F38003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16" name="Gráfico 15" descr="Aviso estrutura de tópicos">
            <a:extLst>
              <a:ext uri="{FF2B5EF4-FFF2-40B4-BE49-F238E27FC236}">
                <a16:creationId xmlns:a16="http://schemas.microsoft.com/office/drawing/2014/main" id="{87EC3AED-CFF9-8318-1517-229B0AE32D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EBCD2DD0-7BBA-230C-0F16-9467075D2D46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19" name="Gráfico 18" descr="Área de Transferência estrutura de tópicos">
            <a:extLst>
              <a:ext uri="{FF2B5EF4-FFF2-40B4-BE49-F238E27FC236}">
                <a16:creationId xmlns:a16="http://schemas.microsoft.com/office/drawing/2014/main" id="{C4C5A86F-84C7-772F-15E3-F3E5B0F93BC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877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29A3-E7E0-FF47-2FA0-657F0F3CB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5EC19C3-2CAB-E44A-D214-2AC0AC3EBE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E5654C7-6043-A8A9-582D-74C79439F8E4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235D1EDB-3585-6F08-EDC0-A5B8093C1CD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D85C500A-BB5C-1AFD-641A-ADC96A754CF4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E390AD63-AC65-5186-EE3E-DA6C47178611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C6ED94D7-67EC-B8DF-86F9-48674E0D4B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DCB99F8-F37F-D7E7-A048-4B9E1D2297BB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A0866C8-AEA8-EA88-F0F8-2944314B1EC5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3E1AF1D-A4D1-3085-F9E5-500BBF35B07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B2918F48-1DC6-56AC-5E9E-A8640C76A1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67F055B-41D9-7BDB-A351-202E6226750B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095E25D-3790-422C-39EA-18EF3E00E74E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4DF4F042-DB23-1E68-530A-A514E43656AD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6C94B775-327C-0779-C8BF-47AEAAE0C54E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5D3360E-F0E8-4702-32A9-DE7B4B8E8803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DDD6FE1A-2344-1193-C819-E7E22651A1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F3428C68-6E45-DDA5-F0C1-FB359EC7684D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F017DE8-C5B0-9B7F-4946-CA45F5DF772B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23EA280-03DE-2C02-7449-1723EB77E6E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A20A900F-2238-15A4-7C50-CFB4A3B1265A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B295A53-57EF-8043-A34B-61E12F8F06F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3B6755CC-3B5B-8F29-875B-23094663D8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5436C737-E2D4-F5E9-F162-55523A4BAFE6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8871A44-CFFA-6FF5-89CE-552E432432D4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8BE2CDB-A7EF-6023-6119-347C3F6DA9AB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2994ABC-8D6A-57D3-781E-4EAA662D992E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0017CE88-FD00-A46F-19DB-8F5C54E34661}"/>
              </a:ext>
            </a:extLst>
          </p:cNvPr>
          <p:cNvSpPr/>
          <p:nvPr/>
        </p:nvSpPr>
        <p:spPr>
          <a:xfrm>
            <a:off x="46991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Nome...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C462A729-CE67-FD83-E90E-3FD8DFA9A6E8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6735F5E-70ED-B18A-544D-D3A5F86795A3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FDC606E-74C6-106B-7DEB-71289D2627AF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animal...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DFDD05E2-2490-ABE5-C2B3-46086D413D5F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A53994DB-5204-8AA7-D557-0430BCDC7C79}"/>
              </a:ext>
            </a:extLst>
          </p:cNvPr>
          <p:cNvSpPr/>
          <p:nvPr/>
        </p:nvSpPr>
        <p:spPr>
          <a:xfrm>
            <a:off x="2581274" y="41920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0" name="Triângulo isósceles 79">
            <a:extLst>
              <a:ext uri="{FF2B5EF4-FFF2-40B4-BE49-F238E27FC236}">
                <a16:creationId xmlns:a16="http://schemas.microsoft.com/office/drawing/2014/main" id="{6A4840FF-AF6C-07B4-E53F-A688AF5DC1AC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Triângulo isósceles 80">
            <a:extLst>
              <a:ext uri="{FF2B5EF4-FFF2-40B4-BE49-F238E27FC236}">
                <a16:creationId xmlns:a16="http://schemas.microsoft.com/office/drawing/2014/main" id="{AA5A2D46-D4F3-0034-560E-5C23E01EAD0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BE7D3FE3-D129-37BD-35B2-AD0CD65CBCA9}"/>
              </a:ext>
            </a:extLst>
          </p:cNvPr>
          <p:cNvSpPr/>
          <p:nvPr/>
        </p:nvSpPr>
        <p:spPr>
          <a:xfrm>
            <a:off x="12130336" y="1393350"/>
            <a:ext cx="45719" cy="10938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18EE75FD-DCD6-A3D1-FF96-5FF67F80639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64343" y="43410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68C82D1C-2AD9-AF90-CBF3-88260A5A38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36001" y="4341024"/>
            <a:ext cx="198827" cy="198827"/>
          </a:xfrm>
          <a:prstGeom prst="rect">
            <a:avLst/>
          </a:prstGeom>
        </p:spPr>
      </p:pic>
      <p:sp>
        <p:nvSpPr>
          <p:cNvPr id="88" name="CaixaDeTexto 87">
            <a:extLst>
              <a:ext uri="{FF2B5EF4-FFF2-40B4-BE49-F238E27FC236}">
                <a16:creationId xmlns:a16="http://schemas.microsoft.com/office/drawing/2014/main" id="{4D5E5A81-A105-54E9-64FF-D64E0F7FC924}"/>
              </a:ext>
            </a:extLst>
          </p:cNvPr>
          <p:cNvSpPr txBox="1"/>
          <p:nvPr/>
        </p:nvSpPr>
        <p:spPr>
          <a:xfrm>
            <a:off x="2581274" y="4646140"/>
            <a:ext cx="1466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28E1CC57-BEBB-ECD0-5F91-53E2AA94598A}"/>
              </a:ext>
            </a:extLst>
          </p:cNvPr>
          <p:cNvSpPr/>
          <p:nvPr/>
        </p:nvSpPr>
        <p:spPr>
          <a:xfrm>
            <a:off x="2645564" y="4934745"/>
            <a:ext cx="126151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E909FE13-D5A9-2AEE-5B82-7B88E98964B2}"/>
              </a:ext>
            </a:extLst>
          </p:cNvPr>
          <p:cNvSpPr txBox="1"/>
          <p:nvPr/>
        </p:nvSpPr>
        <p:spPr>
          <a:xfrm>
            <a:off x="394121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 do Animal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7C4FA242-86DA-3AD9-AF7C-40130A63F4BC}"/>
              </a:ext>
            </a:extLst>
          </p:cNvPr>
          <p:cNvSpPr/>
          <p:nvPr/>
        </p:nvSpPr>
        <p:spPr>
          <a:xfrm>
            <a:off x="4004740" y="4937940"/>
            <a:ext cx="283517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1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9CEA8D3D-FEA1-1437-7158-31524BD115FC}"/>
              </a:ext>
            </a:extLst>
          </p:cNvPr>
          <p:cNvSpPr txBox="1"/>
          <p:nvPr/>
        </p:nvSpPr>
        <p:spPr>
          <a:xfrm>
            <a:off x="2572773" y="535686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nascimento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67BC05E5-D5A5-B45B-0178-0F0804D0C454}"/>
              </a:ext>
            </a:extLst>
          </p:cNvPr>
          <p:cNvSpPr/>
          <p:nvPr/>
        </p:nvSpPr>
        <p:spPr>
          <a:xfrm>
            <a:off x="2643361" y="567377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12/03/2024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935C4EEE-ED9E-5C65-184D-AD5CECBFF89D}"/>
              </a:ext>
            </a:extLst>
          </p:cNvPr>
          <p:cNvSpPr txBox="1"/>
          <p:nvPr/>
        </p:nvSpPr>
        <p:spPr>
          <a:xfrm>
            <a:off x="5735310" y="536599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Sexo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25838233-BC67-1C0A-A0F5-70FAE958F015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69697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A8277814-2D66-4F86-34D1-D492C0E69A48}"/>
              </a:ext>
            </a:extLst>
          </p:cNvPr>
          <p:cNvSpPr txBox="1"/>
          <p:nvPr/>
        </p:nvSpPr>
        <p:spPr>
          <a:xfrm>
            <a:off x="2588066" y="4218542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ANIMAL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3D80803-5660-9F13-2E8A-95C04B20807B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9D84F9E-55AF-1D1D-4777-983B14083EB1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E9E237-0AC9-7983-0D0E-5DB3BCBFAF8C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Filtrar registros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B754528-1C89-543A-028A-290CE11AFAB9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DC0D461-20BD-05B7-1A93-1DE2787AA25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6F708056-39F9-BBFB-9DD3-D58BF198E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E96D2A1-FE6C-6124-FBCC-9EC36D75C290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B0364CB-C9A3-5042-5B76-1DEA477E3566}"/>
              </a:ext>
            </a:extLst>
          </p:cNvPr>
          <p:cNvSpPr txBox="1"/>
          <p:nvPr/>
        </p:nvSpPr>
        <p:spPr>
          <a:xfrm>
            <a:off x="928657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Ativo?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D0A008B-0654-930D-52A0-3882DAE899AF}"/>
              </a:ext>
            </a:extLst>
          </p:cNvPr>
          <p:cNvSpPr/>
          <p:nvPr/>
        </p:nvSpPr>
        <p:spPr>
          <a:xfrm>
            <a:off x="9332544" y="49758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D21B48CF-EBC8-685A-FA06-86701BCC44ED}"/>
              </a:ext>
            </a:extLst>
          </p:cNvPr>
          <p:cNvSpPr/>
          <p:nvPr/>
        </p:nvSpPr>
        <p:spPr>
          <a:xfrm>
            <a:off x="10121060" y="4969870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251137C-AE68-C68B-AFDE-57FFA15F5F20}"/>
              </a:ext>
            </a:extLst>
          </p:cNvPr>
          <p:cNvSpPr txBox="1"/>
          <p:nvPr/>
        </p:nvSpPr>
        <p:spPr>
          <a:xfrm>
            <a:off x="9509123" y="4936048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Sim</a:t>
            </a:r>
            <a:endParaRPr lang="pt-BR" sz="14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8EE75D0-ECE9-CFDC-62B6-3BFB5AA31E28}"/>
              </a:ext>
            </a:extLst>
          </p:cNvPr>
          <p:cNvSpPr txBox="1"/>
          <p:nvPr/>
        </p:nvSpPr>
        <p:spPr>
          <a:xfrm>
            <a:off x="10297545" y="4939350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Não</a:t>
            </a:r>
            <a:endParaRPr lang="pt-BR" sz="1400" dirty="0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2C73F926-A680-2087-4D72-4AA275EC2C13}"/>
              </a:ext>
            </a:extLst>
          </p:cNvPr>
          <p:cNvSpPr/>
          <p:nvPr/>
        </p:nvSpPr>
        <p:spPr>
          <a:xfrm>
            <a:off x="9393304" y="5040040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D0468832-A918-9538-D891-287798E2C9A2}"/>
              </a:ext>
            </a:extLst>
          </p:cNvPr>
          <p:cNvSpPr txBox="1"/>
          <p:nvPr/>
        </p:nvSpPr>
        <p:spPr>
          <a:xfrm>
            <a:off x="10892973" y="43119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2A6B004-2D88-DA91-78A8-59612AFDF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287941"/>
              </p:ext>
            </p:extLst>
          </p:nvPr>
        </p:nvGraphicFramePr>
        <p:xfrm>
          <a:off x="2573337" y="3654348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660">
                  <a:extLst>
                    <a:ext uri="{9D8B030D-6E8A-4147-A177-3AD203B41FA5}">
                      <a16:colId xmlns:a16="http://schemas.microsoft.com/office/drawing/2014/main" val="1831687186"/>
                    </a:ext>
                  </a:extLst>
                </a:gridCol>
                <a:gridCol w="2923504">
                  <a:extLst>
                    <a:ext uri="{9D8B030D-6E8A-4147-A177-3AD203B41FA5}">
                      <a16:colId xmlns:a16="http://schemas.microsoft.com/office/drawing/2014/main" val="1793701378"/>
                    </a:ext>
                  </a:extLst>
                </a:gridCol>
                <a:gridCol w="2395471">
                  <a:extLst>
                    <a:ext uri="{9D8B030D-6E8A-4147-A177-3AD203B41FA5}">
                      <a16:colId xmlns:a16="http://schemas.microsoft.com/office/drawing/2014/main" val="2995401260"/>
                    </a:ext>
                  </a:extLst>
                </a:gridCol>
                <a:gridCol w="1648496">
                  <a:extLst>
                    <a:ext uri="{9D8B030D-6E8A-4147-A177-3AD203B41FA5}">
                      <a16:colId xmlns:a16="http://schemas.microsoft.com/office/drawing/2014/main" val="1092187167"/>
                    </a:ext>
                  </a:extLst>
                </a:gridCol>
                <a:gridCol w="1054995">
                  <a:extLst>
                    <a:ext uri="{9D8B030D-6E8A-4147-A177-3AD203B41FA5}">
                      <a16:colId xmlns:a16="http://schemas.microsoft.com/office/drawing/2014/main" val="2839282128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 do 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Ativo?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369030"/>
                  </a:ext>
                </a:extLst>
              </a:tr>
            </a:tbl>
          </a:graphicData>
        </a:graphic>
      </p:graphicFrame>
      <p:sp>
        <p:nvSpPr>
          <p:cNvPr id="51" name="Triângulo isósceles 50">
            <a:extLst>
              <a:ext uri="{FF2B5EF4-FFF2-40B4-BE49-F238E27FC236}">
                <a16:creationId xmlns:a16="http://schemas.microsoft.com/office/drawing/2014/main" id="{A4D5C7A0-D0B6-BCF2-8B14-A727C23B78EB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F42192E-0208-7B89-A6F4-80CEC2955E27}"/>
              </a:ext>
            </a:extLst>
          </p:cNvPr>
          <p:cNvSpPr/>
          <p:nvPr/>
        </p:nvSpPr>
        <p:spPr>
          <a:xfrm>
            <a:off x="5825568" y="5737587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F41A841-444D-29C9-BFBB-2884266B1345}"/>
              </a:ext>
            </a:extLst>
          </p:cNvPr>
          <p:cNvSpPr/>
          <p:nvPr/>
        </p:nvSpPr>
        <p:spPr>
          <a:xfrm>
            <a:off x="6785536" y="5753442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E9EBA8F-748E-3525-722C-A51528F7DE73}"/>
              </a:ext>
            </a:extLst>
          </p:cNvPr>
          <p:cNvSpPr txBox="1"/>
          <p:nvPr/>
        </p:nvSpPr>
        <p:spPr>
          <a:xfrm>
            <a:off x="6002147" y="5719620"/>
            <a:ext cx="7276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Macho</a:t>
            </a:r>
            <a:endParaRPr lang="pt-BR" sz="1400" dirty="0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78E510A-A69E-F431-8781-8B15FCED3102}"/>
              </a:ext>
            </a:extLst>
          </p:cNvPr>
          <p:cNvSpPr txBox="1"/>
          <p:nvPr/>
        </p:nvSpPr>
        <p:spPr>
          <a:xfrm>
            <a:off x="6962021" y="5722922"/>
            <a:ext cx="751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Fêmea</a:t>
            </a:r>
            <a:endParaRPr lang="pt-BR" sz="1400" dirty="0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3F1F241C-2CC1-034F-CBEE-2F19A9C05647}"/>
              </a:ext>
            </a:extLst>
          </p:cNvPr>
          <p:cNvSpPr/>
          <p:nvPr/>
        </p:nvSpPr>
        <p:spPr>
          <a:xfrm>
            <a:off x="5886328" y="5798212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991A041-5E8E-7667-5299-6E414D574E87}"/>
              </a:ext>
            </a:extLst>
          </p:cNvPr>
          <p:cNvSpPr txBox="1"/>
          <p:nvPr/>
        </p:nvSpPr>
        <p:spPr>
          <a:xfrm>
            <a:off x="6865390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88D5E70-0D9C-EA43-3F95-3224DC34BF38}"/>
              </a:ext>
            </a:extLst>
          </p:cNvPr>
          <p:cNvSpPr/>
          <p:nvPr/>
        </p:nvSpPr>
        <p:spPr>
          <a:xfrm>
            <a:off x="6928916" y="4937940"/>
            <a:ext cx="227820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Espécie 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D571518F-7D3B-2B81-DB57-C763AD02254D}"/>
              </a:ext>
            </a:extLst>
          </p:cNvPr>
          <p:cNvSpPr/>
          <p:nvPr/>
        </p:nvSpPr>
        <p:spPr>
          <a:xfrm>
            <a:off x="0" y="213041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" name="Gráfico 39" descr="Casinha de cachorro estrutura de tópicos">
            <a:extLst>
              <a:ext uri="{FF2B5EF4-FFF2-40B4-BE49-F238E27FC236}">
                <a16:creationId xmlns:a16="http://schemas.microsoft.com/office/drawing/2014/main" id="{A3173459-BDC1-1056-20F4-72669C5896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41" name="Gráfico 40" descr="Aviso estrutura de tópicos">
            <a:extLst>
              <a:ext uri="{FF2B5EF4-FFF2-40B4-BE49-F238E27FC236}">
                <a16:creationId xmlns:a16="http://schemas.microsoft.com/office/drawing/2014/main" id="{ADA3EA4F-D0B4-56E6-DEF3-7E19941572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89F42969-AC02-8875-2DCB-B74F863151D2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45" name="Gráfico 44" descr="Área de Transferência estrutura de tópicos">
            <a:extLst>
              <a:ext uri="{FF2B5EF4-FFF2-40B4-BE49-F238E27FC236}">
                <a16:creationId xmlns:a16="http://schemas.microsoft.com/office/drawing/2014/main" id="{0837B72F-CD7B-53F0-A374-9EC5754A094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  <p:sp>
        <p:nvSpPr>
          <p:cNvPr id="73" name="CaixaDeTexto 72">
            <a:extLst>
              <a:ext uri="{FF2B5EF4-FFF2-40B4-BE49-F238E27FC236}">
                <a16:creationId xmlns:a16="http://schemas.microsoft.com/office/drawing/2014/main" id="{44A5B51F-A28F-23D3-4F8B-C0AF8666EFD3}"/>
              </a:ext>
            </a:extLst>
          </p:cNvPr>
          <p:cNvSpPr txBox="1"/>
          <p:nvPr/>
        </p:nvSpPr>
        <p:spPr>
          <a:xfrm>
            <a:off x="2572773" y="612552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 associado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DCF5C529-ECDA-F3FE-B212-697BD298AF2E}"/>
              </a:ext>
            </a:extLst>
          </p:cNvPr>
          <p:cNvSpPr/>
          <p:nvPr/>
        </p:nvSpPr>
        <p:spPr>
          <a:xfrm>
            <a:off x="2643361" y="644243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7BAA5364-CBAD-C3C8-A068-F2BF4C52A0DC}"/>
              </a:ext>
            </a:extLst>
          </p:cNvPr>
          <p:cNvSpPr/>
          <p:nvPr/>
        </p:nvSpPr>
        <p:spPr>
          <a:xfrm>
            <a:off x="5711525" y="6443712"/>
            <a:ext cx="155287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TUTOR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0461F28A-8D89-E280-0738-61EEA970F18C}"/>
              </a:ext>
            </a:extLst>
          </p:cNvPr>
          <p:cNvSpPr/>
          <p:nvPr/>
        </p:nvSpPr>
        <p:spPr>
          <a:xfrm>
            <a:off x="7370438" y="6435767"/>
            <a:ext cx="2057356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ENTREVISTA</a:t>
            </a:r>
          </a:p>
        </p:txBody>
      </p:sp>
    </p:spTree>
    <p:extLst>
      <p:ext uri="{BB962C8B-B14F-4D97-AF65-F5344CB8AC3E}">
        <p14:creationId xmlns:p14="http://schemas.microsoft.com/office/powerpoint/2010/main" val="2828636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AA037-91B2-BBB9-7626-7B061761D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2520489-0C0D-BA69-FCA5-CCBA5FEB0A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2D9D3D7-F371-724F-4A20-08802491F416}"/>
              </a:ext>
            </a:extLst>
          </p:cNvPr>
          <p:cNvGrpSpPr/>
          <p:nvPr/>
        </p:nvGrpSpPr>
        <p:grpSpPr>
          <a:xfrm>
            <a:off x="2425801" y="674130"/>
            <a:ext cx="9677197" cy="6488663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F3DD3C8B-3E04-C876-88E3-C46F11A4D8C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B2907E42-A8A3-F7C5-9EC1-BED517C67682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93EA143E-13AF-1C13-66B7-F586BB529C12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C0B94AE4-B25E-D1DA-3005-74E3148B1C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766886E-1E90-4BFA-9D86-17B33748AA75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53778CF-1824-4198-06F5-279C6C8755B6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C3CBF6CD-7C2B-77E4-F676-5F779D14038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979F21B-EA0A-2F08-3240-652EEF9972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0003FED-4886-F701-9096-CD81AD77C0F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5B4A329-B0DF-3840-6136-CED94BEEB77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0935F5E-F28F-5408-70CA-AEED99DDB9D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03F96DCE-B77B-1F27-F290-A8F4ED4C4082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6CF7319-A132-4B3E-D8A8-0E2AA15DFEFB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DC28AA56-3E77-1D2E-AB8B-DCAB7B3A58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83BDFDF0-AE95-BF7A-7AF5-910C46A1B2A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A53376D-6457-F58D-8E86-B9B719C6626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A9C12076-5E8C-808E-3F97-C673AA7F78C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DDE25F48-A3A7-0A50-16D7-746262F41CC1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5252DF7-2341-F721-ABAD-5AD6E61AB97A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ACA80E7F-D1C8-F503-C53B-634F5CEFF0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C82961B-BE07-5B12-01CF-A28931FE2CB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1AB523B-1652-125E-42EF-396209BB08DD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596AA24-3309-1A83-B89A-3D8D2EBEEEBA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81B1F31-DAA6-EA3D-B84D-4342D29B6199}"/>
              </a:ext>
            </a:extLst>
          </p:cNvPr>
          <p:cNvSpPr/>
          <p:nvPr/>
        </p:nvSpPr>
        <p:spPr>
          <a:xfrm>
            <a:off x="2581275" y="1417077"/>
            <a:ext cx="9382125" cy="6167615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B9E5806-D9BD-ADF0-A935-CDA253A0893B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92813B56-6E27-1C2E-719B-17E30776AF0C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2660DEB4-74F1-EAE4-DDE7-C4F8BE934745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4D60517E-19DC-4F97-B8B9-94EF477B3ED0}"/>
              </a:ext>
            </a:extLst>
          </p:cNvPr>
          <p:cNvSpPr/>
          <p:nvPr/>
        </p:nvSpPr>
        <p:spPr>
          <a:xfrm>
            <a:off x="12131210" y="2527157"/>
            <a:ext cx="45719" cy="10938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FBB16648-54FF-EDC9-5EFC-954E83D6BD0B}"/>
              </a:ext>
            </a:extLst>
          </p:cNvPr>
          <p:cNvCxnSpPr>
            <a:cxnSpLocks/>
          </p:cNvCxnSpPr>
          <p:nvPr/>
        </p:nvCxnSpPr>
        <p:spPr>
          <a:xfrm>
            <a:off x="2643361" y="6253219"/>
            <a:ext cx="920879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49A5ED69-9BF9-0029-4335-17CD93A1615A}"/>
              </a:ext>
            </a:extLst>
          </p:cNvPr>
          <p:cNvSpPr txBox="1"/>
          <p:nvPr/>
        </p:nvSpPr>
        <p:spPr>
          <a:xfrm>
            <a:off x="2588066" y="5950961"/>
            <a:ext cx="3298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VETERINÁRIO E EXAMES DO ANIMAL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1003BD03-7345-AC9B-4D83-EDAB866A22CA}"/>
              </a:ext>
            </a:extLst>
          </p:cNvPr>
          <p:cNvSpPr/>
          <p:nvPr/>
        </p:nvSpPr>
        <p:spPr>
          <a:xfrm>
            <a:off x="2652448" y="6405222"/>
            <a:ext cx="3443552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VISITAS DO VETERINÁRIO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78EB7E95-979C-7602-43A8-6BAB7BC41A7A}"/>
              </a:ext>
            </a:extLst>
          </p:cNvPr>
          <p:cNvSpPr/>
          <p:nvPr/>
        </p:nvSpPr>
        <p:spPr>
          <a:xfrm>
            <a:off x="2652448" y="6877347"/>
            <a:ext cx="3443552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RESULTADOS DOS EXAMES</a:t>
            </a:r>
          </a:p>
        </p:txBody>
      </p:sp>
      <p:cxnSp>
        <p:nvCxnSpPr>
          <p:cNvPr id="105" name="Conector reto 104">
            <a:extLst>
              <a:ext uri="{FF2B5EF4-FFF2-40B4-BE49-F238E27FC236}">
                <a16:creationId xmlns:a16="http://schemas.microsoft.com/office/drawing/2014/main" id="{001DB97F-5FE7-5ADD-9042-83DD525B478D}"/>
              </a:ext>
            </a:extLst>
          </p:cNvPr>
          <p:cNvCxnSpPr>
            <a:cxnSpLocks/>
          </p:cNvCxnSpPr>
          <p:nvPr/>
        </p:nvCxnSpPr>
        <p:spPr>
          <a:xfrm>
            <a:off x="2643361" y="7545934"/>
            <a:ext cx="920879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D077703B-DBF4-B08D-202B-82C66528EC93}"/>
              </a:ext>
            </a:extLst>
          </p:cNvPr>
          <p:cNvSpPr txBox="1"/>
          <p:nvPr/>
        </p:nvSpPr>
        <p:spPr>
          <a:xfrm>
            <a:off x="2588066" y="7243676"/>
            <a:ext cx="30082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RASTREIO POR GPS DO ANIMAL</a:t>
            </a:r>
          </a:p>
        </p:txBody>
      </p:sp>
      <p:sp>
        <p:nvSpPr>
          <p:cNvPr id="107" name="Retângulo: Cantos Arredondados 106">
            <a:extLst>
              <a:ext uri="{FF2B5EF4-FFF2-40B4-BE49-F238E27FC236}">
                <a16:creationId xmlns:a16="http://schemas.microsoft.com/office/drawing/2014/main" id="{5A902B3B-92CA-79E6-A3C3-18FA5E1A91DF}"/>
              </a:ext>
            </a:extLst>
          </p:cNvPr>
          <p:cNvSpPr/>
          <p:nvPr/>
        </p:nvSpPr>
        <p:spPr>
          <a:xfrm>
            <a:off x="2652447" y="7639517"/>
            <a:ext cx="3782279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REGISTROS DE GPS</a:t>
            </a:r>
          </a:p>
        </p:txBody>
      </p:sp>
      <p:pic>
        <p:nvPicPr>
          <p:cNvPr id="6" name="Gráfico 5" descr="Lápis com preenchimento sólido">
            <a:extLst>
              <a:ext uri="{FF2B5EF4-FFF2-40B4-BE49-F238E27FC236}">
                <a16:creationId xmlns:a16="http://schemas.microsoft.com/office/drawing/2014/main" id="{70A12C83-C20B-A92C-B259-6159C4DEB9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4343" y="1585123"/>
            <a:ext cx="198827" cy="198827"/>
          </a:xfrm>
          <a:prstGeom prst="rect">
            <a:avLst/>
          </a:prstGeom>
        </p:spPr>
      </p:pic>
      <p:pic>
        <p:nvPicPr>
          <p:cNvPr id="7" name="Gráfico 6" descr="Lixo com preenchimento sólido">
            <a:extLst>
              <a:ext uri="{FF2B5EF4-FFF2-40B4-BE49-F238E27FC236}">
                <a16:creationId xmlns:a16="http://schemas.microsoft.com/office/drawing/2014/main" id="{9BE4937D-FE19-1BFA-91FD-93481B5AE3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36001" y="1585124"/>
            <a:ext cx="198827" cy="19882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842DA5-EDF2-02E4-F63E-A1E58F28F739}"/>
              </a:ext>
            </a:extLst>
          </p:cNvPr>
          <p:cNvSpPr txBox="1"/>
          <p:nvPr/>
        </p:nvSpPr>
        <p:spPr>
          <a:xfrm>
            <a:off x="2581274" y="1890240"/>
            <a:ext cx="1466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A6F80D0-6543-36B9-DB9E-AA9CE5A23537}"/>
              </a:ext>
            </a:extLst>
          </p:cNvPr>
          <p:cNvSpPr/>
          <p:nvPr/>
        </p:nvSpPr>
        <p:spPr>
          <a:xfrm>
            <a:off x="2645564" y="2178845"/>
            <a:ext cx="126151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07C06EF-4B96-34DB-091B-1AEE5D84966E}"/>
              </a:ext>
            </a:extLst>
          </p:cNvPr>
          <p:cNvSpPr txBox="1"/>
          <p:nvPr/>
        </p:nvSpPr>
        <p:spPr>
          <a:xfrm>
            <a:off x="3941215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 do Animal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313FE92C-69F0-9B23-9766-2F99815181AF}"/>
              </a:ext>
            </a:extLst>
          </p:cNvPr>
          <p:cNvSpPr/>
          <p:nvPr/>
        </p:nvSpPr>
        <p:spPr>
          <a:xfrm>
            <a:off x="4004740" y="2182040"/>
            <a:ext cx="283517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1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E6EBEEC-C7A8-3570-ECB1-8483D7DBFA85}"/>
              </a:ext>
            </a:extLst>
          </p:cNvPr>
          <p:cNvSpPr txBox="1"/>
          <p:nvPr/>
        </p:nvSpPr>
        <p:spPr>
          <a:xfrm>
            <a:off x="2572773" y="260096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nascimento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F79735BA-1882-0CCA-FC25-85DB8EBCA636}"/>
              </a:ext>
            </a:extLst>
          </p:cNvPr>
          <p:cNvSpPr/>
          <p:nvPr/>
        </p:nvSpPr>
        <p:spPr>
          <a:xfrm>
            <a:off x="2643361" y="291787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12/03/2024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C8D93F52-A091-D441-6FF0-51B95A87A09E}"/>
              </a:ext>
            </a:extLst>
          </p:cNvPr>
          <p:cNvSpPr txBox="1"/>
          <p:nvPr/>
        </p:nvSpPr>
        <p:spPr>
          <a:xfrm>
            <a:off x="5735310" y="261009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Sexo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7D30D33-A1A2-2F8F-B303-B217029EF0AB}"/>
              </a:ext>
            </a:extLst>
          </p:cNvPr>
          <p:cNvSpPr txBox="1"/>
          <p:nvPr/>
        </p:nvSpPr>
        <p:spPr>
          <a:xfrm>
            <a:off x="2572773" y="335692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 associado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FD5F157B-53CE-C8AF-716F-CCA01298E316}"/>
              </a:ext>
            </a:extLst>
          </p:cNvPr>
          <p:cNvSpPr/>
          <p:nvPr/>
        </p:nvSpPr>
        <p:spPr>
          <a:xfrm>
            <a:off x="2643361" y="367383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4B92B1E8-5F09-601C-160D-9B6E5CA6C3DA}"/>
              </a:ext>
            </a:extLst>
          </p:cNvPr>
          <p:cNvCxnSpPr>
            <a:cxnSpLocks/>
          </p:cNvCxnSpPr>
          <p:nvPr/>
        </p:nvCxnSpPr>
        <p:spPr>
          <a:xfrm>
            <a:off x="2643361" y="1764900"/>
            <a:ext cx="769697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08A862D-E9BD-04F6-925A-7D4BCDEA0987}"/>
              </a:ext>
            </a:extLst>
          </p:cNvPr>
          <p:cNvSpPr txBox="1"/>
          <p:nvPr/>
        </p:nvSpPr>
        <p:spPr>
          <a:xfrm>
            <a:off x="2588066" y="1462642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ANIMAL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655A4B0A-36B4-56C3-74C0-DA8719697C05}"/>
              </a:ext>
            </a:extLst>
          </p:cNvPr>
          <p:cNvSpPr txBox="1"/>
          <p:nvPr/>
        </p:nvSpPr>
        <p:spPr>
          <a:xfrm>
            <a:off x="9286575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Ativo?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11FADCAF-F7A3-78BE-848C-53A291258147}"/>
              </a:ext>
            </a:extLst>
          </p:cNvPr>
          <p:cNvSpPr/>
          <p:nvPr/>
        </p:nvSpPr>
        <p:spPr>
          <a:xfrm>
            <a:off x="5711525" y="3675112"/>
            <a:ext cx="155287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TUTOR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CFD326CC-91C7-6267-42B6-F4FC6F11387B}"/>
              </a:ext>
            </a:extLst>
          </p:cNvPr>
          <p:cNvSpPr/>
          <p:nvPr/>
        </p:nvSpPr>
        <p:spPr>
          <a:xfrm>
            <a:off x="9332544" y="22199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318018A-914F-A058-A568-03A2A0BD9295}"/>
              </a:ext>
            </a:extLst>
          </p:cNvPr>
          <p:cNvSpPr/>
          <p:nvPr/>
        </p:nvSpPr>
        <p:spPr>
          <a:xfrm>
            <a:off x="10121060" y="2213970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E071531-25AE-DB7C-3740-72A989CCCABA}"/>
              </a:ext>
            </a:extLst>
          </p:cNvPr>
          <p:cNvSpPr txBox="1"/>
          <p:nvPr/>
        </p:nvSpPr>
        <p:spPr>
          <a:xfrm>
            <a:off x="9509123" y="2180148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Sim</a:t>
            </a:r>
            <a:endParaRPr lang="pt-BR" sz="1400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A4AB7C14-A016-162C-8F53-1C4FFC2B3A75}"/>
              </a:ext>
            </a:extLst>
          </p:cNvPr>
          <p:cNvSpPr txBox="1"/>
          <p:nvPr/>
        </p:nvSpPr>
        <p:spPr>
          <a:xfrm>
            <a:off x="10297545" y="2183450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Não</a:t>
            </a:r>
            <a:endParaRPr lang="pt-BR" sz="1400" dirty="0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FBB51261-794A-8F7A-3364-36CBBFC8062E}"/>
              </a:ext>
            </a:extLst>
          </p:cNvPr>
          <p:cNvSpPr/>
          <p:nvPr/>
        </p:nvSpPr>
        <p:spPr>
          <a:xfrm>
            <a:off x="9393304" y="2284140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770377A-B651-BB3B-28AD-C755ED6DCEB5}"/>
              </a:ext>
            </a:extLst>
          </p:cNvPr>
          <p:cNvSpPr txBox="1"/>
          <p:nvPr/>
        </p:nvSpPr>
        <p:spPr>
          <a:xfrm>
            <a:off x="10892973" y="15560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EE648AC6-BBFF-EC73-AE00-3BD3484F339E}"/>
              </a:ext>
            </a:extLst>
          </p:cNvPr>
          <p:cNvSpPr/>
          <p:nvPr/>
        </p:nvSpPr>
        <p:spPr>
          <a:xfrm>
            <a:off x="7370438" y="3667167"/>
            <a:ext cx="2057356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ENTREVISTA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69246DE3-9843-73D6-95D5-047D067B54EF}"/>
              </a:ext>
            </a:extLst>
          </p:cNvPr>
          <p:cNvSpPr/>
          <p:nvPr/>
        </p:nvSpPr>
        <p:spPr>
          <a:xfrm>
            <a:off x="5825568" y="2981687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199FADDA-9117-DC4E-3799-9BE18333140C}"/>
              </a:ext>
            </a:extLst>
          </p:cNvPr>
          <p:cNvSpPr/>
          <p:nvPr/>
        </p:nvSpPr>
        <p:spPr>
          <a:xfrm>
            <a:off x="6785536" y="2997542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A2D1312-D370-AA85-2C43-F498341E96A4}"/>
              </a:ext>
            </a:extLst>
          </p:cNvPr>
          <p:cNvSpPr txBox="1"/>
          <p:nvPr/>
        </p:nvSpPr>
        <p:spPr>
          <a:xfrm>
            <a:off x="6002147" y="2963720"/>
            <a:ext cx="7276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Macho</a:t>
            </a:r>
            <a:endParaRPr lang="pt-BR" sz="1400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B442CF2-CA96-A9EE-513A-A6E5E89D9EDE}"/>
              </a:ext>
            </a:extLst>
          </p:cNvPr>
          <p:cNvSpPr txBox="1"/>
          <p:nvPr/>
        </p:nvSpPr>
        <p:spPr>
          <a:xfrm>
            <a:off x="6962021" y="2967022"/>
            <a:ext cx="751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Fêmea</a:t>
            </a:r>
            <a:endParaRPr lang="pt-BR" sz="1400" dirty="0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5DE47428-75C2-4D9C-D2E1-D57F4894560D}"/>
              </a:ext>
            </a:extLst>
          </p:cNvPr>
          <p:cNvSpPr/>
          <p:nvPr/>
        </p:nvSpPr>
        <p:spPr>
          <a:xfrm>
            <a:off x="5886328" y="3042312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C88A25E-6359-1F5C-911D-40F9D28E2600}"/>
              </a:ext>
            </a:extLst>
          </p:cNvPr>
          <p:cNvSpPr txBox="1"/>
          <p:nvPr/>
        </p:nvSpPr>
        <p:spPr>
          <a:xfrm>
            <a:off x="6865390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8FF98744-7B21-4CC4-3E46-402A35CD463C}"/>
              </a:ext>
            </a:extLst>
          </p:cNvPr>
          <p:cNvSpPr/>
          <p:nvPr/>
        </p:nvSpPr>
        <p:spPr>
          <a:xfrm>
            <a:off x="6928916" y="2182040"/>
            <a:ext cx="227820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Espécie 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61" name="Retângulo 60">
            <a:extLst>
              <a:ext uri="{FF2B5EF4-FFF2-40B4-BE49-F238E27FC236}">
                <a16:creationId xmlns:a16="http://schemas.microsoft.com/office/drawing/2014/main" id="{18F8DAD3-10EC-C8BF-9A52-A6E3295A1095}"/>
              </a:ext>
            </a:extLst>
          </p:cNvPr>
          <p:cNvSpPr/>
          <p:nvPr/>
        </p:nvSpPr>
        <p:spPr>
          <a:xfrm>
            <a:off x="0" y="213041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2" name="Gráfico 61" descr="Casinha de cachorro estrutura de tópicos">
            <a:extLst>
              <a:ext uri="{FF2B5EF4-FFF2-40B4-BE49-F238E27FC236}">
                <a16:creationId xmlns:a16="http://schemas.microsoft.com/office/drawing/2014/main" id="{5B45318D-C35F-06F5-6DDC-F49B2876A20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605" y="1815758"/>
            <a:ext cx="226261" cy="226261"/>
          </a:xfrm>
          <a:prstGeom prst="rect">
            <a:avLst/>
          </a:prstGeom>
        </p:spPr>
      </p:pic>
      <p:pic>
        <p:nvPicPr>
          <p:cNvPr id="63" name="Gráfico 62" descr="Aviso estrutura de tópicos">
            <a:extLst>
              <a:ext uri="{FF2B5EF4-FFF2-40B4-BE49-F238E27FC236}">
                <a16:creationId xmlns:a16="http://schemas.microsoft.com/office/drawing/2014/main" id="{A97E22F1-CEBC-5FD2-E76A-E891DA9EDE9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74" y="4095991"/>
            <a:ext cx="185200" cy="185200"/>
          </a:xfrm>
          <a:prstGeom prst="rect">
            <a:avLst/>
          </a:prstGeom>
        </p:spPr>
      </p:pic>
      <p:sp>
        <p:nvSpPr>
          <p:cNvPr id="64" name="CaixaDeTexto 63">
            <a:extLst>
              <a:ext uri="{FF2B5EF4-FFF2-40B4-BE49-F238E27FC236}">
                <a16:creationId xmlns:a16="http://schemas.microsoft.com/office/drawing/2014/main" id="{ED0A6158-B98E-CBCF-EEBA-0C6D9EA2EE22}"/>
              </a:ext>
            </a:extLst>
          </p:cNvPr>
          <p:cNvSpPr txBox="1"/>
          <p:nvPr/>
        </p:nvSpPr>
        <p:spPr>
          <a:xfrm>
            <a:off x="190499" y="1674435"/>
            <a:ext cx="2270075" cy="41951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Animais Vivos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Entrevistas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Rastreio de GPS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Veterinário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Exames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Animais Mortos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Animais Atropelados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Necrópsias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      Resultados e Análises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Cadastros Básicos</a:t>
            </a:r>
          </a:p>
        </p:txBody>
      </p:sp>
      <p:pic>
        <p:nvPicPr>
          <p:cNvPr id="65" name="Gráfico 64" descr="Área de Transferência estrutura de tópicos">
            <a:extLst>
              <a:ext uri="{FF2B5EF4-FFF2-40B4-BE49-F238E27FC236}">
                <a16:creationId xmlns:a16="http://schemas.microsoft.com/office/drawing/2014/main" id="{C3947335-990E-9DB5-203E-B2357C3D5FA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139" y="5585401"/>
            <a:ext cx="185198" cy="185198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37280367-2F2E-BF3D-77F6-46FFE7A38819}"/>
              </a:ext>
            </a:extLst>
          </p:cNvPr>
          <p:cNvSpPr txBox="1"/>
          <p:nvPr/>
        </p:nvSpPr>
        <p:spPr>
          <a:xfrm>
            <a:off x="2572773" y="520277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sobre a castração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DA75835A-79E6-E4DD-9195-832140E59A88}"/>
              </a:ext>
            </a:extLst>
          </p:cNvPr>
          <p:cNvSpPr/>
          <p:nvPr/>
        </p:nvSpPr>
        <p:spPr>
          <a:xfrm>
            <a:off x="2643360" y="5519687"/>
            <a:ext cx="92087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D1EBA52D-7CFB-FD45-A660-310AB730CE13}"/>
              </a:ext>
            </a:extLst>
          </p:cNvPr>
          <p:cNvSpPr txBox="1"/>
          <p:nvPr/>
        </p:nvSpPr>
        <p:spPr>
          <a:xfrm>
            <a:off x="2582298" y="452231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castração</a:t>
            </a:r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453C106A-CB20-14C3-9200-AF070DBABE49}"/>
              </a:ext>
            </a:extLst>
          </p:cNvPr>
          <p:cNvSpPr/>
          <p:nvPr/>
        </p:nvSpPr>
        <p:spPr>
          <a:xfrm>
            <a:off x="2652886" y="4839227"/>
            <a:ext cx="1513275" cy="33197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12/12/2024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9A2D3077-396A-1ECD-84C9-DBF12990D6AF}"/>
              </a:ext>
            </a:extLst>
          </p:cNvPr>
          <p:cNvSpPr txBox="1"/>
          <p:nvPr/>
        </p:nvSpPr>
        <p:spPr>
          <a:xfrm>
            <a:off x="4260887" y="451820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108" name="Retângulo: Cantos Arredondados 107">
            <a:extLst>
              <a:ext uri="{FF2B5EF4-FFF2-40B4-BE49-F238E27FC236}">
                <a16:creationId xmlns:a16="http://schemas.microsoft.com/office/drawing/2014/main" id="{7213B418-E956-19C7-3866-18984CBD96A5}"/>
              </a:ext>
            </a:extLst>
          </p:cNvPr>
          <p:cNvSpPr/>
          <p:nvPr/>
        </p:nvSpPr>
        <p:spPr>
          <a:xfrm>
            <a:off x="4331475" y="483511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cxnSp>
        <p:nvCxnSpPr>
          <p:cNvPr id="109" name="Conector reto 108">
            <a:extLst>
              <a:ext uri="{FF2B5EF4-FFF2-40B4-BE49-F238E27FC236}">
                <a16:creationId xmlns:a16="http://schemas.microsoft.com/office/drawing/2014/main" id="{DFACC1E2-1EB6-A325-FB99-92E876A3D75B}"/>
              </a:ext>
            </a:extLst>
          </p:cNvPr>
          <p:cNvCxnSpPr>
            <a:cxnSpLocks/>
          </p:cNvCxnSpPr>
          <p:nvPr/>
        </p:nvCxnSpPr>
        <p:spPr>
          <a:xfrm>
            <a:off x="2643361" y="4487385"/>
            <a:ext cx="920879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06DB4895-483C-2C46-BE96-29E10A2BA8F4}"/>
              </a:ext>
            </a:extLst>
          </p:cNvPr>
          <p:cNvSpPr txBox="1"/>
          <p:nvPr/>
        </p:nvSpPr>
        <p:spPr>
          <a:xfrm>
            <a:off x="2588066" y="4185127"/>
            <a:ext cx="32982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CASTRAÇÃO</a:t>
            </a:r>
          </a:p>
        </p:txBody>
      </p:sp>
    </p:spTree>
    <p:extLst>
      <p:ext uri="{BB962C8B-B14F-4D97-AF65-F5344CB8AC3E}">
        <p14:creationId xmlns:p14="http://schemas.microsoft.com/office/powerpoint/2010/main" val="3062495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37634-FB85-A3C8-F1C8-4C40F953D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17B9E5-FC7F-91B8-7B65-229EF6DA9C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2D9D1141-146F-1F42-C3D9-D09E2FE0F1DE}"/>
              </a:ext>
            </a:extLst>
          </p:cNvPr>
          <p:cNvGrpSpPr/>
          <p:nvPr/>
        </p:nvGrpSpPr>
        <p:grpSpPr>
          <a:xfrm>
            <a:off x="2425801" y="674130"/>
            <a:ext cx="9677197" cy="6110905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6E4B1609-1AAE-C932-5AA7-0231E88414EA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ACFCD3D0-FC1B-6F89-02B9-954C573EF0D3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59FB2885-4E3F-068D-1E4D-75E3D0E0F046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4030210-EA51-E2C1-66B1-189AA65841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5C3F1F3-8D9F-E682-D78F-B35C2760DDE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71509A5-C2BF-C6D8-47C1-1C116A638C36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702052F-2146-3F9E-8E5B-75A13DA719B6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222D88AF-D11A-28F4-BD98-420343919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76FF0F5-DF3A-2E96-6827-0744778AC55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87917BA-5C72-807D-C03C-AC37C7E374B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9800792-0BEA-1C93-44DE-60DF8F290D73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6CB44221-98DA-F8E4-BFA6-EBD9E9A39716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6F7D4BE-EDBD-1D66-647A-72383F8943D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ED13C6B-F0EC-DDC6-ECF6-5D37013421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5E69E5C-AD6A-70E5-6F20-F777E9B940A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0D02B5E-947A-8664-52B4-90A72E8077F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3A905EA6-BD51-D8DB-9FA0-5DE4532A997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58595D66-02B8-D5E5-1827-2166150FA657}"/>
              </a:ext>
            </a:extLst>
          </p:cNvPr>
          <p:cNvCxnSpPr>
            <a:cxnSpLocks/>
          </p:cNvCxnSpPr>
          <p:nvPr/>
        </p:nvCxnSpPr>
        <p:spPr>
          <a:xfrm>
            <a:off x="7936706" y="1281033"/>
            <a:ext cx="416629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3BEABF7-BA17-925C-9074-7954CC9EA55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A0B7759C-33BC-425E-F87D-4EB0B9D792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763396D-1261-BB66-10B7-24A893A713BD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9006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27C65C06-A3AD-9ED4-0BA6-534E9AAC20AE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F773505-09EE-0726-C739-E05D0D83BC82}"/>
              </a:ext>
            </a:extLst>
          </p:cNvPr>
          <p:cNvCxnSpPr>
            <a:cxnSpLocks/>
          </p:cNvCxnSpPr>
          <p:nvPr/>
        </p:nvCxnSpPr>
        <p:spPr>
          <a:xfrm>
            <a:off x="6526416" y="1280467"/>
            <a:ext cx="141029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3BD64CE-0F72-2386-0A87-A5AEFED516CA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B0CE27BB-F427-0413-BC1C-E96ADFCF39CA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164A74BE-2DA7-9D79-FE2F-22113E038DD7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D3A41EE-5D58-D5CE-4961-524E2C47F37E}"/>
              </a:ext>
            </a:extLst>
          </p:cNvPr>
          <p:cNvSpPr/>
          <p:nvPr/>
        </p:nvSpPr>
        <p:spPr>
          <a:xfrm>
            <a:off x="12130335" y="5631237"/>
            <a:ext cx="45719" cy="10938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7C6CB64-8454-9E4C-8008-186877CA9684}"/>
              </a:ext>
            </a:extLst>
          </p:cNvPr>
          <p:cNvSpPr/>
          <p:nvPr/>
        </p:nvSpPr>
        <p:spPr>
          <a:xfrm>
            <a:off x="2581275" y="1439836"/>
            <a:ext cx="9382125" cy="3132164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ED111C1-B6A3-A523-8BED-226076FA97C1}"/>
              </a:ext>
            </a:extLst>
          </p:cNvPr>
          <p:cNvSpPr/>
          <p:nvPr/>
        </p:nvSpPr>
        <p:spPr>
          <a:xfrm>
            <a:off x="2652448" y="2631726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VISITAS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E84F825-9F80-742D-5BBE-99E17E82A85A}"/>
              </a:ext>
            </a:extLst>
          </p:cNvPr>
          <p:cNvSpPr/>
          <p:nvPr/>
        </p:nvSpPr>
        <p:spPr>
          <a:xfrm>
            <a:off x="2652448" y="3103851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EXAMES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DB498ECB-0E23-E8A7-1A12-B357C2008C13}"/>
              </a:ext>
            </a:extLst>
          </p:cNvPr>
          <p:cNvCxnSpPr>
            <a:cxnSpLocks/>
          </p:cNvCxnSpPr>
          <p:nvPr/>
        </p:nvCxnSpPr>
        <p:spPr>
          <a:xfrm>
            <a:off x="2643361" y="3864025"/>
            <a:ext cx="920879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C6C56FF-BB25-43A5-450E-6816936763F5}"/>
              </a:ext>
            </a:extLst>
          </p:cNvPr>
          <p:cNvSpPr txBox="1"/>
          <p:nvPr/>
        </p:nvSpPr>
        <p:spPr>
          <a:xfrm>
            <a:off x="2588066" y="3561767"/>
            <a:ext cx="30174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RASTREIO POR GPS DO 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41466ED7-88AB-500D-B3F4-77EE5379240E}"/>
              </a:ext>
            </a:extLst>
          </p:cNvPr>
          <p:cNvSpPr/>
          <p:nvPr/>
        </p:nvSpPr>
        <p:spPr>
          <a:xfrm>
            <a:off x="2652447" y="4016028"/>
            <a:ext cx="3782279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REGISTROS DE GPS</a:t>
            </a:r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12BEB85C-8290-EA57-E640-3CE2B0AC2909}"/>
              </a:ext>
            </a:extLst>
          </p:cNvPr>
          <p:cNvSpPr/>
          <p:nvPr/>
        </p:nvSpPr>
        <p:spPr>
          <a:xfrm>
            <a:off x="2573337" y="1439270"/>
            <a:ext cx="9382125" cy="126353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81" name="Gráfico 80" descr="Lápis com preenchimento sólido">
            <a:extLst>
              <a:ext uri="{FF2B5EF4-FFF2-40B4-BE49-F238E27FC236}">
                <a16:creationId xmlns:a16="http://schemas.microsoft.com/office/drawing/2014/main" id="{5966EAD7-20F0-7434-88B6-1CBB13C406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64343" y="1585123"/>
            <a:ext cx="198827" cy="198827"/>
          </a:xfrm>
          <a:prstGeom prst="rect">
            <a:avLst/>
          </a:prstGeom>
        </p:spPr>
      </p:pic>
      <p:pic>
        <p:nvPicPr>
          <p:cNvPr id="82" name="Gráfico 81" descr="Lixo com preenchimento sólido">
            <a:extLst>
              <a:ext uri="{FF2B5EF4-FFF2-40B4-BE49-F238E27FC236}">
                <a16:creationId xmlns:a16="http://schemas.microsoft.com/office/drawing/2014/main" id="{3C1D1122-225B-3FA6-FE32-60361F939F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36001" y="1585124"/>
            <a:ext cx="198827" cy="198827"/>
          </a:xfrm>
          <a:prstGeom prst="rect">
            <a:avLst/>
          </a:prstGeom>
        </p:spPr>
      </p:pic>
      <p:sp>
        <p:nvSpPr>
          <p:cNvPr id="83" name="CaixaDeTexto 82">
            <a:extLst>
              <a:ext uri="{FF2B5EF4-FFF2-40B4-BE49-F238E27FC236}">
                <a16:creationId xmlns:a16="http://schemas.microsoft.com/office/drawing/2014/main" id="{1A109E4C-C6F6-6531-714A-60B87A528DF4}"/>
              </a:ext>
            </a:extLst>
          </p:cNvPr>
          <p:cNvSpPr txBox="1"/>
          <p:nvPr/>
        </p:nvSpPr>
        <p:spPr>
          <a:xfrm>
            <a:off x="2581274" y="1890240"/>
            <a:ext cx="146621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4096BDDE-6D32-F702-C061-7732E4FBB85B}"/>
              </a:ext>
            </a:extLst>
          </p:cNvPr>
          <p:cNvSpPr/>
          <p:nvPr/>
        </p:nvSpPr>
        <p:spPr>
          <a:xfrm>
            <a:off x="2645564" y="2178845"/>
            <a:ext cx="126151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6C157935-C9BB-42E1-6A77-386F91741203}"/>
              </a:ext>
            </a:extLst>
          </p:cNvPr>
          <p:cNvSpPr txBox="1"/>
          <p:nvPr/>
        </p:nvSpPr>
        <p:spPr>
          <a:xfrm>
            <a:off x="3941215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 do Animal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50E06E4D-FA9D-DC3B-A237-78CB513E4442}"/>
              </a:ext>
            </a:extLst>
          </p:cNvPr>
          <p:cNvSpPr/>
          <p:nvPr/>
        </p:nvSpPr>
        <p:spPr>
          <a:xfrm>
            <a:off x="4004740" y="2182040"/>
            <a:ext cx="283517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1</a:t>
            </a:r>
          </a:p>
        </p:txBody>
      </p: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3B2D92FE-0ED6-84E1-3C80-FB9AD837F75D}"/>
              </a:ext>
            </a:extLst>
          </p:cNvPr>
          <p:cNvCxnSpPr>
            <a:cxnSpLocks/>
          </p:cNvCxnSpPr>
          <p:nvPr/>
        </p:nvCxnSpPr>
        <p:spPr>
          <a:xfrm>
            <a:off x="2643361" y="1764900"/>
            <a:ext cx="769697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1D4A6F0A-4152-7F31-B4F6-C940DA9EFB99}"/>
              </a:ext>
            </a:extLst>
          </p:cNvPr>
          <p:cNvSpPr txBox="1"/>
          <p:nvPr/>
        </p:nvSpPr>
        <p:spPr>
          <a:xfrm>
            <a:off x="2588066" y="1462642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ANIMAL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9E723E59-AB72-F62F-FD18-FB2E18861014}"/>
              </a:ext>
            </a:extLst>
          </p:cNvPr>
          <p:cNvSpPr txBox="1"/>
          <p:nvPr/>
        </p:nvSpPr>
        <p:spPr>
          <a:xfrm>
            <a:off x="9286575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Ativo?</a:t>
            </a:r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9010AFB9-10C5-CA19-4B28-B3C6050199D1}"/>
              </a:ext>
            </a:extLst>
          </p:cNvPr>
          <p:cNvSpPr/>
          <p:nvPr/>
        </p:nvSpPr>
        <p:spPr>
          <a:xfrm>
            <a:off x="9332544" y="2219919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Elipse 90">
            <a:extLst>
              <a:ext uri="{FF2B5EF4-FFF2-40B4-BE49-F238E27FC236}">
                <a16:creationId xmlns:a16="http://schemas.microsoft.com/office/drawing/2014/main" id="{DC940E23-92D3-FAD2-E465-26BA782D8DAA}"/>
              </a:ext>
            </a:extLst>
          </p:cNvPr>
          <p:cNvSpPr/>
          <p:nvPr/>
        </p:nvSpPr>
        <p:spPr>
          <a:xfrm>
            <a:off x="10121060" y="2213970"/>
            <a:ext cx="203200" cy="203200"/>
          </a:xfrm>
          <a:prstGeom prst="ellipse">
            <a:avLst/>
          </a:prstGeom>
          <a:noFill/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03577462-EE16-4308-F6A7-BA0A82BE9D07}"/>
              </a:ext>
            </a:extLst>
          </p:cNvPr>
          <p:cNvSpPr txBox="1"/>
          <p:nvPr/>
        </p:nvSpPr>
        <p:spPr>
          <a:xfrm>
            <a:off x="9509123" y="2180148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Sim</a:t>
            </a:r>
            <a:endParaRPr lang="pt-BR" sz="1400" dirty="0"/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41347185-D123-CF89-B4CD-1FA0E2DCEFE1}"/>
              </a:ext>
            </a:extLst>
          </p:cNvPr>
          <p:cNvSpPr txBox="1"/>
          <p:nvPr/>
        </p:nvSpPr>
        <p:spPr>
          <a:xfrm>
            <a:off x="10297545" y="2183450"/>
            <a:ext cx="522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Não</a:t>
            </a:r>
            <a:endParaRPr lang="pt-BR" sz="1400" dirty="0"/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359BC26B-F2FE-8094-F6CD-B978D4A8229C}"/>
              </a:ext>
            </a:extLst>
          </p:cNvPr>
          <p:cNvSpPr/>
          <p:nvPr/>
        </p:nvSpPr>
        <p:spPr>
          <a:xfrm>
            <a:off x="9393304" y="2284140"/>
            <a:ext cx="81680" cy="81680"/>
          </a:xfrm>
          <a:prstGeom prst="ellipse">
            <a:avLst/>
          </a:prstGeom>
          <a:solidFill>
            <a:srgbClr val="D9D9D9"/>
          </a:solidFill>
          <a:ln w="38100">
            <a:solidFill>
              <a:srgbClr val="D9D9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FBBAD08E-F84A-7BF1-FB7B-D90B0C19D9DB}"/>
              </a:ext>
            </a:extLst>
          </p:cNvPr>
          <p:cNvSpPr txBox="1"/>
          <p:nvPr/>
        </p:nvSpPr>
        <p:spPr>
          <a:xfrm>
            <a:off x="10892973" y="15560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A553C599-610A-4722-F3CC-6E2281B1ABD5}"/>
              </a:ext>
            </a:extLst>
          </p:cNvPr>
          <p:cNvSpPr txBox="1"/>
          <p:nvPr/>
        </p:nvSpPr>
        <p:spPr>
          <a:xfrm>
            <a:off x="6865390" y="18710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A831949A-03AB-3DC9-2ABA-9FE974177445}"/>
              </a:ext>
            </a:extLst>
          </p:cNvPr>
          <p:cNvSpPr/>
          <p:nvPr/>
        </p:nvSpPr>
        <p:spPr>
          <a:xfrm>
            <a:off x="6928916" y="2182040"/>
            <a:ext cx="227820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Espécie 1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081355CB-2F6A-4DD4-1245-105F63BC3DCD}"/>
              </a:ext>
            </a:extLst>
          </p:cNvPr>
          <p:cNvCxnSpPr>
            <a:cxnSpLocks/>
          </p:cNvCxnSpPr>
          <p:nvPr/>
        </p:nvCxnSpPr>
        <p:spPr>
          <a:xfrm>
            <a:off x="2643361" y="2708325"/>
            <a:ext cx="920879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tângulo 98">
            <a:extLst>
              <a:ext uri="{FF2B5EF4-FFF2-40B4-BE49-F238E27FC236}">
                <a16:creationId xmlns:a16="http://schemas.microsoft.com/office/drawing/2014/main" id="{50F8E8D4-D60F-E093-2FDE-E8133076AAC1}"/>
              </a:ext>
            </a:extLst>
          </p:cNvPr>
          <p:cNvSpPr/>
          <p:nvPr/>
        </p:nvSpPr>
        <p:spPr>
          <a:xfrm>
            <a:off x="0" y="213041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05" name="Agrupar 104">
            <a:extLst>
              <a:ext uri="{FF2B5EF4-FFF2-40B4-BE49-F238E27FC236}">
                <a16:creationId xmlns:a16="http://schemas.microsoft.com/office/drawing/2014/main" id="{D56BFA7E-ED02-87E5-D881-C8D6E652FC37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01" name="Gráfico 100" descr="Aviso estrutura de tópicos">
              <a:extLst>
                <a:ext uri="{FF2B5EF4-FFF2-40B4-BE49-F238E27FC236}">
                  <a16:creationId xmlns:a16="http://schemas.microsoft.com/office/drawing/2014/main" id="{5CC01099-4328-A207-02A5-433CB96061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04" name="Agrupar 103">
              <a:extLst>
                <a:ext uri="{FF2B5EF4-FFF2-40B4-BE49-F238E27FC236}">
                  <a16:creationId xmlns:a16="http://schemas.microsoft.com/office/drawing/2014/main" id="{CA9C98CA-2EE8-6F94-06C9-5BF165F3F7FD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00" name="Gráfico 99" descr="Casinha de cachorro estrutura de tópicos">
                <a:extLst>
                  <a:ext uri="{FF2B5EF4-FFF2-40B4-BE49-F238E27FC236}">
                    <a16:creationId xmlns:a16="http://schemas.microsoft.com/office/drawing/2014/main" id="{23C41E44-04DB-B52B-9E41-1EDDA1B43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102" name="CaixaDeTexto 101">
                <a:extLst>
                  <a:ext uri="{FF2B5EF4-FFF2-40B4-BE49-F238E27FC236}">
                    <a16:creationId xmlns:a16="http://schemas.microsoft.com/office/drawing/2014/main" id="{D84B3E70-B109-E5B9-3C0A-C0D6B8493C1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03" name="Gráfico 102" descr="Área de Transferência estrutura de tópicos">
              <a:extLst>
                <a:ext uri="{FF2B5EF4-FFF2-40B4-BE49-F238E27FC236}">
                  <a16:creationId xmlns:a16="http://schemas.microsoft.com/office/drawing/2014/main" id="{480BA3A9-DB7B-5684-6011-B7EE9057D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graphicFrame>
        <p:nvGraphicFramePr>
          <p:cNvPr id="106" name="Tabela 105">
            <a:extLst>
              <a:ext uri="{FF2B5EF4-FFF2-40B4-BE49-F238E27FC236}">
                <a16:creationId xmlns:a16="http://schemas.microsoft.com/office/drawing/2014/main" id="{53D53A31-CB6A-933D-2EAA-F9CE78904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682922"/>
              </p:ext>
            </p:extLst>
          </p:nvPr>
        </p:nvGraphicFramePr>
        <p:xfrm>
          <a:off x="2588066" y="4672649"/>
          <a:ext cx="9382126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660">
                  <a:extLst>
                    <a:ext uri="{9D8B030D-6E8A-4147-A177-3AD203B41FA5}">
                      <a16:colId xmlns:a16="http://schemas.microsoft.com/office/drawing/2014/main" val="809047179"/>
                    </a:ext>
                  </a:extLst>
                </a:gridCol>
                <a:gridCol w="2923504">
                  <a:extLst>
                    <a:ext uri="{9D8B030D-6E8A-4147-A177-3AD203B41FA5}">
                      <a16:colId xmlns:a16="http://schemas.microsoft.com/office/drawing/2014/main" val="3521034055"/>
                    </a:ext>
                  </a:extLst>
                </a:gridCol>
                <a:gridCol w="2395471">
                  <a:extLst>
                    <a:ext uri="{9D8B030D-6E8A-4147-A177-3AD203B41FA5}">
                      <a16:colId xmlns:a16="http://schemas.microsoft.com/office/drawing/2014/main" val="1088008479"/>
                    </a:ext>
                  </a:extLst>
                </a:gridCol>
                <a:gridCol w="1648496">
                  <a:extLst>
                    <a:ext uri="{9D8B030D-6E8A-4147-A177-3AD203B41FA5}">
                      <a16:colId xmlns:a16="http://schemas.microsoft.com/office/drawing/2014/main" val="405267337"/>
                    </a:ext>
                  </a:extLst>
                </a:gridCol>
                <a:gridCol w="1054995">
                  <a:extLst>
                    <a:ext uri="{9D8B030D-6E8A-4147-A177-3AD203B41FA5}">
                      <a16:colId xmlns:a16="http://schemas.microsoft.com/office/drawing/2014/main" val="1039361955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199055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Gato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Sim</a:t>
                      </a:r>
                      <a:endParaRPr lang="pt-BR" sz="1400" u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75596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Gato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Sim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652325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Espécie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191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374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66DF1-6567-9CD9-FB20-23BFEAA41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712C9B6-3E64-EC10-664A-6BD0CF063E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C3433A7-1882-AC6F-F78F-587774413B63}"/>
              </a:ext>
            </a:extLst>
          </p:cNvPr>
          <p:cNvGrpSpPr/>
          <p:nvPr/>
        </p:nvGrpSpPr>
        <p:grpSpPr>
          <a:xfrm>
            <a:off x="2425801" y="674131"/>
            <a:ext cx="9677197" cy="6183869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C8909CE2-DA1F-0378-0A83-DF086ED5445D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A7B2CDD2-2A87-7D30-385A-060186A9F296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975160C4-524E-B5D2-0B25-E259435A55F7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486A74B5-45D5-DAB6-B953-A4777178B6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E34AE87-E889-46D3-7736-5C7268C14D58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DFC60D9-A0BB-3A40-992C-E244F8D24DCD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95753AB2-79A7-02FE-F68D-DC43E88A62B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222D251-606F-D8B1-A422-9E86B038C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3486C65-D294-643B-07B6-78963B728CE2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379F22D-5D23-7B35-497F-19C07650FB3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F09DB9D-0830-6A6F-7EBE-46D254BE4AAC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0AC5C350-C9B6-F08C-2B06-384E4AEE03D1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532C0A5-0357-DA2B-5D4A-6ACFDC26E1D5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64B1F1E8-7ADA-C111-57D5-6558321A17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BA0C3A80-F371-32FF-7658-0C3A3FA9F98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E67EE61-C3D0-CE4A-32D9-7907960BDB8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ENTREVISTAS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502CCDB3-BBCA-6217-96D0-8E54A2256A29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FE16D45-D524-0C11-1938-C59F793F0668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1021D92-B898-AEA3-D47B-1D476CB3935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0A09E57-526D-2004-DBB9-396774CEBA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C15BC74-42AD-A0EB-6D89-2D8D14D393FC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DA47E6E2-8EBD-FB77-1157-C16C6BF450A7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Tutor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55CE795E-494F-C5FA-DC97-15CED2B3D3A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E4332F9-5352-EE0E-9377-49E4E28328FD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F6083806-18B9-8E11-C6E3-0C9643315886}"/>
              </a:ext>
            </a:extLst>
          </p:cNvPr>
          <p:cNvSpPr/>
          <p:nvPr/>
        </p:nvSpPr>
        <p:spPr>
          <a:xfrm>
            <a:off x="46991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Nome..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8F643976-BB25-9EB8-0EBA-A8B5AABD86A7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3C9F370-8898-392C-7632-76338AF9D798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tutor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A6B2CEF6-B8A0-1063-103A-B5C632902266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tutor..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B7FA91AA-00B5-D2EA-3623-ED17F8064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385978"/>
              </p:ext>
            </p:extLst>
          </p:nvPr>
        </p:nvGraphicFramePr>
        <p:xfrm>
          <a:off x="2581276" y="3655397"/>
          <a:ext cx="9382123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62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44993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19293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275455">
                  <a:extLst>
                    <a:ext uri="{9D8B030D-6E8A-4147-A177-3AD203B41FA5}">
                      <a16:colId xmlns:a16="http://schemas.microsoft.com/office/drawing/2014/main" val="158915234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de Nascimento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Gênero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abc-001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01/02/2000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Masculino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04855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abc-002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02/03/1999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Feminino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214629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abc-003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03/04/1998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Masculino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065114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E2E5646-B142-454D-BBAC-943332ABE333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CA42FA8-ED01-F6CE-8ADC-57E6F4E898A0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077BE00-D64E-F6D5-CDBB-1D93CC147461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50C2653-A3CE-9295-24DB-B65B9297EC69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7E690928-4FC2-8B3E-6A13-49DD674141ED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90AAE48-3680-3A54-8385-A1CD3674E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D9B42A5-B3EF-AE6F-2C6D-A0EF46C2A743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4DEBA78-CBDD-8BCD-07FB-313284910364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455C3969-ACA1-17C6-517D-2E7785AEF5D1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59CCD2DD-EA7E-68B2-2723-5A783556DB7C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9" name="Gráfico 18" descr="Aviso estrutura de tópicos">
              <a:extLst>
                <a:ext uri="{FF2B5EF4-FFF2-40B4-BE49-F238E27FC236}">
                  <a16:creationId xmlns:a16="http://schemas.microsoft.com/office/drawing/2014/main" id="{2365F6E8-F997-D609-D2A2-D5C2E5BF7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BD3DA2CF-4392-F397-DFD2-E1A05F24F12C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5" name="Gráfico 34" descr="Casinha de cachorro estrutura de tópicos">
                <a:extLst>
                  <a:ext uri="{FF2B5EF4-FFF2-40B4-BE49-F238E27FC236}">
                    <a16:creationId xmlns:a16="http://schemas.microsoft.com/office/drawing/2014/main" id="{E025E993-2B53-9881-155B-3A5FABB8EC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6" name="CaixaDeTexto 35">
                <a:extLst>
                  <a:ext uri="{FF2B5EF4-FFF2-40B4-BE49-F238E27FC236}">
                    <a16:creationId xmlns:a16="http://schemas.microsoft.com/office/drawing/2014/main" id="{2A4BFD66-8498-9D6B-08EB-881845DEBDEE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6" name="Gráfico 25" descr="Área de Transferência estrutura de tópicos">
              <a:extLst>
                <a:ext uri="{FF2B5EF4-FFF2-40B4-BE49-F238E27FC236}">
                  <a16:creationId xmlns:a16="http://schemas.microsoft.com/office/drawing/2014/main" id="{3D13E9BD-CD70-6518-BB6C-672BA3FA3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CF983FF-37B2-6EFB-2524-267AD5801638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Entrevista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BA4442B-AECE-9B70-B966-3C439C1050DB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</p:spTree>
    <p:extLst>
      <p:ext uri="{BB962C8B-B14F-4D97-AF65-F5344CB8AC3E}">
        <p14:creationId xmlns:p14="http://schemas.microsoft.com/office/powerpoint/2010/main" val="4294440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A7474-8AA3-EA5C-4809-985A5E4C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B1458EF-2E4C-9B4B-04C6-8579968126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A2437D1-85BE-E22A-74CE-E0BD1B47956C}"/>
              </a:ext>
            </a:extLst>
          </p:cNvPr>
          <p:cNvGrpSpPr/>
          <p:nvPr/>
        </p:nvGrpSpPr>
        <p:grpSpPr>
          <a:xfrm>
            <a:off x="2425801" y="674131"/>
            <a:ext cx="9677197" cy="6183869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E7AD8523-AEEA-BB5F-5628-21916CCCDC27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74E6AD70-693A-928B-1558-D4ACE56B7291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D5B6FBDF-1340-B218-0881-F4E3DF3BAC1D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EC21BBD0-FD7A-A5D7-2722-AD04AA3773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A805D84-88B2-4707-C75A-89154D91499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BEEBADC-C119-9918-E004-77BF2388EE0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CCDEFFC5-6891-900D-0FFF-6AA57C29804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C864057-1223-08C1-2933-720D4AE8DF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5347286-3409-C110-7402-E3569A697020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1D1AC84-7A5F-0C64-0436-9340360981C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5F5B7B5-6A8C-076A-7ED2-2663A7CB03B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3F80CE7-0BCF-2159-3F8A-4B001B320E0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439F013-6419-43FE-73FA-D5CBDBC88162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6E58C5CE-55BA-7BA9-7884-2DC76D48C9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6E1B493-2F26-2281-A93B-EDA7D2BAA58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260BDDC-9765-C58A-A264-FF995A4ECC4D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CE36D9C3-AD96-D782-CA24-EA9E6BFB478F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0705735-7D28-2375-A958-2CEB17F622F9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A4B4853-2EEF-98DA-8EE4-1A5A8903A7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A80BBAF-D4DB-F8C9-6F0B-DF167ADDCD71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19F2116-80D4-ABED-CA93-926B52DD3760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BE987F9-F84B-C702-CA47-0902FCA6F3BC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22A25E7C-119D-03DA-D40A-3E79080A30B4}"/>
              </a:ext>
            </a:extLst>
          </p:cNvPr>
          <p:cNvSpPr/>
          <p:nvPr/>
        </p:nvSpPr>
        <p:spPr>
          <a:xfrm>
            <a:off x="4734335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Nome..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82CCF5AC-D3B5-E829-F6B5-26F1000ED1A2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9DDE662-615E-1428-1883-70F93958EC15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tutor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767C122D-AE77-42D2-8CFB-4ABBC0E22941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tutor..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72C1EF1-F2AB-696C-1F90-280122D85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90719"/>
              </p:ext>
            </p:extLst>
          </p:nvPr>
        </p:nvGraphicFramePr>
        <p:xfrm>
          <a:off x="2581276" y="3655397"/>
          <a:ext cx="9382123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62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44993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19293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275455">
                  <a:extLst>
                    <a:ext uri="{9D8B030D-6E8A-4147-A177-3AD203B41FA5}">
                      <a16:colId xmlns:a16="http://schemas.microsoft.com/office/drawing/2014/main" val="158915234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de Nascimento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Gênero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9EF2DD39-E870-DB53-E35E-843003160AF7}"/>
              </a:ext>
            </a:extLst>
          </p:cNvPr>
          <p:cNvSpPr/>
          <p:nvPr/>
        </p:nvSpPr>
        <p:spPr>
          <a:xfrm>
            <a:off x="2581274" y="4192095"/>
            <a:ext cx="9382125" cy="257540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5396221-A501-EDD9-9FE0-73500EE5BD5C}"/>
              </a:ext>
            </a:extLst>
          </p:cNvPr>
          <p:cNvSpPr txBox="1"/>
          <p:nvPr/>
        </p:nvSpPr>
        <p:spPr>
          <a:xfrm>
            <a:off x="10980857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9B391C58-3B34-07B8-7EEB-DC47F61AE87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38003" y="43410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61194C37-872B-2CBD-D912-D729111E45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09661" y="4341024"/>
            <a:ext cx="198827" cy="198827"/>
          </a:xfrm>
          <a:prstGeom prst="rect">
            <a:avLst/>
          </a:prstGeom>
        </p:spPr>
      </p:pic>
      <p:sp>
        <p:nvSpPr>
          <p:cNvPr id="88" name="CaixaDeTexto 87">
            <a:extLst>
              <a:ext uri="{FF2B5EF4-FFF2-40B4-BE49-F238E27FC236}">
                <a16:creationId xmlns:a16="http://schemas.microsoft.com/office/drawing/2014/main" id="{A985E69A-21FF-4084-69D9-AAE6AE1654AE}"/>
              </a:ext>
            </a:extLst>
          </p:cNvPr>
          <p:cNvSpPr txBox="1"/>
          <p:nvPr/>
        </p:nvSpPr>
        <p:spPr>
          <a:xfrm>
            <a:off x="2581274" y="4646140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A425E28E-3747-09D8-28EE-0F4FDCC76CFA}"/>
              </a:ext>
            </a:extLst>
          </p:cNvPr>
          <p:cNvSpPr/>
          <p:nvPr/>
        </p:nvSpPr>
        <p:spPr>
          <a:xfrm>
            <a:off x="2645564" y="4934745"/>
            <a:ext cx="115278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abc-001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AF645569-4A34-47A5-3DEF-EAE0E5B8575B}"/>
              </a:ext>
            </a:extLst>
          </p:cNvPr>
          <p:cNvSpPr txBox="1"/>
          <p:nvPr/>
        </p:nvSpPr>
        <p:spPr>
          <a:xfrm>
            <a:off x="38192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B36FD97C-B16E-90AC-655B-025530375170}"/>
              </a:ext>
            </a:extLst>
          </p:cNvPr>
          <p:cNvSpPr/>
          <p:nvPr/>
        </p:nvSpPr>
        <p:spPr>
          <a:xfrm>
            <a:off x="3882749" y="4937940"/>
            <a:ext cx="359399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Tutor 1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F6A3A01E-1188-2AF8-36FF-C3671CD4F79A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732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5FB5EDA0-6509-4737-3C4E-0FD311F74E06}"/>
              </a:ext>
            </a:extLst>
          </p:cNvPr>
          <p:cNvSpPr txBox="1"/>
          <p:nvPr/>
        </p:nvSpPr>
        <p:spPr>
          <a:xfrm>
            <a:off x="2588066" y="4218542"/>
            <a:ext cx="2523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TUTOR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22A7D09B-ABAB-6511-DAF2-607E66EF5154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00C318A-CCE5-6520-D33F-B69BCEE9BA95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80A6C99-1EA5-A1D0-AB70-242F64A4CC45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A135419-62F1-86AF-1DA3-203526974207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6977E74-BBC9-027E-A969-FC2D8FA5A36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F3203BFA-155D-8D4B-3075-BA257AFCED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E76A999-7AEC-F4E5-E694-ADD26CDED9D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17F8B10-8E07-E604-B69B-69FB75BB374D}"/>
              </a:ext>
            </a:extLst>
          </p:cNvPr>
          <p:cNvSpPr txBox="1"/>
          <p:nvPr/>
        </p:nvSpPr>
        <p:spPr>
          <a:xfrm>
            <a:off x="75022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Nascimento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060AE336-06F4-5164-AB3F-93C932FFD494}"/>
              </a:ext>
            </a:extLst>
          </p:cNvPr>
          <p:cNvSpPr/>
          <p:nvPr/>
        </p:nvSpPr>
        <p:spPr>
          <a:xfrm>
            <a:off x="7565749" y="49379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01/02/2000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C3E7FDB-C2F3-71C0-8C6E-BE4A3F314226}"/>
              </a:ext>
            </a:extLst>
          </p:cNvPr>
          <p:cNvSpPr txBox="1"/>
          <p:nvPr/>
        </p:nvSpPr>
        <p:spPr>
          <a:xfrm>
            <a:off x="96612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E59EDA5-129F-9EC3-C95D-7740A4A6F1AF}"/>
              </a:ext>
            </a:extLst>
          </p:cNvPr>
          <p:cNvSpPr/>
          <p:nvPr/>
        </p:nvSpPr>
        <p:spPr>
          <a:xfrm>
            <a:off x="9724749" y="49379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Masculino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96F17D33-5741-399B-3D87-338506C9CBC0}"/>
              </a:ext>
            </a:extLst>
          </p:cNvPr>
          <p:cNvCxnSpPr>
            <a:cxnSpLocks/>
          </p:cNvCxnSpPr>
          <p:nvPr/>
        </p:nvCxnSpPr>
        <p:spPr>
          <a:xfrm>
            <a:off x="2643361" y="5718225"/>
            <a:ext cx="918173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F309B1DC-7C6E-8349-4484-60CD09BCC7DA}"/>
              </a:ext>
            </a:extLst>
          </p:cNvPr>
          <p:cNvSpPr txBox="1"/>
          <p:nvPr/>
        </p:nvSpPr>
        <p:spPr>
          <a:xfrm>
            <a:off x="2588066" y="5415967"/>
            <a:ext cx="3175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ANIMAIS E ENTREVISTA DO TUTOR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25A5DC96-3098-8E57-1D47-3D266FABEC79}"/>
              </a:ext>
            </a:extLst>
          </p:cNvPr>
          <p:cNvSpPr/>
          <p:nvPr/>
        </p:nvSpPr>
        <p:spPr>
          <a:xfrm>
            <a:off x="2652448" y="5882928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ANIMAIS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C806D605-65C5-68C9-A79E-CED0F38F0C1D}"/>
              </a:ext>
            </a:extLst>
          </p:cNvPr>
          <p:cNvSpPr/>
          <p:nvPr/>
        </p:nvSpPr>
        <p:spPr>
          <a:xfrm>
            <a:off x="2652448" y="6355053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>
                <a:solidFill>
                  <a:schemeClr val="bg1"/>
                </a:solidFill>
              </a:rPr>
              <a:t>Visualizar </a:t>
            </a:r>
            <a:r>
              <a:rPr lang="pt-BR" sz="1400" dirty="0">
                <a:solidFill>
                  <a:schemeClr val="bg1"/>
                </a:solidFill>
              </a:rPr>
              <a:t>ENTREVISTA</a:t>
            </a:r>
          </a:p>
        </p:txBody>
      </p:sp>
      <p:sp>
        <p:nvSpPr>
          <p:cNvPr id="6" name="Triângulo isósceles 5">
            <a:extLst>
              <a:ext uri="{FF2B5EF4-FFF2-40B4-BE49-F238E27FC236}">
                <a16:creationId xmlns:a16="http://schemas.microsoft.com/office/drawing/2014/main" id="{86CFB44C-09A7-A477-38CE-A3627D875036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9B40D3CB-B92C-CBD8-30A9-CA40B417579C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5" name="Triângulo isósceles 44">
            <a:extLst>
              <a:ext uri="{FF2B5EF4-FFF2-40B4-BE49-F238E27FC236}">
                <a16:creationId xmlns:a16="http://schemas.microsoft.com/office/drawing/2014/main" id="{2130A847-7385-A41C-0DA7-D0C0419BE0F0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Triângulo isósceles 46">
            <a:extLst>
              <a:ext uri="{FF2B5EF4-FFF2-40B4-BE49-F238E27FC236}">
                <a16:creationId xmlns:a16="http://schemas.microsoft.com/office/drawing/2014/main" id="{34AA121B-794A-A53C-4361-790AAB12CAC7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41CCD615-1997-663A-7952-DA115F4AB468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36EBAE0-9520-F1DC-518C-68306AFD7B6C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13B7A52-98DD-D27E-584A-2F87EC93242D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7" name="Gráfico 36" descr="Aviso estrutura de tópicos">
              <a:extLst>
                <a:ext uri="{FF2B5EF4-FFF2-40B4-BE49-F238E27FC236}">
                  <a16:creationId xmlns:a16="http://schemas.microsoft.com/office/drawing/2014/main" id="{E1FF0D83-C2D4-D894-4714-AA4CE2D66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2D51E833-E53C-C8FD-4B92-6123C4BAF930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1" name="Gráfico 40" descr="Casinha de cachorro estrutura de tópicos">
                <a:extLst>
                  <a:ext uri="{FF2B5EF4-FFF2-40B4-BE49-F238E27FC236}">
                    <a16:creationId xmlns:a16="http://schemas.microsoft.com/office/drawing/2014/main" id="{D597A368-DEEA-ABF6-8DC0-D7D626A46E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55" name="CaixaDeTexto 54">
                <a:extLst>
                  <a:ext uri="{FF2B5EF4-FFF2-40B4-BE49-F238E27FC236}">
                    <a16:creationId xmlns:a16="http://schemas.microsoft.com/office/drawing/2014/main" id="{F00CA665-EECB-17EF-54BE-167C2CEA345C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0" name="Gráfico 39" descr="Área de Transferência estrutura de tópicos">
              <a:extLst>
                <a:ext uri="{FF2B5EF4-FFF2-40B4-BE49-F238E27FC236}">
                  <a16:creationId xmlns:a16="http://schemas.microsoft.com/office/drawing/2014/main" id="{400C9BF3-00E5-1E17-48D5-CE61B195E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E0605E59-5FB0-C70E-90E0-970D8A91832C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ENTREVISTAS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F07FE26-4432-C22F-5D4D-C0399460AB94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Tutor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25E2A55-8B28-C19C-FF60-15B87D68E260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Entrevista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CCD9A80D-5A69-5717-E383-527D57B7537B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</p:spTree>
    <p:extLst>
      <p:ext uri="{BB962C8B-B14F-4D97-AF65-F5344CB8AC3E}">
        <p14:creationId xmlns:p14="http://schemas.microsoft.com/office/powerpoint/2010/main" val="3946493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9B4C-E245-0657-3266-66C582B2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5FA7C7A-B83A-04EF-FE81-2E23C5453C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133EFA0-3F01-5589-A285-2797EE819846}"/>
              </a:ext>
            </a:extLst>
          </p:cNvPr>
          <p:cNvGrpSpPr/>
          <p:nvPr/>
        </p:nvGrpSpPr>
        <p:grpSpPr>
          <a:xfrm>
            <a:off x="2425801" y="674131"/>
            <a:ext cx="9677197" cy="6183869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12195182-80A8-2789-7513-30A95722ABF8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6697A135-4887-4BAA-E133-EE6B8DD7435B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69F2B52F-C57B-78AA-A507-FEA223EEB0DB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2061288D-C1D8-5668-59DC-81EC5CD5C0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3B6E420-2CDC-343A-288C-7E7F346FCBE5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478CE22-5BC9-3093-62BA-AD337C5D453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1235181-61D0-48DF-38F9-022F0F169837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8B21C41D-E279-BD2C-F169-790B90ED1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57CCFBB-2712-851F-F341-B43E6FBC1FF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5A5A044-95D0-7045-A158-CCA209C3434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13FB01F-DB50-1473-E681-D2C5FC3CDDF1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8A01FD4-0C23-0B58-78FE-E5AFBC9DAAF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525595C-97BB-FC75-2E04-092E848DCD9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D8CBED77-5201-78F0-7AEC-744CE6F6DD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A14FD8B1-0F9A-212A-80FB-BAE0CE16DC00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FA9B09FA-87B1-1C78-73E4-5214BE5A6D05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06BBC541-399A-2ABF-DF02-309D058CE77C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E5D00D9-5322-D9AC-963C-2B472E719F0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16BC63EF-4FF8-7544-B295-42138B161C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EC8AF1F-D20C-ACD7-F12E-FEFB9FF22D71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D39CDB65-C50D-82C1-1753-9DD3F4B4691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348280E2-1B8B-A70F-7597-B52B2D457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763067"/>
              </p:ext>
            </p:extLst>
          </p:nvPr>
        </p:nvGraphicFramePr>
        <p:xfrm>
          <a:off x="2581276" y="2486997"/>
          <a:ext cx="9382123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62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44993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19293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275455">
                  <a:extLst>
                    <a:ext uri="{9D8B030D-6E8A-4147-A177-3AD203B41FA5}">
                      <a16:colId xmlns:a16="http://schemas.microsoft.com/office/drawing/2014/main" val="158915234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de Nascimento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Gênero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3EE66347-D0D1-1BB3-0369-F93DF24C66DE}"/>
              </a:ext>
            </a:extLst>
          </p:cNvPr>
          <p:cNvSpPr/>
          <p:nvPr/>
        </p:nvSpPr>
        <p:spPr>
          <a:xfrm>
            <a:off x="2581274" y="3023695"/>
            <a:ext cx="9382125" cy="257540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294D7281-0DAD-5EF5-8F2A-4A0C6C2CA73E}"/>
              </a:ext>
            </a:extLst>
          </p:cNvPr>
          <p:cNvSpPr txBox="1"/>
          <p:nvPr/>
        </p:nvSpPr>
        <p:spPr>
          <a:xfrm>
            <a:off x="10980857" y="31464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22F80D98-B8F6-4847-59DE-9656589947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38003" y="31726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7AEB5493-5290-250E-9DF7-190530A73F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09661" y="3172624"/>
            <a:ext cx="198827" cy="198827"/>
          </a:xfrm>
          <a:prstGeom prst="rect">
            <a:avLst/>
          </a:prstGeom>
        </p:spPr>
      </p:pic>
      <p:sp>
        <p:nvSpPr>
          <p:cNvPr id="88" name="CaixaDeTexto 87">
            <a:extLst>
              <a:ext uri="{FF2B5EF4-FFF2-40B4-BE49-F238E27FC236}">
                <a16:creationId xmlns:a16="http://schemas.microsoft.com/office/drawing/2014/main" id="{9489635B-47A8-718C-33CA-3D79B322A841}"/>
              </a:ext>
            </a:extLst>
          </p:cNvPr>
          <p:cNvSpPr txBox="1"/>
          <p:nvPr/>
        </p:nvSpPr>
        <p:spPr>
          <a:xfrm>
            <a:off x="2581274" y="3477740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50C51709-F926-0646-C327-6557CF73F6B2}"/>
              </a:ext>
            </a:extLst>
          </p:cNvPr>
          <p:cNvSpPr/>
          <p:nvPr/>
        </p:nvSpPr>
        <p:spPr>
          <a:xfrm>
            <a:off x="2645564" y="3766345"/>
            <a:ext cx="115278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abc-001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D560A0FA-04E3-0FE0-393A-D18A2CCCAAAC}"/>
              </a:ext>
            </a:extLst>
          </p:cNvPr>
          <p:cNvSpPr txBox="1"/>
          <p:nvPr/>
        </p:nvSpPr>
        <p:spPr>
          <a:xfrm>
            <a:off x="3819225" y="34585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Nome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2D9ACDA6-47E8-F82F-7EB8-537C487E715D}"/>
              </a:ext>
            </a:extLst>
          </p:cNvPr>
          <p:cNvSpPr/>
          <p:nvPr/>
        </p:nvSpPr>
        <p:spPr>
          <a:xfrm>
            <a:off x="3882749" y="3769540"/>
            <a:ext cx="359399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Tutor 1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63409478-0767-E2A8-7156-E7775D6840B2}"/>
              </a:ext>
            </a:extLst>
          </p:cNvPr>
          <p:cNvCxnSpPr>
            <a:cxnSpLocks/>
          </p:cNvCxnSpPr>
          <p:nvPr/>
        </p:nvCxnSpPr>
        <p:spPr>
          <a:xfrm>
            <a:off x="2643361" y="3352400"/>
            <a:ext cx="7732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4AEFE4B1-241E-D387-4347-F9DBD6B4B5FF}"/>
              </a:ext>
            </a:extLst>
          </p:cNvPr>
          <p:cNvSpPr txBox="1"/>
          <p:nvPr/>
        </p:nvSpPr>
        <p:spPr>
          <a:xfrm>
            <a:off x="2588066" y="3050142"/>
            <a:ext cx="25232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TUTOR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6A204AA-4CCE-A60F-641C-EE6004F4DE45}"/>
              </a:ext>
            </a:extLst>
          </p:cNvPr>
          <p:cNvSpPr/>
          <p:nvPr/>
        </p:nvSpPr>
        <p:spPr>
          <a:xfrm>
            <a:off x="2593769" y="14127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DC37CFD-DA8F-C8A2-BDE9-08B8D8F22CDD}"/>
              </a:ext>
            </a:extLst>
          </p:cNvPr>
          <p:cNvSpPr/>
          <p:nvPr/>
        </p:nvSpPr>
        <p:spPr>
          <a:xfrm>
            <a:off x="10701456" y="18356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A16935-EF04-C741-C4F9-E906FD491CFB}"/>
              </a:ext>
            </a:extLst>
          </p:cNvPr>
          <p:cNvSpPr txBox="1"/>
          <p:nvPr/>
        </p:nvSpPr>
        <p:spPr>
          <a:xfrm>
            <a:off x="2726618" y="14936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415A76AC-FF6E-52FB-6CCF-46ED707F2302}"/>
              </a:ext>
            </a:extLst>
          </p:cNvPr>
          <p:cNvGrpSpPr/>
          <p:nvPr/>
        </p:nvGrpSpPr>
        <p:grpSpPr>
          <a:xfrm>
            <a:off x="2726619" y="18486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CC471FB-3DE0-C3AA-DE25-8C8C0D2660DE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1A2D94D7-AA22-321A-BC9F-C3F0014CE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3D54D13-D157-A98D-246F-71805584897B}"/>
              </a:ext>
            </a:extLst>
          </p:cNvPr>
          <p:cNvSpPr/>
          <p:nvPr/>
        </p:nvSpPr>
        <p:spPr>
          <a:xfrm>
            <a:off x="4697467" y="18486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553E08E-FCE3-7140-A256-A8307608532B}"/>
              </a:ext>
            </a:extLst>
          </p:cNvPr>
          <p:cNvSpPr txBox="1"/>
          <p:nvPr/>
        </p:nvSpPr>
        <p:spPr>
          <a:xfrm>
            <a:off x="7502225" y="34585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Nascimento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60392352-7757-7108-9BC6-88A8E2656B5F}"/>
              </a:ext>
            </a:extLst>
          </p:cNvPr>
          <p:cNvSpPr/>
          <p:nvPr/>
        </p:nvSpPr>
        <p:spPr>
          <a:xfrm>
            <a:off x="7565749" y="37695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01/02/2000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7675B4C-943A-E96D-D341-EBFCD63A1654}"/>
              </a:ext>
            </a:extLst>
          </p:cNvPr>
          <p:cNvSpPr txBox="1"/>
          <p:nvPr/>
        </p:nvSpPr>
        <p:spPr>
          <a:xfrm>
            <a:off x="9661225" y="34585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B86F010-8572-B19D-8D9B-CC0B95F0AC16}"/>
              </a:ext>
            </a:extLst>
          </p:cNvPr>
          <p:cNvSpPr/>
          <p:nvPr/>
        </p:nvSpPr>
        <p:spPr>
          <a:xfrm>
            <a:off x="9724749" y="37695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Masculino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2E840D48-85CC-5493-4E2B-8DC0BEB2A3A4}"/>
              </a:ext>
            </a:extLst>
          </p:cNvPr>
          <p:cNvCxnSpPr>
            <a:cxnSpLocks/>
          </p:cNvCxnSpPr>
          <p:nvPr/>
        </p:nvCxnSpPr>
        <p:spPr>
          <a:xfrm>
            <a:off x="2643361" y="4562525"/>
            <a:ext cx="918173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5F047539-042F-191F-3C0B-D35E4A60A2E3}"/>
              </a:ext>
            </a:extLst>
          </p:cNvPr>
          <p:cNvSpPr txBox="1"/>
          <p:nvPr/>
        </p:nvSpPr>
        <p:spPr>
          <a:xfrm>
            <a:off x="2588066" y="4247567"/>
            <a:ext cx="31112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ANIMAIS E ENTREVISTA DO TUTOR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8A1CD1AD-5B09-2810-FC9F-16306F05FF1B}"/>
              </a:ext>
            </a:extLst>
          </p:cNvPr>
          <p:cNvSpPr/>
          <p:nvPr/>
        </p:nvSpPr>
        <p:spPr>
          <a:xfrm>
            <a:off x="2652448" y="4714528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ANIMAIS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8D48DDED-DAE5-AF4F-3037-2BABFE125EF7}"/>
              </a:ext>
            </a:extLst>
          </p:cNvPr>
          <p:cNvSpPr/>
          <p:nvPr/>
        </p:nvSpPr>
        <p:spPr>
          <a:xfrm>
            <a:off x="2652448" y="5186653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ENTREVISTA</a:t>
            </a:r>
          </a:p>
        </p:txBody>
      </p:sp>
      <p:sp>
        <p:nvSpPr>
          <p:cNvPr id="6" name="Triângulo isósceles 5">
            <a:extLst>
              <a:ext uri="{FF2B5EF4-FFF2-40B4-BE49-F238E27FC236}">
                <a16:creationId xmlns:a16="http://schemas.microsoft.com/office/drawing/2014/main" id="{98D8F7F9-4B18-2CAD-9944-ED46F56BC91E}"/>
              </a:ext>
            </a:extLst>
          </p:cNvPr>
          <p:cNvSpPr/>
          <p:nvPr/>
        </p:nvSpPr>
        <p:spPr>
          <a:xfrm rot="10800000">
            <a:off x="3665777" y="27188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D1DC30EF-6FCB-06D5-5341-6141BD5FE831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5" name="Triângulo isósceles 44">
            <a:extLst>
              <a:ext uri="{FF2B5EF4-FFF2-40B4-BE49-F238E27FC236}">
                <a16:creationId xmlns:a16="http://schemas.microsoft.com/office/drawing/2014/main" id="{929E03A6-D910-E94B-81D9-08A9CA3076CD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Triângulo isósceles 46">
            <a:extLst>
              <a:ext uri="{FF2B5EF4-FFF2-40B4-BE49-F238E27FC236}">
                <a16:creationId xmlns:a16="http://schemas.microsoft.com/office/drawing/2014/main" id="{E0F7B3B3-F9FF-EAFA-FCF0-E3EF2DC404E9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50251DB8-5670-E30F-BA47-F22A79954773}"/>
              </a:ext>
            </a:extLst>
          </p:cNvPr>
          <p:cNvSpPr/>
          <p:nvPr/>
        </p:nvSpPr>
        <p:spPr>
          <a:xfrm>
            <a:off x="12130336" y="25617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AC7B4B2F-A75D-FE4A-3E34-9FBBAF5F2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0529967"/>
              </p:ext>
            </p:extLst>
          </p:nvPr>
        </p:nvGraphicFramePr>
        <p:xfrm>
          <a:off x="2581276" y="5700983"/>
          <a:ext cx="9382123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4624">
                  <a:extLst>
                    <a:ext uri="{9D8B030D-6E8A-4147-A177-3AD203B41FA5}">
                      <a16:colId xmlns:a16="http://schemas.microsoft.com/office/drawing/2014/main" val="619413637"/>
                    </a:ext>
                  </a:extLst>
                </a:gridCol>
                <a:gridCol w="3449937">
                  <a:extLst>
                    <a:ext uri="{9D8B030D-6E8A-4147-A177-3AD203B41FA5}">
                      <a16:colId xmlns:a16="http://schemas.microsoft.com/office/drawing/2014/main" val="3548151115"/>
                    </a:ext>
                  </a:extLst>
                </a:gridCol>
                <a:gridCol w="2219293">
                  <a:extLst>
                    <a:ext uri="{9D8B030D-6E8A-4147-A177-3AD203B41FA5}">
                      <a16:colId xmlns:a16="http://schemas.microsoft.com/office/drawing/2014/main" val="2220047140"/>
                    </a:ext>
                  </a:extLst>
                </a:gridCol>
                <a:gridCol w="1275455">
                  <a:extLst>
                    <a:ext uri="{9D8B030D-6E8A-4147-A177-3AD203B41FA5}">
                      <a16:colId xmlns:a16="http://schemas.microsoft.com/office/drawing/2014/main" val="2268479352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343307402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abc-002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02/03/1999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Feminino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38560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abc-003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03/04/1998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Masculino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281841"/>
                  </a:ext>
                </a:extLst>
              </a:tr>
            </a:tbl>
          </a:graphicData>
        </a:graphic>
      </p:graphicFrame>
      <p:sp>
        <p:nvSpPr>
          <p:cNvPr id="34" name="CaixaDeTexto 33">
            <a:extLst>
              <a:ext uri="{FF2B5EF4-FFF2-40B4-BE49-F238E27FC236}">
                <a16:creationId xmlns:a16="http://schemas.microsoft.com/office/drawing/2014/main" id="{C7D8E796-00B9-35F3-41C9-7A7A162BC67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ENTREVISTAS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1D167DF-F008-274C-5925-7F7D4078109D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Tutor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C8BDD5C-F33B-FF94-D377-7232519872A6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Entrevista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58B1FD27-FEB2-FB40-66A6-C7F6762CCAD5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C8A477D1-1BF6-F25E-958F-B69B2B292C39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31406E08-F5B5-70EA-0C5C-3D88743513D9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5" name="Gráfico 54" descr="Aviso estrutura de tópicos">
              <a:extLst>
                <a:ext uri="{FF2B5EF4-FFF2-40B4-BE49-F238E27FC236}">
                  <a16:creationId xmlns:a16="http://schemas.microsoft.com/office/drawing/2014/main" id="{14B18AD7-1944-971A-0F5D-1A6281843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91A60B3A-1BD8-23C6-23DE-580E86A2A354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0" name="Gráfico 59" descr="Casinha de cachorro estrutura de tópicos">
                <a:extLst>
                  <a:ext uri="{FF2B5EF4-FFF2-40B4-BE49-F238E27FC236}">
                    <a16:creationId xmlns:a16="http://schemas.microsoft.com/office/drawing/2014/main" id="{236E22FC-4620-93B6-752C-2F48B96FC8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61" name="CaixaDeTexto 60">
                <a:extLst>
                  <a:ext uri="{FF2B5EF4-FFF2-40B4-BE49-F238E27FC236}">
                    <a16:creationId xmlns:a16="http://schemas.microsoft.com/office/drawing/2014/main" id="{116F077B-4947-5BEA-434D-C9CC38A3DA8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59" name="Gráfico 58" descr="Área de Transferência estrutura de tópicos">
              <a:extLst>
                <a:ext uri="{FF2B5EF4-FFF2-40B4-BE49-F238E27FC236}">
                  <a16:creationId xmlns:a16="http://schemas.microsoft.com/office/drawing/2014/main" id="{33788F67-7339-AE61-08EB-25342AFC6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3127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A0CA4-EE0C-DEA2-7B6E-CC3F737EF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D2724B6-9095-7F69-FC35-578F6CC7FD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6862617F-DA75-0FA5-F414-F69511CA085B}"/>
              </a:ext>
            </a:extLst>
          </p:cNvPr>
          <p:cNvSpPr/>
          <p:nvPr/>
        </p:nvSpPr>
        <p:spPr>
          <a:xfrm>
            <a:off x="2425802" y="709827"/>
            <a:ext cx="9677196" cy="605766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2B7F191-FC71-AFFF-AF3E-928C044A4CE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57AD9B6-02BC-A822-CFC8-1623DAF451AB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875FCAD-D38D-22BA-D5D9-F395B47D657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CF90480B-A0E6-6C93-DF30-3BBBCC2F71AB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3EAEF5C-4F4A-35FA-8BB0-D25C77234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8984DC3-C85C-E8F5-6EE9-9AD405625777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FDA1934-0258-7B32-7ABE-F7595BF55E3F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9C83ECE-D42E-A7C6-6E22-1DD2F7211412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1582BC1-E6AD-1040-9A58-4394E5B9B955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C9CB7E0-63E4-2318-0F51-9C8FBF4E1BB8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71C7C22-616E-91DD-2C74-384C2B2E12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AC6B901E-938C-9EB3-C235-0AF58422181A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523E642-9C75-A0CE-9721-3B3D67E1D71F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D7BD14EC-4DE8-2E81-8834-E8242A5AB4E7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80C586B-7C40-A86F-C28B-1B6DA0B7CEC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FE0BE9A-1D4F-620F-CEE8-9B7EEDB92C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5F02E776-094A-F19A-C046-5C92CA380CF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9AC0039-9F40-B54D-A86D-9604C1998D56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7957D61-2CAF-30B0-83F4-3AFC07E85B30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BD756BC0-E768-11FE-8B04-841AD81D8016}"/>
              </a:ext>
            </a:extLst>
          </p:cNvPr>
          <p:cNvSpPr/>
          <p:nvPr/>
        </p:nvSpPr>
        <p:spPr>
          <a:xfrm>
            <a:off x="661554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2F23BBFE-77C5-886D-D876-4AB61F1BEEED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entrevista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7E70D95-F4BF-1FBA-42ED-45035694452A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Tutor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BF0A2548-53C2-0D21-0CFD-214B37C032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581175"/>
              </p:ext>
            </p:extLst>
          </p:nvPr>
        </p:nvGraphicFramePr>
        <p:xfrm>
          <a:off x="2581276" y="3655397"/>
          <a:ext cx="9382123" cy="2919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49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69993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915485">
                  <a:extLst>
                    <a:ext uri="{9D8B030D-6E8A-4147-A177-3AD203B41FA5}">
                      <a16:colId xmlns:a16="http://schemas.microsoft.com/office/drawing/2014/main" val="158915234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da Realização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84768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87147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87274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2802443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60041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9452866F-9260-47DB-CB80-838CA746D973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1DE27C5-3471-2213-D12E-30E56AF4A133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BA56D3B-4CA3-F9BA-4771-9F849C130DBD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43A35D4-C8C5-698A-EE4A-5D89E400F452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01C03E5-C738-13A3-0D4C-284DF5DC8D5E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3B597071-6242-6383-ADC7-EAB41B8DD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5DB5615-CF39-478F-2078-C8CF32784C36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pic>
        <p:nvPicPr>
          <p:cNvPr id="38" name="Gráfico 37" descr="Acento Circunflexo para Cima com preenchimento sólido">
            <a:extLst>
              <a:ext uri="{FF2B5EF4-FFF2-40B4-BE49-F238E27FC236}">
                <a16:creationId xmlns:a16="http://schemas.microsoft.com/office/drawing/2014/main" id="{D85ECDEF-C653-4192-0F81-EBBD7CCC42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4361805" y="2021670"/>
            <a:ext cx="149234" cy="193752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E5C4F5B7-A855-C844-0C23-B99826F5CE2B}"/>
              </a:ext>
            </a:extLst>
          </p:cNvPr>
          <p:cNvSpPr/>
          <p:nvPr/>
        </p:nvSpPr>
        <p:spPr>
          <a:xfrm>
            <a:off x="4666512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Animal</a:t>
            </a:r>
          </a:p>
        </p:txBody>
      </p:sp>
      <p:pic>
        <p:nvPicPr>
          <p:cNvPr id="49" name="Gráfico 48" descr="Acento Circunflexo para Cima com preenchimento sólido">
            <a:extLst>
              <a:ext uri="{FF2B5EF4-FFF2-40B4-BE49-F238E27FC236}">
                <a16:creationId xmlns:a16="http://schemas.microsoft.com/office/drawing/2014/main" id="{BB7170F1-9F98-6466-B3A8-911D25A30F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6314192" y="2021670"/>
            <a:ext cx="149234" cy="193752"/>
          </a:xfrm>
          <a:prstGeom prst="rect">
            <a:avLst/>
          </a:prstGeom>
        </p:spPr>
      </p:pic>
      <p:sp>
        <p:nvSpPr>
          <p:cNvPr id="41" name="Triângulo isósceles 40">
            <a:extLst>
              <a:ext uri="{FF2B5EF4-FFF2-40B4-BE49-F238E27FC236}">
                <a16:creationId xmlns:a16="http://schemas.microsoft.com/office/drawing/2014/main" id="{6DEA2BDF-3F2C-2AFC-1C06-977097322F7F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71E4701-F638-452C-00B9-0E53038B0E5A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ENTREVISTAS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087710F2-5A02-AAC4-D12F-D49D3BFC4024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5ACF678-F2E1-B7DF-89D5-FBB948499507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3E44CF5-BFAB-3AF1-D750-2EDFB780A285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26F57F9-02FE-07DF-8CEF-55AA3EA62BEB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Entrevista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558F675-C31F-AA2B-DFCE-162FE4DE7A32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DFD69D4B-7EA6-C421-A5F9-CB4870ADD475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4F730E3B-F271-EB58-BFA3-9DDBC479CFFA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6" name="Gráfico 35" descr="Aviso estrutura de tópicos">
              <a:extLst>
                <a:ext uri="{FF2B5EF4-FFF2-40B4-BE49-F238E27FC236}">
                  <a16:creationId xmlns:a16="http://schemas.microsoft.com/office/drawing/2014/main" id="{BBD7FC21-D1FE-23FF-5B80-1BC529A3D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9" name="Agrupar 38">
              <a:extLst>
                <a:ext uri="{FF2B5EF4-FFF2-40B4-BE49-F238E27FC236}">
                  <a16:creationId xmlns:a16="http://schemas.microsoft.com/office/drawing/2014/main" id="{C8D3FB2A-81E3-BBEC-2FCE-208A05C930E2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2" name="Gráfico 41" descr="Casinha de cachorro estrutura de tópicos">
                <a:extLst>
                  <a:ext uri="{FF2B5EF4-FFF2-40B4-BE49-F238E27FC236}">
                    <a16:creationId xmlns:a16="http://schemas.microsoft.com/office/drawing/2014/main" id="{DA59355C-95EE-529F-A88B-F807A51D8C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20B17FDB-00F8-751E-6303-5D9AD6AA5BE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0" name="Gráfico 39" descr="Área de Transferência estrutura de tópicos">
              <a:extLst>
                <a:ext uri="{FF2B5EF4-FFF2-40B4-BE49-F238E27FC236}">
                  <a16:creationId xmlns:a16="http://schemas.microsoft.com/office/drawing/2014/main" id="{69140834-EFE0-4DD7-649A-1431581BB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56740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EDD0D-0DCC-B690-9646-5E10B82C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2E92C11-03D4-09FB-C350-DC7D94D599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393AF6DB-E0BB-7B74-0342-F10788C6D39F}"/>
              </a:ext>
            </a:extLst>
          </p:cNvPr>
          <p:cNvSpPr/>
          <p:nvPr/>
        </p:nvSpPr>
        <p:spPr>
          <a:xfrm>
            <a:off x="2425802" y="712143"/>
            <a:ext cx="9677196" cy="6450650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FDCCDEF-62D2-DE45-F745-23374A6BFC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51FAB21-2EB1-C0EC-C05A-468F9D29FCF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95CE25F-1615-BD17-1B77-39D437E1830A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0665295-2D3E-B8DC-5988-CC83EDC44D3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BA4AF0B9-A222-08A1-3C23-2175D451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8778B83-34EA-FDFF-235E-CBC408668A4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7CA52DC-2B38-FA34-559B-168D7DE3885C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C54A25D-07CB-FC9F-062F-4CD5B003C7DB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09DD804-7BB5-0639-1F99-315434F6F63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A774874-C962-80B7-29E5-09DFC2852FB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CD17F0A-7DC1-8B84-0C43-39D82B31E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0ACA89B7-A4A1-9C32-61FD-D4AAED81DEA8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ENTREVISTAS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2BDF4FE9-1590-CB36-88AB-4F2E394C4D1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A7041C8-A917-EE9F-55FB-7DD9F989E1B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A1698BB-8997-7561-E517-E27B412D6504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6175494-3EA2-265D-C6CB-A85920AED5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998AF8E-7CD9-D47D-AB00-D3670FE5FF3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65058EF-D3F2-15D1-8373-05A53EAB18E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0FF7A319-3EA3-E964-9BDE-5856E7260E0F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65AA359E-53DD-50BA-4BE5-1485D1A2E189}"/>
              </a:ext>
            </a:extLst>
          </p:cNvPr>
          <p:cNvSpPr/>
          <p:nvPr/>
        </p:nvSpPr>
        <p:spPr>
          <a:xfrm>
            <a:off x="661554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13F8A48-E76F-429A-1182-01F3A94EDCB3}"/>
              </a:ext>
            </a:extLst>
          </p:cNvPr>
          <p:cNvSpPr txBox="1"/>
          <p:nvPr/>
        </p:nvSpPr>
        <p:spPr>
          <a:xfrm>
            <a:off x="2714124" y="1586842"/>
            <a:ext cx="3483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entrevista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E7ECB78F-61A4-35A3-528A-FCAFCDB2E72E}"/>
              </a:ext>
            </a:extLst>
          </p:cNvPr>
          <p:cNvSpPr/>
          <p:nvPr/>
        </p:nvSpPr>
        <p:spPr>
          <a:xfrm>
            <a:off x="2714125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Tutor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335FBD31-B9D7-0149-E6CE-26E1FE0CA3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71399"/>
              </p:ext>
            </p:extLst>
          </p:nvPr>
        </p:nvGraphicFramePr>
        <p:xfrm>
          <a:off x="2581276" y="3655397"/>
          <a:ext cx="9382123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49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69993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2355850452"/>
                    </a:ext>
                  </a:extLst>
                </a:gridCol>
                <a:gridCol w="1915485">
                  <a:extLst>
                    <a:ext uri="{9D8B030D-6E8A-4147-A177-3AD203B41FA5}">
                      <a16:colId xmlns:a16="http://schemas.microsoft.com/office/drawing/2014/main" val="158915234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Tutor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da Realização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C8640D93-D5E9-6CAB-18E7-EDB8A8FA08FB}"/>
              </a:ext>
            </a:extLst>
          </p:cNvPr>
          <p:cNvSpPr/>
          <p:nvPr/>
        </p:nvSpPr>
        <p:spPr>
          <a:xfrm>
            <a:off x="2581274" y="4192095"/>
            <a:ext cx="9382125" cy="297069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B7186E0A-3AD6-E32A-FE34-1FBD36C8E25E}"/>
              </a:ext>
            </a:extLst>
          </p:cNvPr>
          <p:cNvSpPr txBox="1"/>
          <p:nvPr/>
        </p:nvSpPr>
        <p:spPr>
          <a:xfrm>
            <a:off x="10993557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9DA7BE57-3BC2-D824-AD4C-38F9266EC9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50703" y="43410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5A28E66B-46D2-2AE6-40D4-F2FA02F1D18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822361" y="4341024"/>
            <a:ext cx="198827" cy="198827"/>
          </a:xfrm>
          <a:prstGeom prst="rect">
            <a:avLst/>
          </a:prstGeom>
        </p:spPr>
      </p:pic>
      <p:sp>
        <p:nvSpPr>
          <p:cNvPr id="88" name="CaixaDeTexto 87">
            <a:extLst>
              <a:ext uri="{FF2B5EF4-FFF2-40B4-BE49-F238E27FC236}">
                <a16:creationId xmlns:a16="http://schemas.microsoft.com/office/drawing/2014/main" id="{5BBF8180-5215-25F7-7FD1-EBDC90EFFC4E}"/>
              </a:ext>
            </a:extLst>
          </p:cNvPr>
          <p:cNvSpPr txBox="1"/>
          <p:nvPr/>
        </p:nvSpPr>
        <p:spPr>
          <a:xfrm>
            <a:off x="2581274" y="4646140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ACAF43BA-3C8A-13E6-BE60-F55820EA6ED9}"/>
              </a:ext>
            </a:extLst>
          </p:cNvPr>
          <p:cNvSpPr/>
          <p:nvPr/>
        </p:nvSpPr>
        <p:spPr>
          <a:xfrm>
            <a:off x="2645564" y="4934745"/>
            <a:ext cx="115278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6C1FD811-D065-7148-A958-14C34202D5C0}"/>
              </a:ext>
            </a:extLst>
          </p:cNvPr>
          <p:cNvSpPr txBox="1"/>
          <p:nvPr/>
        </p:nvSpPr>
        <p:spPr>
          <a:xfrm>
            <a:off x="38192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B4343AD8-F5AA-1443-AF7E-33407531F695}"/>
              </a:ext>
            </a:extLst>
          </p:cNvPr>
          <p:cNvSpPr/>
          <p:nvPr/>
        </p:nvSpPr>
        <p:spPr>
          <a:xfrm>
            <a:off x="3882749" y="4937940"/>
            <a:ext cx="25806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Tutor 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2116B315-965A-5327-6304-21776C49DE61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AE47BFFA-D58A-88C7-078F-5894B1D8976A}"/>
              </a:ext>
            </a:extLst>
          </p:cNvPr>
          <p:cNvSpPr txBox="1"/>
          <p:nvPr/>
        </p:nvSpPr>
        <p:spPr>
          <a:xfrm>
            <a:off x="2588066" y="4218542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ENTREVISTA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3A53CAF-3922-3D68-C488-03E434BDC4D2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B60B74C-B904-AAB3-AE26-F9F29C83EBC4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96F77E-A460-FE41-9F72-1E2D513F077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4AF277F-B092-8D68-4C8C-AF23682EDB0C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35FDC112-D18B-24A8-A49D-118C01B7184C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44F1976A-FAAD-895E-71E4-95571C8339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A857AB3-BFDB-AC1F-CEFC-E06F40CB1619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B860723-29F5-2AC6-A8BA-64C1FD7F0ED5}"/>
              </a:ext>
            </a:extLst>
          </p:cNvPr>
          <p:cNvSpPr txBox="1"/>
          <p:nvPr/>
        </p:nvSpPr>
        <p:spPr>
          <a:xfrm>
            <a:off x="65370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C1CB4EB-DD23-902F-A56B-53C964905139}"/>
              </a:ext>
            </a:extLst>
          </p:cNvPr>
          <p:cNvSpPr/>
          <p:nvPr/>
        </p:nvSpPr>
        <p:spPr>
          <a:xfrm>
            <a:off x="6600549" y="4937940"/>
            <a:ext cx="255860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032D7CB-F838-9812-006C-500E4EDDFDB1}"/>
              </a:ext>
            </a:extLst>
          </p:cNvPr>
          <p:cNvSpPr txBox="1"/>
          <p:nvPr/>
        </p:nvSpPr>
        <p:spPr>
          <a:xfrm>
            <a:off x="92040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2EBCD8E-1AA2-AA0D-C586-7AD671A91245}"/>
              </a:ext>
            </a:extLst>
          </p:cNvPr>
          <p:cNvSpPr/>
          <p:nvPr/>
        </p:nvSpPr>
        <p:spPr>
          <a:xfrm>
            <a:off x="9267549" y="49379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9419EDBC-DE8D-6582-2F55-7766CCE01305}"/>
              </a:ext>
            </a:extLst>
          </p:cNvPr>
          <p:cNvCxnSpPr>
            <a:cxnSpLocks/>
          </p:cNvCxnSpPr>
          <p:nvPr/>
        </p:nvCxnSpPr>
        <p:spPr>
          <a:xfrm>
            <a:off x="2643361" y="5818104"/>
            <a:ext cx="918173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EF82EDA3-F118-6F54-3DC1-DF19A7B32B97}"/>
              </a:ext>
            </a:extLst>
          </p:cNvPr>
          <p:cNvSpPr txBox="1"/>
          <p:nvPr/>
        </p:nvSpPr>
        <p:spPr>
          <a:xfrm>
            <a:off x="2588066" y="5515846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SOBRE O TUTOR</a:t>
            </a:r>
          </a:p>
        </p:txBody>
      </p:sp>
      <p:pic>
        <p:nvPicPr>
          <p:cNvPr id="38" name="Gráfico 37" descr="Acento Circunflexo para Cima com preenchimento sólido">
            <a:extLst>
              <a:ext uri="{FF2B5EF4-FFF2-40B4-BE49-F238E27FC236}">
                <a16:creationId xmlns:a16="http://schemas.microsoft.com/office/drawing/2014/main" id="{7D82E250-C08C-6D77-B3AD-3971479158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4361805" y="2021670"/>
            <a:ext cx="149234" cy="193752"/>
          </a:xfrm>
          <a:prstGeom prst="rect">
            <a:avLst/>
          </a:prstGeom>
        </p:spPr>
      </p:pic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33BCBA9A-CC3F-F2BE-FF4A-1793DA37F925}"/>
              </a:ext>
            </a:extLst>
          </p:cNvPr>
          <p:cNvSpPr/>
          <p:nvPr/>
        </p:nvSpPr>
        <p:spPr>
          <a:xfrm>
            <a:off x="4666512" y="1941905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Animal</a:t>
            </a:r>
          </a:p>
        </p:txBody>
      </p:sp>
      <p:pic>
        <p:nvPicPr>
          <p:cNvPr id="49" name="Gráfico 48" descr="Acento Circunflexo para Cima com preenchimento sólido">
            <a:extLst>
              <a:ext uri="{FF2B5EF4-FFF2-40B4-BE49-F238E27FC236}">
                <a16:creationId xmlns:a16="http://schemas.microsoft.com/office/drawing/2014/main" id="{DDE8A51B-5BA9-07FE-C55C-96957412A33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0800000">
            <a:off x="6314192" y="2021670"/>
            <a:ext cx="149234" cy="193752"/>
          </a:xfrm>
          <a:prstGeom prst="rect">
            <a:avLst/>
          </a:prstGeom>
        </p:spPr>
      </p:pic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D6FBA5CB-1922-75B5-8D5C-FE3F1D824C18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9" name="Triângulo isósceles 58">
            <a:extLst>
              <a:ext uri="{FF2B5EF4-FFF2-40B4-BE49-F238E27FC236}">
                <a16:creationId xmlns:a16="http://schemas.microsoft.com/office/drawing/2014/main" id="{E82280B2-5861-9A21-ECB0-AFE6A223D240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Triângulo isósceles 59">
            <a:extLst>
              <a:ext uri="{FF2B5EF4-FFF2-40B4-BE49-F238E27FC236}">
                <a16:creationId xmlns:a16="http://schemas.microsoft.com/office/drawing/2014/main" id="{9AED050E-AE4A-3B42-F0D1-4C5A599958EB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8C7A5173-1C4A-CEAB-E85B-FC467DE722D9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81F5CEC-D151-B40E-5E09-F8534D1E3845}"/>
              </a:ext>
            </a:extLst>
          </p:cNvPr>
          <p:cNvSpPr txBox="1"/>
          <p:nvPr/>
        </p:nvSpPr>
        <p:spPr>
          <a:xfrm>
            <a:off x="2572773" y="589582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42EBE584-2676-CA44-18BB-61A4BC0169A9}"/>
              </a:ext>
            </a:extLst>
          </p:cNvPr>
          <p:cNvSpPr/>
          <p:nvPr/>
        </p:nvSpPr>
        <p:spPr>
          <a:xfrm>
            <a:off x="2643361" y="621273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5FF01B59-D5EF-EB9D-FEEA-AF162079F57D}"/>
              </a:ext>
            </a:extLst>
          </p:cNvPr>
          <p:cNvSpPr txBox="1"/>
          <p:nvPr/>
        </p:nvSpPr>
        <p:spPr>
          <a:xfrm>
            <a:off x="5690324" y="590495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2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DA791514-5815-F389-C19C-1C746B11DE81}"/>
              </a:ext>
            </a:extLst>
          </p:cNvPr>
          <p:cNvSpPr/>
          <p:nvPr/>
        </p:nvSpPr>
        <p:spPr>
          <a:xfrm>
            <a:off x="5775303" y="62159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R2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951D3FA3-D501-6DFE-116C-566F9C3AC483}"/>
              </a:ext>
            </a:extLst>
          </p:cNvPr>
          <p:cNvSpPr/>
          <p:nvPr/>
        </p:nvSpPr>
        <p:spPr>
          <a:xfrm>
            <a:off x="8907245" y="621273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R3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FC66B84A-9757-9A47-BCA5-C0AE9D7175E0}"/>
              </a:ext>
            </a:extLst>
          </p:cNvPr>
          <p:cNvSpPr txBox="1"/>
          <p:nvPr/>
        </p:nvSpPr>
        <p:spPr>
          <a:xfrm>
            <a:off x="8813217" y="590495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3</a:t>
            </a:r>
          </a:p>
        </p:txBody>
      </p:sp>
      <p:sp>
        <p:nvSpPr>
          <p:cNvPr id="41" name="Triângulo isósceles 40">
            <a:extLst>
              <a:ext uri="{FF2B5EF4-FFF2-40B4-BE49-F238E27FC236}">
                <a16:creationId xmlns:a16="http://schemas.microsoft.com/office/drawing/2014/main" id="{A7F8FD5D-AB88-1F68-8B66-B0E005F86A9D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CD0B7A5-819D-B815-83B9-A4E68FBB5E98}"/>
              </a:ext>
            </a:extLst>
          </p:cNvPr>
          <p:cNvSpPr txBox="1"/>
          <p:nvPr/>
        </p:nvSpPr>
        <p:spPr>
          <a:xfrm>
            <a:off x="2572773" y="665048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4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6E18465F-A444-34DB-396F-A5F3E18B9A21}"/>
              </a:ext>
            </a:extLst>
          </p:cNvPr>
          <p:cNvSpPr/>
          <p:nvPr/>
        </p:nvSpPr>
        <p:spPr>
          <a:xfrm>
            <a:off x="2643361" y="696739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R4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8BB1307-7CEF-B8B9-8AC5-040131A95D16}"/>
              </a:ext>
            </a:extLst>
          </p:cNvPr>
          <p:cNvSpPr txBox="1"/>
          <p:nvPr/>
        </p:nvSpPr>
        <p:spPr>
          <a:xfrm>
            <a:off x="5690324" y="665961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5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F9CD3DD4-5877-7FC3-60DC-C20707702FAB}"/>
              </a:ext>
            </a:extLst>
          </p:cNvPr>
          <p:cNvSpPr/>
          <p:nvPr/>
        </p:nvSpPr>
        <p:spPr>
          <a:xfrm>
            <a:off x="5775303" y="69705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R5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D63566FD-E3F8-3592-2143-76953AA5CE6A}"/>
              </a:ext>
            </a:extLst>
          </p:cNvPr>
          <p:cNvSpPr/>
          <p:nvPr/>
        </p:nvSpPr>
        <p:spPr>
          <a:xfrm>
            <a:off x="8907245" y="696739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R6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695E012-D90D-1FF8-08DC-EA1C3E1FD451}"/>
              </a:ext>
            </a:extLst>
          </p:cNvPr>
          <p:cNvSpPr txBox="1"/>
          <p:nvPr/>
        </p:nvSpPr>
        <p:spPr>
          <a:xfrm>
            <a:off x="8813217" y="665961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6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DC665B59-D2B8-9178-A525-8037BC63B5DE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D43703E5-F7C9-207D-5372-10FB9076833B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6" name="Gráfico 55" descr="Aviso estrutura de tópicos">
              <a:extLst>
                <a:ext uri="{FF2B5EF4-FFF2-40B4-BE49-F238E27FC236}">
                  <a16:creationId xmlns:a16="http://schemas.microsoft.com/office/drawing/2014/main" id="{86CAF8A4-F5E4-6BD4-71E4-2577DF57D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2" name="Agrupar 61">
              <a:extLst>
                <a:ext uri="{FF2B5EF4-FFF2-40B4-BE49-F238E27FC236}">
                  <a16:creationId xmlns:a16="http://schemas.microsoft.com/office/drawing/2014/main" id="{0C8F4B8E-7CD1-9F77-1BDE-0EC50DB54BD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4" name="Gráfico 63" descr="Casinha de cachorro estrutura de tópicos">
                <a:extLst>
                  <a:ext uri="{FF2B5EF4-FFF2-40B4-BE49-F238E27FC236}">
                    <a16:creationId xmlns:a16="http://schemas.microsoft.com/office/drawing/2014/main" id="{5C9AC120-5703-1D88-3211-8D746C98C1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67F4F211-25CF-A6A6-F635-3B09234C52BF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63" name="Gráfico 62" descr="Área de Transferência estrutura de tópicos">
              <a:extLst>
                <a:ext uri="{FF2B5EF4-FFF2-40B4-BE49-F238E27FC236}">
                  <a16:creationId xmlns:a16="http://schemas.microsoft.com/office/drawing/2014/main" id="{CFDCB177-FC29-9016-C150-DF8CA0CD0B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21B59788-125F-CAF9-7D1C-85BA80DCB819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6EF6319D-C97E-3485-E51B-226BAD7DEDE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4DA2619B-4BEE-5CA1-3D53-C09F50D40D9A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1" name="Retângulo 80">
            <a:extLst>
              <a:ext uri="{FF2B5EF4-FFF2-40B4-BE49-F238E27FC236}">
                <a16:creationId xmlns:a16="http://schemas.microsoft.com/office/drawing/2014/main" id="{133E51B5-4BA6-A329-0C0A-EDF0738920FA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7BE77DDE-381C-A4CC-4132-054D68B00BC8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5BE0B06C-6082-7470-F069-449FB97494B2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Entrevista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3E5E87CB-DD07-AAEE-CFF5-56DE61D47CAA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</p:spTree>
    <p:extLst>
      <p:ext uri="{BB962C8B-B14F-4D97-AF65-F5344CB8AC3E}">
        <p14:creationId xmlns:p14="http://schemas.microsoft.com/office/powerpoint/2010/main" val="17482755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E02B0-5A39-FABF-D8FE-9FB7FCF16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0F52A5E-2B78-D63D-1990-2EA16F9EDC8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38AEE0BE-97F2-C764-1186-8207D0136E98}"/>
              </a:ext>
            </a:extLst>
          </p:cNvPr>
          <p:cNvSpPr/>
          <p:nvPr/>
        </p:nvSpPr>
        <p:spPr>
          <a:xfrm>
            <a:off x="2425802" y="712142"/>
            <a:ext cx="9677196" cy="645065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BD21290-7DD2-7E16-5B09-21EBF3029A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77628822-BE94-E98B-ED7D-2E86337F2B2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CA444146-97FF-D993-001F-AC2B1A8B3850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8133236-17B5-7830-6CE6-66B8205868CA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D2264C97-D102-21D9-5DF1-453ED7B26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689FC0D-B751-A7F9-C177-CA1703222639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A3F1272-A56C-5366-2F47-E316DF69F5A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57A3F059-0C1F-4A48-1309-EDA370D14D6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4B1B3189-7757-2082-37E5-2D08F8D0E6B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2487C87-0C2E-56E3-26F8-7472AB6805E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B1E3114-B15B-8584-8F2F-9123091506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CDFDEC84-E346-807D-2F77-9708A00B6583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DA0000"/>
                </a:solidFill>
              </a:rPr>
              <a:t>ENTREVISTAS</a:t>
            </a:r>
          </a:p>
        </p:txBody>
      </p: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C16C5864-5235-86FA-B3BE-7D7F4416B34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13872C0-2096-0781-6D28-B300177BF1D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E9332737-47BE-5E8C-71CC-A909FB931D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9CB9E344-EFAD-384E-BE27-A7EA4BAA0EC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A7E720D-7AAD-9D19-2DB2-700F4EAFABB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1C395EB2-F960-2DF3-3B41-7D6BFEAFA666}"/>
              </a:ext>
            </a:extLst>
          </p:cNvPr>
          <p:cNvSpPr/>
          <p:nvPr/>
        </p:nvSpPr>
        <p:spPr>
          <a:xfrm>
            <a:off x="2581275" y="1417077"/>
            <a:ext cx="9382125" cy="574571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A4C798-B6BA-39E2-0479-139253F76647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9F06F73C-C35F-428E-936D-1E354D860E3D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AA6048DC-3046-0B7D-2D40-0F74765C8EE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55527FE-1174-5FF9-2BB3-1C36D8F6F8E6}"/>
              </a:ext>
            </a:extLst>
          </p:cNvPr>
          <p:cNvSpPr txBox="1"/>
          <p:nvPr/>
        </p:nvSpPr>
        <p:spPr>
          <a:xfrm>
            <a:off x="2572773" y="365856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4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C32F163B-5E52-1442-A4F5-B88D01574418}"/>
              </a:ext>
            </a:extLst>
          </p:cNvPr>
          <p:cNvSpPr/>
          <p:nvPr/>
        </p:nvSpPr>
        <p:spPr>
          <a:xfrm>
            <a:off x="2643361" y="397547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R4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2EC36C83-910B-2DA5-0C17-4F90CEE96F82}"/>
              </a:ext>
            </a:extLst>
          </p:cNvPr>
          <p:cNvSpPr txBox="1"/>
          <p:nvPr/>
        </p:nvSpPr>
        <p:spPr>
          <a:xfrm>
            <a:off x="5690324" y="366769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5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E8586E3B-B89A-9F35-7B50-BA797E289576}"/>
              </a:ext>
            </a:extLst>
          </p:cNvPr>
          <p:cNvSpPr/>
          <p:nvPr/>
        </p:nvSpPr>
        <p:spPr>
          <a:xfrm>
            <a:off x="5775303" y="39786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R5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EE9DEACB-C5B3-D559-BF46-D460A971FC95}"/>
              </a:ext>
            </a:extLst>
          </p:cNvPr>
          <p:cNvSpPr/>
          <p:nvPr/>
        </p:nvSpPr>
        <p:spPr>
          <a:xfrm>
            <a:off x="8907245" y="397547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R6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F7C4DC42-7150-B535-2E0E-2807ABFD2966}"/>
              </a:ext>
            </a:extLst>
          </p:cNvPr>
          <p:cNvSpPr txBox="1"/>
          <p:nvPr/>
        </p:nvSpPr>
        <p:spPr>
          <a:xfrm>
            <a:off x="8813217" y="366769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6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61F2E10-07FE-30CB-A6C6-9CD4FDFFE89F}"/>
              </a:ext>
            </a:extLst>
          </p:cNvPr>
          <p:cNvSpPr txBox="1"/>
          <p:nvPr/>
        </p:nvSpPr>
        <p:spPr>
          <a:xfrm>
            <a:off x="2572773" y="440010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7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E8C382F7-CD36-B4C7-DBAB-ACC8C228550F}"/>
              </a:ext>
            </a:extLst>
          </p:cNvPr>
          <p:cNvSpPr/>
          <p:nvPr/>
        </p:nvSpPr>
        <p:spPr>
          <a:xfrm>
            <a:off x="2643361" y="471701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R7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951DB22F-D564-8EC4-F6EB-3F95FEAB8A9C}"/>
              </a:ext>
            </a:extLst>
          </p:cNvPr>
          <p:cNvSpPr txBox="1"/>
          <p:nvPr/>
        </p:nvSpPr>
        <p:spPr>
          <a:xfrm>
            <a:off x="5690324" y="440924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8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1788D5EA-37A1-72D8-3718-EAAB362C085C}"/>
              </a:ext>
            </a:extLst>
          </p:cNvPr>
          <p:cNvSpPr/>
          <p:nvPr/>
        </p:nvSpPr>
        <p:spPr>
          <a:xfrm>
            <a:off x="5775303" y="472021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R8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252708C1-15B1-7734-5DD6-1431A4F35855}"/>
              </a:ext>
            </a:extLst>
          </p:cNvPr>
          <p:cNvSpPr/>
          <p:nvPr/>
        </p:nvSpPr>
        <p:spPr>
          <a:xfrm>
            <a:off x="8907245" y="471701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R9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D118C44A-FF6E-7DAC-8F93-244FE7818B6A}"/>
              </a:ext>
            </a:extLst>
          </p:cNvPr>
          <p:cNvSpPr txBox="1"/>
          <p:nvPr/>
        </p:nvSpPr>
        <p:spPr>
          <a:xfrm>
            <a:off x="8813217" y="4409240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9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138C84E0-5A80-D2D1-D5DE-B90B373EBB51}"/>
              </a:ext>
            </a:extLst>
          </p:cNvPr>
          <p:cNvSpPr txBox="1"/>
          <p:nvPr/>
        </p:nvSpPr>
        <p:spPr>
          <a:xfrm>
            <a:off x="2573361" y="51338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10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3B64813B-F99C-9FEB-B6A1-D4B16C0E483A}"/>
              </a:ext>
            </a:extLst>
          </p:cNvPr>
          <p:cNvSpPr/>
          <p:nvPr/>
        </p:nvSpPr>
        <p:spPr>
          <a:xfrm>
            <a:off x="2643949" y="54508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R10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72DBA780-6E02-2566-7EA5-8E84AC6F6252}"/>
              </a:ext>
            </a:extLst>
          </p:cNvPr>
          <p:cNvSpPr txBox="1"/>
          <p:nvPr/>
        </p:nvSpPr>
        <p:spPr>
          <a:xfrm>
            <a:off x="5690912" y="51430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11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0F253300-8BAE-BFB8-A0D6-35C792A54CC1}"/>
              </a:ext>
            </a:extLst>
          </p:cNvPr>
          <p:cNvSpPr/>
          <p:nvPr/>
        </p:nvSpPr>
        <p:spPr>
          <a:xfrm>
            <a:off x="5775891" y="54539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R11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88768581-5C55-0953-A621-D101DC144909}"/>
              </a:ext>
            </a:extLst>
          </p:cNvPr>
          <p:cNvSpPr/>
          <p:nvPr/>
        </p:nvSpPr>
        <p:spPr>
          <a:xfrm>
            <a:off x="8907833" y="54508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R12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DC17DF06-E5EE-A179-AD2E-29E84F6E29FF}"/>
              </a:ext>
            </a:extLst>
          </p:cNvPr>
          <p:cNvSpPr txBox="1"/>
          <p:nvPr/>
        </p:nvSpPr>
        <p:spPr>
          <a:xfrm>
            <a:off x="8813805" y="51430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12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853CE873-6B01-2423-6BA0-83D5BA84693A}"/>
              </a:ext>
            </a:extLst>
          </p:cNvPr>
          <p:cNvSpPr txBox="1"/>
          <p:nvPr/>
        </p:nvSpPr>
        <p:spPr>
          <a:xfrm>
            <a:off x="2581274" y="584094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13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E8AD2CE2-D46E-660B-72CB-638C8C5FA22D}"/>
              </a:ext>
            </a:extLst>
          </p:cNvPr>
          <p:cNvSpPr/>
          <p:nvPr/>
        </p:nvSpPr>
        <p:spPr>
          <a:xfrm>
            <a:off x="2651862" y="615785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R13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8875B239-E7AA-F76A-96B9-CA48040466EF}"/>
              </a:ext>
            </a:extLst>
          </p:cNvPr>
          <p:cNvSpPr txBox="1"/>
          <p:nvPr/>
        </p:nvSpPr>
        <p:spPr>
          <a:xfrm>
            <a:off x="5698825" y="585007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14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74CEFFF7-DD23-DF76-72E1-540AB41A81E7}"/>
              </a:ext>
            </a:extLst>
          </p:cNvPr>
          <p:cNvSpPr/>
          <p:nvPr/>
        </p:nvSpPr>
        <p:spPr>
          <a:xfrm>
            <a:off x="5783804" y="616105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R14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AF5B50CB-2AAC-58A6-B82C-75B3BF16E449}"/>
              </a:ext>
            </a:extLst>
          </p:cNvPr>
          <p:cNvSpPr/>
          <p:nvPr/>
        </p:nvSpPr>
        <p:spPr>
          <a:xfrm>
            <a:off x="8915746" y="619580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R15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D4C44D84-A96E-A774-F223-03751B57386C}"/>
              </a:ext>
            </a:extLst>
          </p:cNvPr>
          <p:cNvSpPr txBox="1"/>
          <p:nvPr/>
        </p:nvSpPr>
        <p:spPr>
          <a:xfrm>
            <a:off x="8821718" y="585007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15</a:t>
            </a:r>
          </a:p>
        </p:txBody>
      </p: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057736BB-BB5E-9131-E9C6-8E1A6A15C371}"/>
              </a:ext>
            </a:extLst>
          </p:cNvPr>
          <p:cNvCxnSpPr>
            <a:cxnSpLocks/>
          </p:cNvCxnSpPr>
          <p:nvPr/>
        </p:nvCxnSpPr>
        <p:spPr>
          <a:xfrm>
            <a:off x="2643361" y="2926038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A3B09804-7EC7-61C9-AD1A-0D505059395F}"/>
              </a:ext>
            </a:extLst>
          </p:cNvPr>
          <p:cNvSpPr txBox="1"/>
          <p:nvPr/>
        </p:nvSpPr>
        <p:spPr>
          <a:xfrm>
            <a:off x="2588066" y="2623780"/>
            <a:ext cx="27769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SOBRE O TUTOR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E033D18-6B99-9B0D-76A9-A759CFEB2AA4}"/>
              </a:ext>
            </a:extLst>
          </p:cNvPr>
          <p:cNvSpPr txBox="1"/>
          <p:nvPr/>
        </p:nvSpPr>
        <p:spPr>
          <a:xfrm>
            <a:off x="2572773" y="296006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D1F316F-BBCD-B7AA-9C09-E6A01CE2F856}"/>
              </a:ext>
            </a:extLst>
          </p:cNvPr>
          <p:cNvSpPr/>
          <p:nvPr/>
        </p:nvSpPr>
        <p:spPr>
          <a:xfrm>
            <a:off x="2643361" y="327697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0E9E7FC-8E93-267D-C747-BCD98CB08373}"/>
              </a:ext>
            </a:extLst>
          </p:cNvPr>
          <p:cNvSpPr txBox="1"/>
          <p:nvPr/>
        </p:nvSpPr>
        <p:spPr>
          <a:xfrm>
            <a:off x="5690324" y="296919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2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0CE9BE67-506D-0DB8-8BF7-AAAB4E2F152F}"/>
              </a:ext>
            </a:extLst>
          </p:cNvPr>
          <p:cNvSpPr/>
          <p:nvPr/>
        </p:nvSpPr>
        <p:spPr>
          <a:xfrm>
            <a:off x="5775303" y="32801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R2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8BD3620-612F-CD4A-207D-E75627874644}"/>
              </a:ext>
            </a:extLst>
          </p:cNvPr>
          <p:cNvSpPr/>
          <p:nvPr/>
        </p:nvSpPr>
        <p:spPr>
          <a:xfrm>
            <a:off x="8907245" y="327697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R3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547E7A1-2B72-E2B1-7B0E-C114376BFBF6}"/>
              </a:ext>
            </a:extLst>
          </p:cNvPr>
          <p:cNvSpPr txBox="1"/>
          <p:nvPr/>
        </p:nvSpPr>
        <p:spPr>
          <a:xfrm>
            <a:off x="8813217" y="296919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3</a:t>
            </a:r>
          </a:p>
        </p:txBody>
      </p:sp>
      <p:cxnSp>
        <p:nvCxnSpPr>
          <p:cNvPr id="134" name="Conector reto 133">
            <a:extLst>
              <a:ext uri="{FF2B5EF4-FFF2-40B4-BE49-F238E27FC236}">
                <a16:creationId xmlns:a16="http://schemas.microsoft.com/office/drawing/2014/main" id="{E7276769-3CC8-D3A6-CD49-629CB22ABFFB}"/>
              </a:ext>
            </a:extLst>
          </p:cNvPr>
          <p:cNvCxnSpPr>
            <a:cxnSpLocks/>
          </p:cNvCxnSpPr>
          <p:nvPr/>
        </p:nvCxnSpPr>
        <p:spPr>
          <a:xfrm>
            <a:off x="2643361" y="6935508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CaixaDeTexto 134">
            <a:extLst>
              <a:ext uri="{FF2B5EF4-FFF2-40B4-BE49-F238E27FC236}">
                <a16:creationId xmlns:a16="http://schemas.microsoft.com/office/drawing/2014/main" id="{80200023-BC08-0CA8-481D-63DA9ED4BAED}"/>
              </a:ext>
            </a:extLst>
          </p:cNvPr>
          <p:cNvSpPr txBox="1"/>
          <p:nvPr/>
        </p:nvSpPr>
        <p:spPr>
          <a:xfrm>
            <a:off x="2588066" y="6633250"/>
            <a:ext cx="3596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SOBRE O ANIMAL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FB8A018-7D18-5F97-E9A0-D06A79C77D2C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A9B9BB47-3CD7-9BA0-E0AF-274B1315F520}"/>
              </a:ext>
            </a:extLst>
          </p:cNvPr>
          <p:cNvSpPr txBox="1"/>
          <p:nvPr/>
        </p:nvSpPr>
        <p:spPr>
          <a:xfrm>
            <a:off x="2585473" y="772427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4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1C1EABB8-EC58-13DF-5250-2DA87DFD475A}"/>
              </a:ext>
            </a:extLst>
          </p:cNvPr>
          <p:cNvSpPr/>
          <p:nvPr/>
        </p:nvSpPr>
        <p:spPr>
          <a:xfrm>
            <a:off x="2656061" y="80411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R4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07558C7A-BA48-DCBE-DB7E-4C0E64A31F5E}"/>
              </a:ext>
            </a:extLst>
          </p:cNvPr>
          <p:cNvSpPr txBox="1"/>
          <p:nvPr/>
        </p:nvSpPr>
        <p:spPr>
          <a:xfrm>
            <a:off x="5703024" y="773341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5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B0D5F567-580F-E467-6327-5508E003A820}"/>
              </a:ext>
            </a:extLst>
          </p:cNvPr>
          <p:cNvSpPr/>
          <p:nvPr/>
        </p:nvSpPr>
        <p:spPr>
          <a:xfrm>
            <a:off x="5788003" y="804438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R5</a:t>
            </a:r>
          </a:p>
        </p:txBody>
      </p:sp>
      <p:sp>
        <p:nvSpPr>
          <p:cNvPr id="95" name="Retângulo: Cantos Arredondados 94">
            <a:extLst>
              <a:ext uri="{FF2B5EF4-FFF2-40B4-BE49-F238E27FC236}">
                <a16:creationId xmlns:a16="http://schemas.microsoft.com/office/drawing/2014/main" id="{3871DC07-85F5-86DD-306C-A8C465E9147C}"/>
              </a:ext>
            </a:extLst>
          </p:cNvPr>
          <p:cNvSpPr/>
          <p:nvPr/>
        </p:nvSpPr>
        <p:spPr>
          <a:xfrm>
            <a:off x="8919945" y="80411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R6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E4D9A254-4109-C73B-6ED9-7B97FCF6B528}"/>
              </a:ext>
            </a:extLst>
          </p:cNvPr>
          <p:cNvSpPr txBox="1"/>
          <p:nvPr/>
        </p:nvSpPr>
        <p:spPr>
          <a:xfrm>
            <a:off x="8825917" y="7733411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6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558DFD1C-3346-EE68-C778-1B52099C9D53}"/>
              </a:ext>
            </a:extLst>
          </p:cNvPr>
          <p:cNvSpPr txBox="1"/>
          <p:nvPr/>
        </p:nvSpPr>
        <p:spPr>
          <a:xfrm>
            <a:off x="2585473" y="846582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7</a:t>
            </a:r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E389C515-CF2E-893F-EF63-3D0007C535C9}"/>
              </a:ext>
            </a:extLst>
          </p:cNvPr>
          <p:cNvSpPr/>
          <p:nvPr/>
        </p:nvSpPr>
        <p:spPr>
          <a:xfrm>
            <a:off x="2656061" y="878273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R7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5182C1BD-4BFB-873D-CD39-34E77522AA91}"/>
              </a:ext>
            </a:extLst>
          </p:cNvPr>
          <p:cNvSpPr txBox="1"/>
          <p:nvPr/>
        </p:nvSpPr>
        <p:spPr>
          <a:xfrm>
            <a:off x="5703024" y="847495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8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D1641E0E-992B-7E72-2D8A-5F27788A1E59}"/>
              </a:ext>
            </a:extLst>
          </p:cNvPr>
          <p:cNvSpPr/>
          <p:nvPr/>
        </p:nvSpPr>
        <p:spPr>
          <a:xfrm>
            <a:off x="5788003" y="87859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R8</a:t>
            </a:r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B48FBB06-99A5-0DE1-DE9F-B83CC425853B}"/>
              </a:ext>
            </a:extLst>
          </p:cNvPr>
          <p:cNvSpPr/>
          <p:nvPr/>
        </p:nvSpPr>
        <p:spPr>
          <a:xfrm>
            <a:off x="8919945" y="878273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R9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C09E1C57-45B6-489B-344A-0E514C07857A}"/>
              </a:ext>
            </a:extLst>
          </p:cNvPr>
          <p:cNvSpPr txBox="1"/>
          <p:nvPr/>
        </p:nvSpPr>
        <p:spPr>
          <a:xfrm>
            <a:off x="8825917" y="847495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9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1B39F459-5B46-AECE-9BCA-7E02BC87175D}"/>
              </a:ext>
            </a:extLst>
          </p:cNvPr>
          <p:cNvSpPr txBox="1"/>
          <p:nvPr/>
        </p:nvSpPr>
        <p:spPr>
          <a:xfrm>
            <a:off x="2585473" y="702577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0C4D7ACD-A24F-651E-96C7-955FA7467CCD}"/>
              </a:ext>
            </a:extLst>
          </p:cNvPr>
          <p:cNvSpPr/>
          <p:nvPr/>
        </p:nvSpPr>
        <p:spPr>
          <a:xfrm>
            <a:off x="2656061" y="73426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89DF1316-C3AC-550B-C0B6-938FA9F6D1E7}"/>
              </a:ext>
            </a:extLst>
          </p:cNvPr>
          <p:cNvSpPr txBox="1"/>
          <p:nvPr/>
        </p:nvSpPr>
        <p:spPr>
          <a:xfrm>
            <a:off x="5703024" y="703491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2</a:t>
            </a:r>
          </a:p>
        </p:txBody>
      </p:sp>
      <p:sp>
        <p:nvSpPr>
          <p:cNvPr id="106" name="Retângulo: Cantos Arredondados 105">
            <a:extLst>
              <a:ext uri="{FF2B5EF4-FFF2-40B4-BE49-F238E27FC236}">
                <a16:creationId xmlns:a16="http://schemas.microsoft.com/office/drawing/2014/main" id="{1F053F42-4B1E-DF7F-2000-C78493F1B6E2}"/>
              </a:ext>
            </a:extLst>
          </p:cNvPr>
          <p:cNvSpPr/>
          <p:nvPr/>
        </p:nvSpPr>
        <p:spPr>
          <a:xfrm>
            <a:off x="5788003" y="734588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R2</a:t>
            </a:r>
          </a:p>
        </p:txBody>
      </p:sp>
      <p:sp>
        <p:nvSpPr>
          <p:cNvPr id="107" name="Retângulo: Cantos Arredondados 106">
            <a:extLst>
              <a:ext uri="{FF2B5EF4-FFF2-40B4-BE49-F238E27FC236}">
                <a16:creationId xmlns:a16="http://schemas.microsoft.com/office/drawing/2014/main" id="{D8EA386D-2DCA-11DA-7BCC-FD59FA709B1C}"/>
              </a:ext>
            </a:extLst>
          </p:cNvPr>
          <p:cNvSpPr/>
          <p:nvPr/>
        </p:nvSpPr>
        <p:spPr>
          <a:xfrm>
            <a:off x="8919945" y="73426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R3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83CDF245-50D2-1A0C-3781-51C254DDFED4}"/>
              </a:ext>
            </a:extLst>
          </p:cNvPr>
          <p:cNvSpPr txBox="1"/>
          <p:nvPr/>
        </p:nvSpPr>
        <p:spPr>
          <a:xfrm>
            <a:off x="8825917" y="7034911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3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57DD5CC-BB59-36C8-CEE3-7E49EBCB01AE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AC9EB06-443E-84D6-9488-2E65E6BE0F14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6" name="Gráfico 15" descr="Aviso estrutura de tópicos">
              <a:extLst>
                <a:ext uri="{FF2B5EF4-FFF2-40B4-BE49-F238E27FC236}">
                  <a16:creationId xmlns:a16="http://schemas.microsoft.com/office/drawing/2014/main" id="{B30E40A2-DAD1-379E-2DB4-8FACE2985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2D1B42C7-FD97-2A42-E99C-2B2D57561114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6" name="Gráfico 25" descr="Casinha de cachorro estrutura de tópicos">
                <a:extLst>
                  <a:ext uri="{FF2B5EF4-FFF2-40B4-BE49-F238E27FC236}">
                    <a16:creationId xmlns:a16="http://schemas.microsoft.com/office/drawing/2014/main" id="{C7A312EE-75BC-DB08-D672-1EAB224D2C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DDA12123-FCD1-BE20-4C31-93F85B4B2AE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0" name="Gráfico 19" descr="Área de Transferência estrutura de tópicos">
              <a:extLst>
                <a:ext uri="{FF2B5EF4-FFF2-40B4-BE49-F238E27FC236}">
                  <a16:creationId xmlns:a16="http://schemas.microsoft.com/office/drawing/2014/main" id="{60DF75D6-D422-85D2-C487-C589484B8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0A3A2D6F-849E-3468-AEE5-3D298C128744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541C0E3B-1F71-E2E2-EE01-9F1C4C0CFC0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05520E56-A3E0-F838-F15B-A720DA621FA9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470576B4-9D9B-714B-B289-162986ABA0F4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9A7F18AC-914A-5E9A-4F34-3FB43973C3F9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7AA0A7E6-D9E5-4E14-34C8-2F2FA747E908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Entrevista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C76934A-BBD2-CC49-A403-95479FBF6AF3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C98FA049-8607-B9FC-1A68-45A6AFAF6BCD}"/>
              </a:ext>
            </a:extLst>
          </p:cNvPr>
          <p:cNvSpPr txBox="1"/>
          <p:nvPr/>
        </p:nvSpPr>
        <p:spPr>
          <a:xfrm>
            <a:off x="11000355" y="1548328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15" name="Gráfico 114" descr="Lápis com preenchimento sólido">
            <a:extLst>
              <a:ext uri="{FF2B5EF4-FFF2-40B4-BE49-F238E27FC236}">
                <a16:creationId xmlns:a16="http://schemas.microsoft.com/office/drawing/2014/main" id="{A25BB037-54AB-19C2-BE27-CFC9BDBCF20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57501" y="1574507"/>
            <a:ext cx="198827" cy="198827"/>
          </a:xfrm>
          <a:prstGeom prst="rect">
            <a:avLst/>
          </a:prstGeom>
        </p:spPr>
      </p:pic>
      <p:pic>
        <p:nvPicPr>
          <p:cNvPr id="116" name="Gráfico 115" descr="Lixo com preenchimento sólido">
            <a:extLst>
              <a:ext uri="{FF2B5EF4-FFF2-40B4-BE49-F238E27FC236}">
                <a16:creationId xmlns:a16="http://schemas.microsoft.com/office/drawing/2014/main" id="{788202D6-7E2B-10B1-719D-4DAA8BE8D8F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29159" y="1574508"/>
            <a:ext cx="198827" cy="198827"/>
          </a:xfrm>
          <a:prstGeom prst="rect">
            <a:avLst/>
          </a:prstGeom>
        </p:spPr>
      </p:pic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6D9D9929-F2D6-1F95-8F61-6319600BA390}"/>
              </a:ext>
            </a:extLst>
          </p:cNvPr>
          <p:cNvSpPr txBox="1"/>
          <p:nvPr/>
        </p:nvSpPr>
        <p:spPr>
          <a:xfrm>
            <a:off x="2588072" y="1879624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118" name="Retângulo: Cantos Arredondados 117">
            <a:extLst>
              <a:ext uri="{FF2B5EF4-FFF2-40B4-BE49-F238E27FC236}">
                <a16:creationId xmlns:a16="http://schemas.microsoft.com/office/drawing/2014/main" id="{94CE1EF0-42FA-ED98-AAC9-BFA096FFA2E4}"/>
              </a:ext>
            </a:extLst>
          </p:cNvPr>
          <p:cNvSpPr/>
          <p:nvPr/>
        </p:nvSpPr>
        <p:spPr>
          <a:xfrm>
            <a:off x="2652362" y="2168229"/>
            <a:ext cx="115278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B3634C55-9A51-C5BD-F55E-06E51EC4CBEA}"/>
              </a:ext>
            </a:extLst>
          </p:cNvPr>
          <p:cNvSpPr txBox="1"/>
          <p:nvPr/>
        </p:nvSpPr>
        <p:spPr>
          <a:xfrm>
            <a:off x="3826023" y="1860452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120" name="Retângulo: Cantos Arredondados 119">
            <a:extLst>
              <a:ext uri="{FF2B5EF4-FFF2-40B4-BE49-F238E27FC236}">
                <a16:creationId xmlns:a16="http://schemas.microsoft.com/office/drawing/2014/main" id="{4E4460C7-0501-BB33-86C5-790E24D54BD7}"/>
              </a:ext>
            </a:extLst>
          </p:cNvPr>
          <p:cNvSpPr/>
          <p:nvPr/>
        </p:nvSpPr>
        <p:spPr>
          <a:xfrm>
            <a:off x="3889547" y="2171424"/>
            <a:ext cx="25806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Tutor 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819F7FA5-CF11-C0B6-9573-BC4C0C6E169A}"/>
              </a:ext>
            </a:extLst>
          </p:cNvPr>
          <p:cNvCxnSpPr>
            <a:cxnSpLocks/>
          </p:cNvCxnSpPr>
          <p:nvPr/>
        </p:nvCxnSpPr>
        <p:spPr>
          <a:xfrm>
            <a:off x="2650159" y="1754284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3116EB0F-C344-3277-9268-AEBAFD11A40F}"/>
              </a:ext>
            </a:extLst>
          </p:cNvPr>
          <p:cNvSpPr txBox="1"/>
          <p:nvPr/>
        </p:nvSpPr>
        <p:spPr>
          <a:xfrm>
            <a:off x="2594864" y="1452026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ENTREVISTA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A3AE96C6-D158-47AA-940E-D44C6194867E}"/>
              </a:ext>
            </a:extLst>
          </p:cNvPr>
          <p:cNvSpPr txBox="1"/>
          <p:nvPr/>
        </p:nvSpPr>
        <p:spPr>
          <a:xfrm>
            <a:off x="6543823" y="1860452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124" name="Retângulo: Cantos Arredondados 123">
            <a:extLst>
              <a:ext uri="{FF2B5EF4-FFF2-40B4-BE49-F238E27FC236}">
                <a16:creationId xmlns:a16="http://schemas.microsoft.com/office/drawing/2014/main" id="{5F650DB9-0959-FD69-ABBE-EEEA8D96871E}"/>
              </a:ext>
            </a:extLst>
          </p:cNvPr>
          <p:cNvSpPr/>
          <p:nvPr/>
        </p:nvSpPr>
        <p:spPr>
          <a:xfrm>
            <a:off x="6607347" y="2171424"/>
            <a:ext cx="255860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FDCAA861-B1D0-BB13-C86B-1348299CB312}"/>
              </a:ext>
            </a:extLst>
          </p:cNvPr>
          <p:cNvSpPr txBox="1"/>
          <p:nvPr/>
        </p:nvSpPr>
        <p:spPr>
          <a:xfrm>
            <a:off x="9210823" y="1860452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126" name="Retângulo: Cantos Arredondados 125">
            <a:extLst>
              <a:ext uri="{FF2B5EF4-FFF2-40B4-BE49-F238E27FC236}">
                <a16:creationId xmlns:a16="http://schemas.microsoft.com/office/drawing/2014/main" id="{DD972A84-F87F-9246-5427-6D6FD91C3DE6}"/>
              </a:ext>
            </a:extLst>
          </p:cNvPr>
          <p:cNvSpPr/>
          <p:nvPr/>
        </p:nvSpPr>
        <p:spPr>
          <a:xfrm>
            <a:off x="9274347" y="2171424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</p:spTree>
    <p:extLst>
      <p:ext uri="{BB962C8B-B14F-4D97-AF65-F5344CB8AC3E}">
        <p14:creationId xmlns:p14="http://schemas.microsoft.com/office/powerpoint/2010/main" val="2551887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06E44-4CA5-3C36-607F-20D5C6363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31835D6-9490-490D-71A4-5D29D7E9A5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CE11F40C-2943-EA61-EC62-8D06D28D1F7D}"/>
              </a:ext>
            </a:extLst>
          </p:cNvPr>
          <p:cNvSpPr/>
          <p:nvPr/>
        </p:nvSpPr>
        <p:spPr>
          <a:xfrm>
            <a:off x="2425802" y="709827"/>
            <a:ext cx="9677196" cy="6057668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74EC2EC-E665-3557-B3B2-09F504F9B3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8A40BDC-7ACD-944D-9E5D-8C0186098F0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9703A02-3B08-0FC3-A406-86DB6ABB8C2D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8BC9FA3-F35A-D56A-1CBE-9B7B52F98E9E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B834D9E-9280-DBA4-50BC-E43149C75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98C780E-0C4F-557E-0F06-ECED16D18A7D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A35A8BF-04EE-1982-2C82-019C7674463D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EFBDB28-AD69-35B4-9C54-341A04F83A2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C56EFA8C-9DF1-637A-69F3-4794C006CA6A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E2249FC-1EE1-44FC-D844-18C2E1B20098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F8D7A5B-9A31-177C-6E54-CF58990581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1EF9C2A7-D6E4-EAB6-D4AD-A63C2C6B56EC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ENTREVISTAS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C3F8F719-58A0-AC91-6D74-C274FE0F3FB9}"/>
              </a:ext>
            </a:extLst>
          </p:cNvPr>
          <p:cNvCxnSpPr>
            <a:cxnSpLocks/>
          </p:cNvCxnSpPr>
          <p:nvPr/>
        </p:nvCxnSpPr>
        <p:spPr>
          <a:xfrm>
            <a:off x="7936706" y="1281033"/>
            <a:ext cx="416629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828E689-41B8-A39E-7A23-D508DFC10D9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14C8227C-1437-B241-F9A0-52281544267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6695C4A-A914-A765-4DE0-CB94322896F3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9006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03F1A28-70CB-DD0C-0AA2-06B6A9B698DB}"/>
              </a:ext>
            </a:extLst>
          </p:cNvPr>
          <p:cNvCxnSpPr>
            <a:cxnSpLocks/>
          </p:cNvCxnSpPr>
          <p:nvPr/>
        </p:nvCxnSpPr>
        <p:spPr>
          <a:xfrm>
            <a:off x="6526416" y="1280467"/>
            <a:ext cx="141029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7A3FE53-0ED9-7694-77A6-DC9647CD328A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9A76C13F-6901-25C7-65D2-6186E79458C5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830846BC-1B8A-8716-DB38-5622A5785D1C}"/>
              </a:ext>
            </a:extLst>
          </p:cNvPr>
          <p:cNvSpPr/>
          <p:nvPr/>
        </p:nvSpPr>
        <p:spPr>
          <a:xfrm>
            <a:off x="2581275" y="1417078"/>
            <a:ext cx="9382125" cy="3337427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0BA7FEB6-B14E-5524-47A1-51CAA64ACF78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83706B18-3E34-8711-7F5E-DD10227B5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757202"/>
              </p:ext>
            </p:extLst>
          </p:nvPr>
        </p:nvGraphicFramePr>
        <p:xfrm>
          <a:off x="2588066" y="4812476"/>
          <a:ext cx="9382123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8494">
                  <a:extLst>
                    <a:ext uri="{9D8B030D-6E8A-4147-A177-3AD203B41FA5}">
                      <a16:colId xmlns:a16="http://schemas.microsoft.com/office/drawing/2014/main" val="410756662"/>
                    </a:ext>
                  </a:extLst>
                </a:gridCol>
                <a:gridCol w="2699930">
                  <a:extLst>
                    <a:ext uri="{9D8B030D-6E8A-4147-A177-3AD203B41FA5}">
                      <a16:colId xmlns:a16="http://schemas.microsoft.com/office/drawing/2014/main" val="2774661287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3920670269"/>
                    </a:ext>
                  </a:extLst>
                </a:gridCol>
                <a:gridCol w="1915485">
                  <a:extLst>
                    <a:ext uri="{9D8B030D-6E8A-4147-A177-3AD203B41FA5}">
                      <a16:colId xmlns:a16="http://schemas.microsoft.com/office/drawing/2014/main" val="1933463372"/>
                    </a:ext>
                  </a:extLst>
                </a:gridCol>
                <a:gridCol w="992814">
                  <a:extLst>
                    <a:ext uri="{9D8B030D-6E8A-4147-A177-3AD203B41FA5}">
                      <a16:colId xmlns:a16="http://schemas.microsoft.com/office/drawing/2014/main" val="3478879259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713685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76456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34690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Tutor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67520"/>
                  </a:ext>
                </a:extLst>
              </a:tr>
            </a:tbl>
          </a:graphicData>
        </a:graphic>
      </p:graphicFrame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EAAA927-F4DF-B254-EEED-840BF88B2C72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B45DBA72-0EBA-9A0B-76D9-A80D51AC4317}"/>
              </a:ext>
            </a:extLst>
          </p:cNvPr>
          <p:cNvSpPr txBox="1"/>
          <p:nvPr/>
        </p:nvSpPr>
        <p:spPr>
          <a:xfrm>
            <a:off x="2588066" y="2926767"/>
            <a:ext cx="35968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SOBRE O ANIMAL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33085B2-A434-8389-3149-498DDDE0DD86}"/>
              </a:ext>
            </a:extLst>
          </p:cNvPr>
          <p:cNvSpPr txBox="1"/>
          <p:nvPr/>
        </p:nvSpPr>
        <p:spPr>
          <a:xfrm>
            <a:off x="2585473" y="401779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4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6A55F6A-E354-0FEC-5E56-B98FEBE05CBA}"/>
              </a:ext>
            </a:extLst>
          </p:cNvPr>
          <p:cNvSpPr/>
          <p:nvPr/>
        </p:nvSpPr>
        <p:spPr>
          <a:xfrm>
            <a:off x="2656061" y="433470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R4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A47BBD2-6D97-D536-BC7B-CC269F21CBB4}"/>
              </a:ext>
            </a:extLst>
          </p:cNvPr>
          <p:cNvSpPr txBox="1"/>
          <p:nvPr/>
        </p:nvSpPr>
        <p:spPr>
          <a:xfrm>
            <a:off x="5703024" y="402692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5</a:t>
            </a:r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36D216FB-63B9-F689-3CCE-A5C17F3D9FB0}"/>
              </a:ext>
            </a:extLst>
          </p:cNvPr>
          <p:cNvSpPr/>
          <p:nvPr/>
        </p:nvSpPr>
        <p:spPr>
          <a:xfrm>
            <a:off x="5788003" y="433790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R5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9F47F89A-0F55-D655-5863-B19089071E1C}"/>
              </a:ext>
            </a:extLst>
          </p:cNvPr>
          <p:cNvSpPr/>
          <p:nvPr/>
        </p:nvSpPr>
        <p:spPr>
          <a:xfrm>
            <a:off x="8919945" y="433470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R6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096B1E0-4AFD-A2D6-7546-9B3D1B7CDDF5}"/>
              </a:ext>
            </a:extLst>
          </p:cNvPr>
          <p:cNvSpPr txBox="1"/>
          <p:nvPr/>
        </p:nvSpPr>
        <p:spPr>
          <a:xfrm>
            <a:off x="8825917" y="402692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6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1E883EF2-487F-F3D6-C4ED-CF02B79D63F9}"/>
              </a:ext>
            </a:extLst>
          </p:cNvPr>
          <p:cNvSpPr txBox="1"/>
          <p:nvPr/>
        </p:nvSpPr>
        <p:spPr>
          <a:xfrm>
            <a:off x="2585473" y="331929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1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7DD5CE7C-F399-6CE8-8B35-B51DCA867898}"/>
              </a:ext>
            </a:extLst>
          </p:cNvPr>
          <p:cNvSpPr/>
          <p:nvPr/>
        </p:nvSpPr>
        <p:spPr>
          <a:xfrm>
            <a:off x="2656061" y="363620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R1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B270C08D-BB44-8BB7-75AD-4043906CFCE1}"/>
              </a:ext>
            </a:extLst>
          </p:cNvPr>
          <p:cNvSpPr txBox="1"/>
          <p:nvPr/>
        </p:nvSpPr>
        <p:spPr>
          <a:xfrm>
            <a:off x="5703024" y="332842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2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4A206258-83FD-834B-682E-9EA2B8B79F52}"/>
              </a:ext>
            </a:extLst>
          </p:cNvPr>
          <p:cNvSpPr/>
          <p:nvPr/>
        </p:nvSpPr>
        <p:spPr>
          <a:xfrm>
            <a:off x="5788003" y="363940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R2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55736397-5301-E615-B414-52CDD6D7F121}"/>
              </a:ext>
            </a:extLst>
          </p:cNvPr>
          <p:cNvSpPr/>
          <p:nvPr/>
        </p:nvSpPr>
        <p:spPr>
          <a:xfrm>
            <a:off x="8919945" y="363620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R3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8EF50A18-C30B-6DCE-0F71-299E63F168EA}"/>
              </a:ext>
            </a:extLst>
          </p:cNvPr>
          <p:cNvSpPr txBox="1"/>
          <p:nvPr/>
        </p:nvSpPr>
        <p:spPr>
          <a:xfrm>
            <a:off x="8825917" y="332842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3</a:t>
            </a:r>
          </a:p>
        </p:txBody>
      </p: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008C0B15-8087-006B-8447-943FA33A7EB3}"/>
              </a:ext>
            </a:extLst>
          </p:cNvPr>
          <p:cNvCxnSpPr>
            <a:cxnSpLocks/>
          </p:cNvCxnSpPr>
          <p:nvPr/>
        </p:nvCxnSpPr>
        <p:spPr>
          <a:xfrm>
            <a:off x="2643361" y="3246171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tângulo 8">
            <a:extLst>
              <a:ext uri="{FF2B5EF4-FFF2-40B4-BE49-F238E27FC236}">
                <a16:creationId xmlns:a16="http://schemas.microsoft.com/office/drawing/2014/main" id="{6BA1147E-9D20-0968-BB08-CEC008BEF95A}"/>
              </a:ext>
            </a:extLst>
          </p:cNvPr>
          <p:cNvSpPr/>
          <p:nvPr/>
        </p:nvSpPr>
        <p:spPr>
          <a:xfrm>
            <a:off x="0" y="2478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2BCFB7C-F24C-EC32-DD3C-5587B8D63983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6" name="Gráfico 15" descr="Aviso estrutura de tópicos">
              <a:extLst>
                <a:ext uri="{FF2B5EF4-FFF2-40B4-BE49-F238E27FC236}">
                  <a16:creationId xmlns:a16="http://schemas.microsoft.com/office/drawing/2014/main" id="{67585D2E-0464-7AEE-F5CE-6CC919742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F3DD31EB-4467-1043-CF0A-082D26BF8DA0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8" name="Gráfico 37" descr="Casinha de cachorro estrutura de tópicos">
                <a:extLst>
                  <a:ext uri="{FF2B5EF4-FFF2-40B4-BE49-F238E27FC236}">
                    <a16:creationId xmlns:a16="http://schemas.microsoft.com/office/drawing/2014/main" id="{80F2B301-9841-0B38-933D-FCA1870758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FB0778C8-AA2B-172C-31CC-7A6870EB98F1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6" name="Gráfico 35" descr="Área de Transferência estrutura de tópicos">
              <a:extLst>
                <a:ext uri="{FF2B5EF4-FFF2-40B4-BE49-F238E27FC236}">
                  <a16:creationId xmlns:a16="http://schemas.microsoft.com/office/drawing/2014/main" id="{8E793C1A-021D-9DD9-9D63-873822F1E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E08AB560-5DC3-982D-07EE-A84B2D444DF5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AE52AED7-43AF-4191-834B-963A407A0B95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633071FB-17EE-A2F1-984F-787762D3BB10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178306A4-9D66-1CE8-6D38-5AEBC432406E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E781A60-DFB3-8D1E-58BC-F0242A6C6B44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BBDC17FD-B404-63CB-915F-C6650E286712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Entrevista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6B30857-BF3B-18E1-8DE9-97F000850A43}"/>
              </a:ext>
            </a:extLst>
          </p:cNvPr>
          <p:cNvSpPr txBox="1"/>
          <p:nvPr/>
        </p:nvSpPr>
        <p:spPr>
          <a:xfrm>
            <a:off x="5111342" y="743704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Respostas Tutor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2E8977DE-E2D4-B795-BF74-A27CCE3B7F3B}"/>
              </a:ext>
            </a:extLst>
          </p:cNvPr>
          <p:cNvSpPr txBox="1"/>
          <p:nvPr/>
        </p:nvSpPr>
        <p:spPr>
          <a:xfrm>
            <a:off x="10993557" y="15716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91" name="Gráfico 90" descr="Lápis com preenchimento sólido">
            <a:extLst>
              <a:ext uri="{FF2B5EF4-FFF2-40B4-BE49-F238E27FC236}">
                <a16:creationId xmlns:a16="http://schemas.microsoft.com/office/drawing/2014/main" id="{24039DA7-D857-0D61-95A5-A863DF5F5B4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50703" y="1597823"/>
            <a:ext cx="198827" cy="198827"/>
          </a:xfrm>
          <a:prstGeom prst="rect">
            <a:avLst/>
          </a:prstGeom>
        </p:spPr>
      </p:pic>
      <p:pic>
        <p:nvPicPr>
          <p:cNvPr id="92" name="Gráfico 91" descr="Lixo com preenchimento sólido">
            <a:extLst>
              <a:ext uri="{FF2B5EF4-FFF2-40B4-BE49-F238E27FC236}">
                <a16:creationId xmlns:a16="http://schemas.microsoft.com/office/drawing/2014/main" id="{AE8C9ABE-CA70-E609-FC4E-4471F1EF0C3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22361" y="1597824"/>
            <a:ext cx="198827" cy="198827"/>
          </a:xfrm>
          <a:prstGeom prst="rect">
            <a:avLst/>
          </a:prstGeom>
        </p:spPr>
      </p:pic>
      <p:sp>
        <p:nvSpPr>
          <p:cNvPr id="93" name="CaixaDeTexto 92">
            <a:extLst>
              <a:ext uri="{FF2B5EF4-FFF2-40B4-BE49-F238E27FC236}">
                <a16:creationId xmlns:a16="http://schemas.microsoft.com/office/drawing/2014/main" id="{D50D6B1A-C30E-717B-62BC-5B91135A24D2}"/>
              </a:ext>
            </a:extLst>
          </p:cNvPr>
          <p:cNvSpPr txBox="1"/>
          <p:nvPr/>
        </p:nvSpPr>
        <p:spPr>
          <a:xfrm>
            <a:off x="2581274" y="1902940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9BCDB8FB-52C5-DCB5-0467-A28D9AF95478}"/>
              </a:ext>
            </a:extLst>
          </p:cNvPr>
          <p:cNvSpPr/>
          <p:nvPr/>
        </p:nvSpPr>
        <p:spPr>
          <a:xfrm>
            <a:off x="2645564" y="2191545"/>
            <a:ext cx="115278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16F07117-9D48-DC87-D8BA-CBB438E0E8DA}"/>
              </a:ext>
            </a:extLst>
          </p:cNvPr>
          <p:cNvSpPr txBox="1"/>
          <p:nvPr/>
        </p:nvSpPr>
        <p:spPr>
          <a:xfrm>
            <a:off x="3819225" y="18837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</a:t>
            </a: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1645DCA5-428D-CA57-920A-72938273939C}"/>
              </a:ext>
            </a:extLst>
          </p:cNvPr>
          <p:cNvSpPr/>
          <p:nvPr/>
        </p:nvSpPr>
        <p:spPr>
          <a:xfrm>
            <a:off x="3882749" y="2194740"/>
            <a:ext cx="25806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Tutor 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97" name="Conector reto 96">
            <a:extLst>
              <a:ext uri="{FF2B5EF4-FFF2-40B4-BE49-F238E27FC236}">
                <a16:creationId xmlns:a16="http://schemas.microsoft.com/office/drawing/2014/main" id="{14B034C3-137C-1758-0B8C-A0B9EF439E7C}"/>
              </a:ext>
            </a:extLst>
          </p:cNvPr>
          <p:cNvCxnSpPr>
            <a:cxnSpLocks/>
          </p:cNvCxnSpPr>
          <p:nvPr/>
        </p:nvCxnSpPr>
        <p:spPr>
          <a:xfrm>
            <a:off x="2643361" y="1777600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39CD8BB7-1921-75C0-AD75-750889A77DD1}"/>
              </a:ext>
            </a:extLst>
          </p:cNvPr>
          <p:cNvSpPr txBox="1"/>
          <p:nvPr/>
        </p:nvSpPr>
        <p:spPr>
          <a:xfrm>
            <a:off x="2588066" y="1475342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ENTREVISTA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CCE0C8FC-FA56-0E2D-6DFD-02827152F6B1}"/>
              </a:ext>
            </a:extLst>
          </p:cNvPr>
          <p:cNvSpPr txBox="1"/>
          <p:nvPr/>
        </p:nvSpPr>
        <p:spPr>
          <a:xfrm>
            <a:off x="6537025" y="18837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CDA23D0A-DFED-E95D-B1AF-3B176EE47BF9}"/>
              </a:ext>
            </a:extLst>
          </p:cNvPr>
          <p:cNvSpPr/>
          <p:nvPr/>
        </p:nvSpPr>
        <p:spPr>
          <a:xfrm>
            <a:off x="6600549" y="2194740"/>
            <a:ext cx="255860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56FA8BEE-D3C8-E43E-3E0E-E3A6FD3BA10B}"/>
              </a:ext>
            </a:extLst>
          </p:cNvPr>
          <p:cNvSpPr txBox="1"/>
          <p:nvPr/>
        </p:nvSpPr>
        <p:spPr>
          <a:xfrm>
            <a:off x="9204025" y="18837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1BADC96D-9FFD-EC7A-C992-17D6F53AA3A7}"/>
              </a:ext>
            </a:extLst>
          </p:cNvPr>
          <p:cNvSpPr/>
          <p:nvPr/>
        </p:nvSpPr>
        <p:spPr>
          <a:xfrm>
            <a:off x="9267549" y="2194740"/>
            <a:ext cx="204497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5EA5B763-B63F-E348-AE6A-C8BF844F8636}"/>
              </a:ext>
            </a:extLst>
          </p:cNvPr>
          <p:cNvCxnSpPr>
            <a:cxnSpLocks/>
          </p:cNvCxnSpPr>
          <p:nvPr/>
        </p:nvCxnSpPr>
        <p:spPr>
          <a:xfrm>
            <a:off x="2643361" y="2788971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033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E830B-C885-D7D9-80EC-7F5C709F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C360062-16FE-4FC7-F026-950E0ED430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60907BC-E869-30F5-CDF5-E8359876E740}"/>
              </a:ext>
            </a:extLst>
          </p:cNvPr>
          <p:cNvGrpSpPr/>
          <p:nvPr/>
        </p:nvGrpSpPr>
        <p:grpSpPr>
          <a:xfrm>
            <a:off x="2425801" y="674131"/>
            <a:ext cx="9677197" cy="6093362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03E76D3F-5887-B626-2EBB-76C42131A120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EBAED75A-1CDF-448D-BB0C-C53A6EA4E6BA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7C73851-0000-D4F4-BCA7-408257CCBB2A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07908F91-1604-C6BE-6A19-1C5128BBF0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7712CE4-79E5-17B4-12FA-ECDD8F6E4A9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A201CA7-3C95-2917-0C4E-C5D7DED6423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92753DB-1AD0-7C56-9194-2C7817EF3768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38B1EE65-1D53-BF3D-7AAD-C68802A98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42175D4-B9B9-6729-5789-22B16B7D2B21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59BFB40-22C5-C8EC-779A-A8D39C3C537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CED4282-145A-3B61-5A05-46E867DA4E9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0DE5A442-481E-3215-B3F1-06A626CDBEED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FF0A051-B8D6-1BD2-7A2D-C83173C8F99A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430BCA0-0D4F-B6A1-5732-2028DB8AC8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FC74E039-CC36-731E-3496-67317760DE9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1F0BD6A-8F5C-66C7-B23C-E9CC897C1FA2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RASTREIO DE GPS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22C0B66A-DCD5-82D8-F57B-46B00FFD09FB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E344F4BD-15D9-CDF9-8CEB-27096B9AA593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DD383437-9347-3D8E-23A7-A9FDA89ECE62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DA0C9A3-4B66-28C0-E026-3C37660B8C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D3B2F880-2571-1F65-6507-EAA8599BA6A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5562675-09A8-EDAF-29A9-1AD860F2A57E}"/>
              </a:ext>
            </a:extLst>
          </p:cNvPr>
          <p:cNvSpPr txBox="1"/>
          <p:nvPr/>
        </p:nvSpPr>
        <p:spPr>
          <a:xfrm>
            <a:off x="2428875" y="772378"/>
            <a:ext cx="1295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Registro de GPS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A9CBD1F-F30A-A93A-860D-8F5381CD4A99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B860B90-3BAC-9011-3F52-2B0412C2FC7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4E0FD16-D1F5-C6AE-BA74-60F8ACC5F783}"/>
              </a:ext>
            </a:extLst>
          </p:cNvPr>
          <p:cNvSpPr txBox="1"/>
          <p:nvPr/>
        </p:nvSpPr>
        <p:spPr>
          <a:xfrm>
            <a:off x="2714124" y="1586842"/>
            <a:ext cx="2848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Adicionar/atualizar registro</a:t>
            </a:r>
          </a:p>
        </p:txBody>
      </p:sp>
      <p:graphicFrame>
        <p:nvGraphicFramePr>
          <p:cNvPr id="44" name="Tabela 43">
            <a:extLst>
              <a:ext uri="{FF2B5EF4-FFF2-40B4-BE49-F238E27FC236}">
                <a16:creationId xmlns:a16="http://schemas.microsoft.com/office/drawing/2014/main" id="{D8720105-58A1-4D7A-0AA7-E76380118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52354"/>
              </p:ext>
            </p:extLst>
          </p:nvPr>
        </p:nvGraphicFramePr>
        <p:xfrm>
          <a:off x="2581274" y="3641699"/>
          <a:ext cx="9382125" cy="1890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6">
                  <a:extLst>
                    <a:ext uri="{9D8B030D-6E8A-4147-A177-3AD203B41FA5}">
                      <a16:colId xmlns:a16="http://schemas.microsoft.com/office/drawing/2014/main" val="3697759077"/>
                    </a:ext>
                  </a:extLst>
                </a:gridCol>
                <a:gridCol w="4102100">
                  <a:extLst>
                    <a:ext uri="{9D8B030D-6E8A-4147-A177-3AD203B41FA5}">
                      <a16:colId xmlns:a16="http://schemas.microsoft.com/office/drawing/2014/main" val="110976517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673056896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773710458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Última Atualização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54045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07662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80670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795272"/>
                  </a:ext>
                </a:extLst>
              </a:tr>
            </a:tbl>
          </a:graphicData>
        </a:graphic>
      </p:graphicFrame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194AEA16-B2A4-8D5C-0140-0A6DE766E8D4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3C256A04-3D56-E0E6-9F3F-D22D6DF9D72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9841985-0253-B25A-57E7-EE311B08B29A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6B67C9A8-4504-7CFF-3699-24193310803B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5345A42E-803A-6DA0-9055-8DFA805354F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61" name="Gráfico 60" descr="Acento Circunflexo para Cima com preenchimento sólido">
              <a:extLst>
                <a:ext uri="{FF2B5EF4-FFF2-40B4-BE49-F238E27FC236}">
                  <a16:creationId xmlns:a16="http://schemas.microsoft.com/office/drawing/2014/main" id="{5B7C811E-495D-B53C-415B-561AA4A3E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677F2D95-618D-21B3-25A4-AE01F3760F89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9" name="Triângulo isósceles 8">
            <a:extLst>
              <a:ext uri="{FF2B5EF4-FFF2-40B4-BE49-F238E27FC236}">
                <a16:creationId xmlns:a16="http://schemas.microsoft.com/office/drawing/2014/main" id="{8E5EBF23-6887-AB33-2B22-D70D1F8F4A65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A99E9D6-ADEF-9AE0-8067-7B1D7B65B166}"/>
              </a:ext>
            </a:extLst>
          </p:cNvPr>
          <p:cNvSpPr/>
          <p:nvPr/>
        </p:nvSpPr>
        <p:spPr>
          <a:xfrm>
            <a:off x="9495829" y="1915233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Adicionar/atualizar registro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F43C791-A9E3-1410-8BEC-6BBE475A265C}"/>
              </a:ext>
            </a:extLst>
          </p:cNvPr>
          <p:cNvSpPr/>
          <p:nvPr/>
        </p:nvSpPr>
        <p:spPr>
          <a:xfrm>
            <a:off x="2726618" y="1915233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Animal</a:t>
            </a:r>
          </a:p>
        </p:txBody>
      </p:sp>
      <p:pic>
        <p:nvPicPr>
          <p:cNvPr id="17" name="Gráfico 16" descr="Acento Circunflexo para Cima com preenchimento sólido">
            <a:extLst>
              <a:ext uri="{FF2B5EF4-FFF2-40B4-BE49-F238E27FC236}">
                <a16:creationId xmlns:a16="http://schemas.microsoft.com/office/drawing/2014/main" id="{B4C18FAE-8368-B8C2-D87B-CB381E0C39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4374298" y="1994998"/>
            <a:ext cx="149234" cy="193752"/>
          </a:xfrm>
          <a:prstGeom prst="rect">
            <a:avLst/>
          </a:prstGeom>
        </p:spPr>
      </p:pic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FE22744-4B74-8523-4B7F-D7123EE73645}"/>
              </a:ext>
            </a:extLst>
          </p:cNvPr>
          <p:cNvSpPr/>
          <p:nvPr/>
        </p:nvSpPr>
        <p:spPr>
          <a:xfrm>
            <a:off x="4680657" y="1925275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Tipo da planilha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5128260F-43BC-F451-48F4-79618A6ADFE8}"/>
              </a:ext>
            </a:extLst>
          </p:cNvPr>
          <p:cNvSpPr/>
          <p:nvPr/>
        </p:nvSpPr>
        <p:spPr>
          <a:xfrm>
            <a:off x="7083908" y="1925275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Link para a Planilha...</a:t>
            </a:r>
          </a:p>
        </p:txBody>
      </p:sp>
      <p:pic>
        <p:nvPicPr>
          <p:cNvPr id="35" name="Gráfico 34" descr="Acento Circunflexo para Cima com preenchimento sólido">
            <a:extLst>
              <a:ext uri="{FF2B5EF4-FFF2-40B4-BE49-F238E27FC236}">
                <a16:creationId xmlns:a16="http://schemas.microsoft.com/office/drawing/2014/main" id="{6D42349A-0A00-F36F-49F3-BE44FB43CB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6774598" y="1994998"/>
            <a:ext cx="149234" cy="193752"/>
          </a:xfrm>
          <a:prstGeom prst="rect">
            <a:avLst/>
          </a:prstGeom>
        </p:spPr>
      </p:pic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88BF4AD9-506B-44E8-63E2-E655CE88F7D4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3851960D-E285-A624-2F71-A869B3FF5269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F170634B-02C3-4F45-CA7A-C58D5E5B4695}"/>
              </a:ext>
            </a:extLst>
          </p:cNvPr>
          <p:cNvSpPr/>
          <p:nvPr/>
        </p:nvSpPr>
        <p:spPr>
          <a:xfrm>
            <a:off x="0" y="2859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7A96D478-4C10-6338-A795-C7A340E089B2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2" name="Gráfico 11" descr="Aviso estrutura de tópicos">
              <a:extLst>
                <a:ext uri="{FF2B5EF4-FFF2-40B4-BE49-F238E27FC236}">
                  <a16:creationId xmlns:a16="http://schemas.microsoft.com/office/drawing/2014/main" id="{12A22554-E800-20F0-56F7-21E9483EF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id="{2000BD42-93A7-1EA6-207F-7BD6C85D3E54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6" name="Gráfico 25" descr="Casinha de cachorro estrutura de tópicos">
                <a:extLst>
                  <a:ext uri="{FF2B5EF4-FFF2-40B4-BE49-F238E27FC236}">
                    <a16:creationId xmlns:a16="http://schemas.microsoft.com/office/drawing/2014/main" id="{E4D947F8-42C8-1931-0D15-5DFC9EC878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79EC787C-33F4-EE35-5B05-3FAC7AC32697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0" name="Gráfico 19" descr="Área de Transferência estrutura de tópicos">
              <a:extLst>
                <a:ext uri="{FF2B5EF4-FFF2-40B4-BE49-F238E27FC236}">
                  <a16:creationId xmlns:a16="http://schemas.microsoft.com/office/drawing/2014/main" id="{7EFE02A0-0DE7-FC4D-9480-5F1E20897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9702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EC8A9-00A5-D5BA-8301-291F297C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A11002D-F811-8B54-649F-0D9ECD9F1E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0C5DEE8-EAF7-9199-D011-0BE092FB0727}"/>
              </a:ext>
            </a:extLst>
          </p:cNvPr>
          <p:cNvGrpSpPr/>
          <p:nvPr/>
        </p:nvGrpSpPr>
        <p:grpSpPr>
          <a:xfrm>
            <a:off x="2425801" y="674131"/>
            <a:ext cx="9677197" cy="6752276"/>
            <a:chOff x="2425801" y="674131"/>
            <a:chExt cx="9677197" cy="9413915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A78929C9-1510-3478-D8DD-035D0DA150CF}"/>
                </a:ext>
              </a:extLst>
            </p:cNvPr>
            <p:cNvSpPr/>
            <p:nvPr/>
          </p:nvSpPr>
          <p:spPr>
            <a:xfrm>
              <a:off x="2425802" y="723896"/>
              <a:ext cx="9677196" cy="9364150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50CD2C84-0CAC-3BFB-E542-512A18F16B93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F670C39-F8B8-2903-1027-CC9E41886A51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547F4EA5-FDB2-CA8B-BA06-8D47E30DE9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DB2BCDA-0C0B-8DBE-DC42-DFB8CD87AD2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A0F7E04-FE9E-1CBE-F236-16B042C6CDF4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5537FCD-9191-9E80-1C44-6A5BE4BD124B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AD8E5AE1-D86B-4FD2-1DF4-CB4A01337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3FC2717-3654-18D7-0323-4D5A6E496F6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6A68656-7EE6-60B5-8C5C-FD7EBAC91CC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C80AFEC-25ED-6E38-0141-B62B197DA32A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E07D618-910C-78EA-0DB9-E13988608CD5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5D3D480-7D19-7435-7DCB-7BD9E112FC50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5BAE4A63-6C4E-AF58-3F5B-3FEE4434FB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1C6CEFB-FC9A-388B-9974-00A689185D49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6CAFC3C9-6B55-88A5-6BE9-8A73A653923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RASTREIO DE GPS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7D77067C-8D0B-0FD9-D0FF-5035A96C5428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D8E5C47B-8BE5-023A-4D3C-35AE474F6B7B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B6114DE-2104-1304-8E56-E0E18337A23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228120D-BE18-F6A8-1533-5C13E82280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120B1395-078F-73E2-D408-E66B86996B9C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3B017B3-EE8E-F652-CE97-F0344D4DEDF3}"/>
              </a:ext>
            </a:extLst>
          </p:cNvPr>
          <p:cNvSpPr txBox="1"/>
          <p:nvPr/>
        </p:nvSpPr>
        <p:spPr>
          <a:xfrm>
            <a:off x="2428875" y="772378"/>
            <a:ext cx="1295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Registro de GPS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97CE87C-4A17-CFF6-340D-C93CF3D2AB06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98A1109-43A0-B06F-84FA-C500DE5AFC50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90369ECB-7841-6A8B-B1FB-5492585036EE}"/>
              </a:ext>
            </a:extLst>
          </p:cNvPr>
          <p:cNvSpPr txBox="1"/>
          <p:nvPr/>
        </p:nvSpPr>
        <p:spPr>
          <a:xfrm>
            <a:off x="2714124" y="1586842"/>
            <a:ext cx="2848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Adicionar/atualizar registro</a:t>
            </a:r>
          </a:p>
        </p:txBody>
      </p:sp>
      <p:graphicFrame>
        <p:nvGraphicFramePr>
          <p:cNvPr id="44" name="Tabela 43">
            <a:extLst>
              <a:ext uri="{FF2B5EF4-FFF2-40B4-BE49-F238E27FC236}">
                <a16:creationId xmlns:a16="http://schemas.microsoft.com/office/drawing/2014/main" id="{8B7172BE-0F1E-9AB3-D99E-3FB35092D1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441673"/>
              </p:ext>
            </p:extLst>
          </p:nvPr>
        </p:nvGraphicFramePr>
        <p:xfrm>
          <a:off x="2581274" y="3641699"/>
          <a:ext cx="9382125" cy="954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6">
                  <a:extLst>
                    <a:ext uri="{9D8B030D-6E8A-4147-A177-3AD203B41FA5}">
                      <a16:colId xmlns:a16="http://schemas.microsoft.com/office/drawing/2014/main" val="3697759077"/>
                    </a:ext>
                  </a:extLst>
                </a:gridCol>
                <a:gridCol w="4102100">
                  <a:extLst>
                    <a:ext uri="{9D8B030D-6E8A-4147-A177-3AD203B41FA5}">
                      <a16:colId xmlns:a16="http://schemas.microsoft.com/office/drawing/2014/main" val="1109765173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673056896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773710458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Última Atualização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54045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076629"/>
                  </a:ext>
                </a:extLst>
              </a:tr>
            </a:tbl>
          </a:graphicData>
        </a:graphic>
      </p:graphicFrame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DEC09080-0205-6B62-51EA-C2D70B550A56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83E368F4-D5D1-8046-8600-399E2BA7553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CCB2D8F3-7E26-83EA-EF0C-6DA15E926931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5EEED2B6-6A16-92ED-05E4-375C868B405E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59" name="Retângulo: Cantos Arredondados 58">
              <a:extLst>
                <a:ext uri="{FF2B5EF4-FFF2-40B4-BE49-F238E27FC236}">
                  <a16:creationId xmlns:a16="http://schemas.microsoft.com/office/drawing/2014/main" id="{CB15D1FC-66C8-03E1-EE3A-95EE2AA8EDAE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61" name="Gráfico 60" descr="Acento Circunflexo para Cima com preenchimento sólido">
              <a:extLst>
                <a:ext uri="{FF2B5EF4-FFF2-40B4-BE49-F238E27FC236}">
                  <a16:creationId xmlns:a16="http://schemas.microsoft.com/office/drawing/2014/main" id="{457717BC-7041-A4D8-730C-C95C0B23A1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E5373A01-257F-E5CF-ECBC-3C50B230A1A5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9" name="Triângulo isósceles 8">
            <a:extLst>
              <a:ext uri="{FF2B5EF4-FFF2-40B4-BE49-F238E27FC236}">
                <a16:creationId xmlns:a16="http://schemas.microsoft.com/office/drawing/2014/main" id="{821B8DAB-7785-0373-670C-50B8DCEDBB66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2013DAA-D132-D42C-A8C2-98849400450D}"/>
              </a:ext>
            </a:extLst>
          </p:cNvPr>
          <p:cNvSpPr/>
          <p:nvPr/>
        </p:nvSpPr>
        <p:spPr>
          <a:xfrm>
            <a:off x="9495829" y="1915233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Adicionar/atualizar registro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322D4C3-D694-2DBF-5ECE-0EDC8C4A9649}"/>
              </a:ext>
            </a:extLst>
          </p:cNvPr>
          <p:cNvSpPr/>
          <p:nvPr/>
        </p:nvSpPr>
        <p:spPr>
          <a:xfrm>
            <a:off x="2726618" y="1915233"/>
            <a:ext cx="184085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Animal</a:t>
            </a:r>
          </a:p>
        </p:txBody>
      </p:sp>
      <p:pic>
        <p:nvPicPr>
          <p:cNvPr id="17" name="Gráfico 16" descr="Acento Circunflexo para Cima com preenchimento sólido">
            <a:extLst>
              <a:ext uri="{FF2B5EF4-FFF2-40B4-BE49-F238E27FC236}">
                <a16:creationId xmlns:a16="http://schemas.microsoft.com/office/drawing/2014/main" id="{3ACC62B7-6216-C78A-D56E-9D21E5722E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4374298" y="1994998"/>
            <a:ext cx="149234" cy="193752"/>
          </a:xfrm>
          <a:prstGeom prst="rect">
            <a:avLst/>
          </a:prstGeom>
        </p:spPr>
      </p:pic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E807177-C4F1-AE9A-790A-6DF96BFE07A0}"/>
              </a:ext>
            </a:extLst>
          </p:cNvPr>
          <p:cNvSpPr/>
          <p:nvPr/>
        </p:nvSpPr>
        <p:spPr>
          <a:xfrm>
            <a:off x="4680657" y="1925275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Tipo da planilha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D70A9E7-82ED-5C2C-2309-4B4D61916903}"/>
              </a:ext>
            </a:extLst>
          </p:cNvPr>
          <p:cNvSpPr/>
          <p:nvPr/>
        </p:nvSpPr>
        <p:spPr>
          <a:xfrm>
            <a:off x="7083908" y="1925275"/>
            <a:ext cx="228622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Planilha...</a:t>
            </a:r>
          </a:p>
        </p:txBody>
      </p:sp>
      <p:pic>
        <p:nvPicPr>
          <p:cNvPr id="34" name="Gráfico 33" descr="Papel com preenchimento sólido">
            <a:extLst>
              <a:ext uri="{FF2B5EF4-FFF2-40B4-BE49-F238E27FC236}">
                <a16:creationId xmlns:a16="http://schemas.microsoft.com/office/drawing/2014/main" id="{29F1C340-E59E-D53C-F32E-79F55690FC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25855" y="1992459"/>
            <a:ext cx="192740" cy="192740"/>
          </a:xfrm>
          <a:prstGeom prst="rect">
            <a:avLst/>
          </a:prstGeom>
        </p:spPr>
      </p:pic>
      <p:pic>
        <p:nvPicPr>
          <p:cNvPr id="35" name="Gráfico 34" descr="Acento Circunflexo para Cima com preenchimento sólido">
            <a:extLst>
              <a:ext uri="{FF2B5EF4-FFF2-40B4-BE49-F238E27FC236}">
                <a16:creationId xmlns:a16="http://schemas.microsoft.com/office/drawing/2014/main" id="{87EF494D-CE04-1371-6CFF-9218995B97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6774598" y="1994998"/>
            <a:ext cx="149234" cy="193752"/>
          </a:xfrm>
          <a:prstGeom prst="rect">
            <a:avLst/>
          </a:prstGeom>
        </p:spPr>
      </p:pic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8D60AD2D-00BF-92EC-7710-69DE4EC92443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AFE6323B-5EFA-1DB1-2974-FBA59FA661E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E9C190C-0645-2C5A-BDAA-4A46B03002DF}"/>
              </a:ext>
            </a:extLst>
          </p:cNvPr>
          <p:cNvSpPr/>
          <p:nvPr/>
        </p:nvSpPr>
        <p:spPr>
          <a:xfrm>
            <a:off x="2581274" y="4687395"/>
            <a:ext cx="9382125" cy="2739012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B3E3D5B-5AA4-AE46-670D-0BD0131EBE1F}"/>
              </a:ext>
            </a:extLst>
          </p:cNvPr>
          <p:cNvSpPr txBox="1"/>
          <p:nvPr/>
        </p:nvSpPr>
        <p:spPr>
          <a:xfrm>
            <a:off x="10926882" y="48101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20" name="Gráfico 19" descr="Lápis com preenchimento sólido">
            <a:extLst>
              <a:ext uri="{FF2B5EF4-FFF2-40B4-BE49-F238E27FC236}">
                <a16:creationId xmlns:a16="http://schemas.microsoft.com/office/drawing/2014/main" id="{22BEE0B3-ECB4-D30B-F155-E506543F1EC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80853" y="4836323"/>
            <a:ext cx="198827" cy="198827"/>
          </a:xfrm>
          <a:prstGeom prst="rect">
            <a:avLst/>
          </a:prstGeom>
        </p:spPr>
      </p:pic>
      <p:pic>
        <p:nvPicPr>
          <p:cNvPr id="26" name="Gráfico 25" descr="Lixo com preenchimento sólido">
            <a:extLst>
              <a:ext uri="{FF2B5EF4-FFF2-40B4-BE49-F238E27FC236}">
                <a16:creationId xmlns:a16="http://schemas.microsoft.com/office/drawing/2014/main" id="{773C0FA7-EA07-6A94-B993-478DE1644EB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52511" y="4836324"/>
            <a:ext cx="198827" cy="198827"/>
          </a:xfrm>
          <a:prstGeom prst="rect">
            <a:avLst/>
          </a:prstGeom>
        </p:spPr>
      </p:pic>
      <p:sp>
        <p:nvSpPr>
          <p:cNvPr id="36" name="CaixaDeTexto 35">
            <a:extLst>
              <a:ext uri="{FF2B5EF4-FFF2-40B4-BE49-F238E27FC236}">
                <a16:creationId xmlns:a16="http://schemas.microsoft.com/office/drawing/2014/main" id="{366D6422-1ABD-579F-51DE-39ECA8E57164}"/>
              </a:ext>
            </a:extLst>
          </p:cNvPr>
          <p:cNvSpPr txBox="1"/>
          <p:nvPr/>
        </p:nvSpPr>
        <p:spPr>
          <a:xfrm>
            <a:off x="2581274" y="5104369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7B39AB53-2275-5046-B4E3-6EC6CF0AE692}"/>
              </a:ext>
            </a:extLst>
          </p:cNvPr>
          <p:cNvSpPr/>
          <p:nvPr/>
        </p:nvSpPr>
        <p:spPr>
          <a:xfrm>
            <a:off x="2645564" y="5392974"/>
            <a:ext cx="165941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AZ-002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A27E663-0BB4-D405-BF12-2B6F468BD9C6}"/>
              </a:ext>
            </a:extLst>
          </p:cNvPr>
          <p:cNvSpPr txBox="1"/>
          <p:nvPr/>
        </p:nvSpPr>
        <p:spPr>
          <a:xfrm>
            <a:off x="4362150" y="50851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2CCF014A-CBBA-B6DE-E40C-4E2E15682EB8}"/>
              </a:ext>
            </a:extLst>
          </p:cNvPr>
          <p:cNvSpPr/>
          <p:nvPr/>
        </p:nvSpPr>
        <p:spPr>
          <a:xfrm>
            <a:off x="4425674" y="5396169"/>
            <a:ext cx="396227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B275C80D-895C-C74F-0419-F5A2886211E7}"/>
              </a:ext>
            </a:extLst>
          </p:cNvPr>
          <p:cNvCxnSpPr>
            <a:cxnSpLocks/>
          </p:cNvCxnSpPr>
          <p:nvPr/>
        </p:nvCxnSpPr>
        <p:spPr>
          <a:xfrm>
            <a:off x="2643361" y="5016100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ACB3F5D-3598-B25B-F1A5-E7F1E307D843}"/>
              </a:ext>
            </a:extLst>
          </p:cNvPr>
          <p:cNvSpPr txBox="1"/>
          <p:nvPr/>
        </p:nvSpPr>
        <p:spPr>
          <a:xfrm>
            <a:off x="2588066" y="4713842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REGISTRO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6646E551-3DA6-E7B6-D284-48ED9D2B805C}"/>
              </a:ext>
            </a:extLst>
          </p:cNvPr>
          <p:cNvSpPr txBox="1"/>
          <p:nvPr/>
        </p:nvSpPr>
        <p:spPr>
          <a:xfrm>
            <a:off x="2585473" y="582395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Dispositivo de rastreamento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5C8B52EB-F25E-72E8-B95E-3442FED70444}"/>
              </a:ext>
            </a:extLst>
          </p:cNvPr>
          <p:cNvSpPr/>
          <p:nvPr/>
        </p:nvSpPr>
        <p:spPr>
          <a:xfrm>
            <a:off x="2656061" y="614086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EAB79B00-39C3-4B8C-72CB-DBBEFFDC27BD}"/>
              </a:ext>
            </a:extLst>
          </p:cNvPr>
          <p:cNvSpPr txBox="1"/>
          <p:nvPr/>
        </p:nvSpPr>
        <p:spPr>
          <a:xfrm>
            <a:off x="5703024" y="583308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instalação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4DD07030-2100-7C34-BF84-2BAE3202746E}"/>
              </a:ext>
            </a:extLst>
          </p:cNvPr>
          <p:cNvSpPr/>
          <p:nvPr/>
        </p:nvSpPr>
        <p:spPr>
          <a:xfrm>
            <a:off x="5788003" y="614405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20/10/2024</a:t>
            </a:r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61F6F281-6D82-B0EA-B4E9-1E5F89ED6C99}"/>
              </a:ext>
            </a:extLst>
          </p:cNvPr>
          <p:cNvSpPr/>
          <p:nvPr/>
        </p:nvSpPr>
        <p:spPr>
          <a:xfrm>
            <a:off x="8919945" y="614086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C664FA80-622E-BF83-5F9B-31F37B38DC83}"/>
              </a:ext>
            </a:extLst>
          </p:cNvPr>
          <p:cNvSpPr txBox="1"/>
          <p:nvPr/>
        </p:nvSpPr>
        <p:spPr>
          <a:xfrm>
            <a:off x="8825917" y="583308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retirada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922CE439-D982-FA56-E035-43DEB0912E90}"/>
              </a:ext>
            </a:extLst>
          </p:cNvPr>
          <p:cNvSpPr txBox="1"/>
          <p:nvPr/>
        </p:nvSpPr>
        <p:spPr>
          <a:xfrm>
            <a:off x="2589591" y="6557124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518D639E-AA7F-64B9-18B1-0EA385198CC8}"/>
              </a:ext>
            </a:extLst>
          </p:cNvPr>
          <p:cNvSpPr/>
          <p:nvPr/>
        </p:nvSpPr>
        <p:spPr>
          <a:xfrm>
            <a:off x="2660179" y="6874034"/>
            <a:ext cx="922189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D3A47984-389E-E053-11DC-EBB915D50A70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4" name="Triângulo isósceles 73">
            <a:extLst>
              <a:ext uri="{FF2B5EF4-FFF2-40B4-BE49-F238E27FC236}">
                <a16:creationId xmlns:a16="http://schemas.microsoft.com/office/drawing/2014/main" id="{168584CF-96B4-CD26-79A7-C2332CB09BDA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Triângulo isósceles 75">
            <a:extLst>
              <a:ext uri="{FF2B5EF4-FFF2-40B4-BE49-F238E27FC236}">
                <a16:creationId xmlns:a16="http://schemas.microsoft.com/office/drawing/2014/main" id="{F0B21478-B5D8-6300-B4F6-9DEFF5DF9CB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DFA595E4-51CB-D2DC-0CC9-B3C8206B141E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5E2578D-1775-7213-12D8-6146A339BA30}"/>
              </a:ext>
            </a:extLst>
          </p:cNvPr>
          <p:cNvSpPr txBox="1"/>
          <p:nvPr/>
        </p:nvSpPr>
        <p:spPr>
          <a:xfrm>
            <a:off x="8476950" y="50851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Última Atualização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1920E54-81AF-AC5A-92A6-2BC010752E7C}"/>
              </a:ext>
            </a:extLst>
          </p:cNvPr>
          <p:cNvSpPr/>
          <p:nvPr/>
        </p:nvSpPr>
        <p:spPr>
          <a:xfrm>
            <a:off x="8540474" y="5396169"/>
            <a:ext cx="22732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01/02/2024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F449BFB9-C7D7-6C7E-7285-28160C1F0D0A}"/>
              </a:ext>
            </a:extLst>
          </p:cNvPr>
          <p:cNvSpPr/>
          <p:nvPr/>
        </p:nvSpPr>
        <p:spPr>
          <a:xfrm>
            <a:off x="0" y="2859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D13484C1-CAB7-4437-9BE5-5FE81238809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6" name="Gráfico 55" descr="Aviso estrutura de tópicos">
              <a:extLst>
                <a:ext uri="{FF2B5EF4-FFF2-40B4-BE49-F238E27FC236}">
                  <a16:creationId xmlns:a16="http://schemas.microsoft.com/office/drawing/2014/main" id="{986512D9-A144-428A-17EE-08CD96952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0" name="Agrupar 59">
              <a:extLst>
                <a:ext uri="{FF2B5EF4-FFF2-40B4-BE49-F238E27FC236}">
                  <a16:creationId xmlns:a16="http://schemas.microsoft.com/office/drawing/2014/main" id="{FE4A1CEA-7B69-3DFF-AD2D-7993456FA69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80" name="Gráfico 79" descr="Casinha de cachorro estrutura de tópicos">
                <a:extLst>
                  <a:ext uri="{FF2B5EF4-FFF2-40B4-BE49-F238E27FC236}">
                    <a16:creationId xmlns:a16="http://schemas.microsoft.com/office/drawing/2014/main" id="{89D38D36-F293-B0BD-76A5-7C59E1E65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81" name="CaixaDeTexto 80">
                <a:extLst>
                  <a:ext uri="{FF2B5EF4-FFF2-40B4-BE49-F238E27FC236}">
                    <a16:creationId xmlns:a16="http://schemas.microsoft.com/office/drawing/2014/main" id="{18D382F8-ABDE-DC04-611C-13570517548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8" name="Gráfico 77" descr="Área de Transferência estrutura de tópicos">
              <a:extLst>
                <a:ext uri="{FF2B5EF4-FFF2-40B4-BE49-F238E27FC236}">
                  <a16:creationId xmlns:a16="http://schemas.microsoft.com/office/drawing/2014/main" id="{907870CE-7DB0-37C7-967E-C4F1A8C8B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4586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895A2-2E5B-A405-D5E0-0971EA44B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C0231D9-B997-4608-4AD4-1D6BF833E6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8FC169FB-A8EC-0947-9AFC-678D6EDC60E7}"/>
              </a:ext>
            </a:extLst>
          </p:cNvPr>
          <p:cNvGrpSpPr/>
          <p:nvPr/>
        </p:nvGrpSpPr>
        <p:grpSpPr>
          <a:xfrm>
            <a:off x="2425801" y="674130"/>
            <a:ext cx="9677197" cy="6591635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CD64F8C2-9DE2-4763-DA5D-4DD5DE37BD4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A672CBF4-3DED-1E26-3CEC-A1697572B822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763D9400-4771-CA4C-82FC-86822BEF6621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444C77D3-2B54-77DF-BA3B-826B266BBB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DFB0D9B-AEF0-A569-AD00-47B86FE5EDDB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1DCD901-6352-B491-0551-57990D38FDE8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E47F0A1-8458-BE6C-36C0-BA1809E2304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1611EE5-7CA7-9136-9275-4E800EA69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4B7781C-5642-2946-8CB1-F350B52D92B2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1130F68-51DB-7450-9D04-F1AD4F3A6C4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62577AA-C903-3FB4-2499-1A63B1FD1378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9637A33-8767-2025-DC81-5F414A12656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EC4970E-1562-C264-1AA0-92D2454720D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2E0F943-680A-B8BC-F3A8-4ABABD825F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42CD4EEA-C1A6-CB20-A2A0-84E8C6FBE8F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D65B18C7-1463-A31B-7488-36417A2E111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RASTREIO DE GPS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C588BE9A-1F0E-9B25-AF6F-85A7DA08E8D8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8CE39304-F34D-3C04-388F-6D6D4B24481A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22D64E5-B842-7D7C-83BC-EE81D84FE8B8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9FCCFCA-8A5E-A065-612A-7D25663CF7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E91C6997-4D07-0002-E30E-5698CCB6B0E5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2147345-1B44-73AB-B822-FD5922C41AB5}"/>
              </a:ext>
            </a:extLst>
          </p:cNvPr>
          <p:cNvSpPr txBox="1"/>
          <p:nvPr/>
        </p:nvSpPr>
        <p:spPr>
          <a:xfrm>
            <a:off x="2428875" y="772378"/>
            <a:ext cx="1295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Registro de GPS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F88EFB7-F0AE-0BBF-0BC7-3A8DC98972D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6293CB1F-80AF-0CD4-8357-2FFD33BD4D2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674931E2-7DC1-6941-0B79-4E04A231A73F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CBF7A414-FEA7-7067-14F6-AD9971732A2F}"/>
              </a:ext>
            </a:extLst>
          </p:cNvPr>
          <p:cNvSpPr/>
          <p:nvPr/>
        </p:nvSpPr>
        <p:spPr>
          <a:xfrm>
            <a:off x="2581274" y="1425209"/>
            <a:ext cx="9382125" cy="5840554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C0FFF1E-9889-9F5B-9963-C4DC416455FA}"/>
              </a:ext>
            </a:extLst>
          </p:cNvPr>
          <p:cNvSpPr txBox="1"/>
          <p:nvPr/>
        </p:nvSpPr>
        <p:spPr>
          <a:xfrm>
            <a:off x="10926882" y="1547959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56" name="Gráfico 55" descr="Lápis com preenchimento sólido">
            <a:extLst>
              <a:ext uri="{FF2B5EF4-FFF2-40B4-BE49-F238E27FC236}">
                <a16:creationId xmlns:a16="http://schemas.microsoft.com/office/drawing/2014/main" id="{B23F2BBC-1DFE-D9CF-2F06-2BB7F4E871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0853" y="1574138"/>
            <a:ext cx="198827" cy="198827"/>
          </a:xfrm>
          <a:prstGeom prst="rect">
            <a:avLst/>
          </a:prstGeom>
        </p:spPr>
      </p:pic>
      <p:pic>
        <p:nvPicPr>
          <p:cNvPr id="60" name="Gráfico 59" descr="Lixo com preenchimento sólido">
            <a:extLst>
              <a:ext uri="{FF2B5EF4-FFF2-40B4-BE49-F238E27FC236}">
                <a16:creationId xmlns:a16="http://schemas.microsoft.com/office/drawing/2014/main" id="{BA772A5F-7E0C-2167-DFD4-7018CF921E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2511" y="1574139"/>
            <a:ext cx="198827" cy="198827"/>
          </a:xfrm>
          <a:prstGeom prst="rect">
            <a:avLst/>
          </a:prstGeom>
        </p:spPr>
      </p:pic>
      <p:sp>
        <p:nvSpPr>
          <p:cNvPr id="63" name="CaixaDeTexto 62">
            <a:extLst>
              <a:ext uri="{FF2B5EF4-FFF2-40B4-BE49-F238E27FC236}">
                <a16:creationId xmlns:a16="http://schemas.microsoft.com/office/drawing/2014/main" id="{FF6ECD97-684A-FD06-5902-896681DCA74F}"/>
              </a:ext>
            </a:extLst>
          </p:cNvPr>
          <p:cNvSpPr txBox="1"/>
          <p:nvPr/>
        </p:nvSpPr>
        <p:spPr>
          <a:xfrm>
            <a:off x="2581274" y="1842184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953F584C-FEF5-AB6C-6464-9A74C4B209B1}"/>
              </a:ext>
            </a:extLst>
          </p:cNvPr>
          <p:cNvSpPr/>
          <p:nvPr/>
        </p:nvSpPr>
        <p:spPr>
          <a:xfrm>
            <a:off x="2645564" y="2130789"/>
            <a:ext cx="165941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AZ-002</a:t>
            </a:r>
          </a:p>
        </p:txBody>
      </p: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32B913C1-6588-789F-9FAB-B9974088B792}"/>
              </a:ext>
            </a:extLst>
          </p:cNvPr>
          <p:cNvCxnSpPr>
            <a:cxnSpLocks/>
          </p:cNvCxnSpPr>
          <p:nvPr/>
        </p:nvCxnSpPr>
        <p:spPr>
          <a:xfrm>
            <a:off x="2643361" y="1753915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29BCD24E-CBA6-75E7-F9E7-8D95E3EBA595}"/>
              </a:ext>
            </a:extLst>
          </p:cNvPr>
          <p:cNvSpPr txBox="1"/>
          <p:nvPr/>
        </p:nvSpPr>
        <p:spPr>
          <a:xfrm>
            <a:off x="2588066" y="1451657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REGISTRO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10C7750E-80FB-4F43-EC2B-6E17E899680A}"/>
              </a:ext>
            </a:extLst>
          </p:cNvPr>
          <p:cNvSpPr txBox="1"/>
          <p:nvPr/>
        </p:nvSpPr>
        <p:spPr>
          <a:xfrm>
            <a:off x="2585473" y="256176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Dispositivo de rastreamento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E02556F9-0085-24BC-8FA7-FDE0827CDF9B}"/>
              </a:ext>
            </a:extLst>
          </p:cNvPr>
          <p:cNvSpPr/>
          <p:nvPr/>
        </p:nvSpPr>
        <p:spPr>
          <a:xfrm>
            <a:off x="2656061" y="287867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B8801BEE-A50F-C244-2D65-6FABD97F54C6}"/>
              </a:ext>
            </a:extLst>
          </p:cNvPr>
          <p:cNvSpPr txBox="1"/>
          <p:nvPr/>
        </p:nvSpPr>
        <p:spPr>
          <a:xfrm>
            <a:off x="5703024" y="257090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instalação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BFE2FA57-DCAE-2CCA-6DD5-82E687A868EF}"/>
              </a:ext>
            </a:extLst>
          </p:cNvPr>
          <p:cNvSpPr/>
          <p:nvPr/>
        </p:nvSpPr>
        <p:spPr>
          <a:xfrm>
            <a:off x="5788003" y="288187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20/10/2024</a:t>
            </a:r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822D3F98-321A-3526-B776-6297F90001A4}"/>
              </a:ext>
            </a:extLst>
          </p:cNvPr>
          <p:cNvSpPr/>
          <p:nvPr/>
        </p:nvSpPr>
        <p:spPr>
          <a:xfrm>
            <a:off x="8919945" y="287867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350E9FE6-8497-F65A-24C9-9CE7A91C39D6}"/>
              </a:ext>
            </a:extLst>
          </p:cNvPr>
          <p:cNvSpPr txBox="1"/>
          <p:nvPr/>
        </p:nvSpPr>
        <p:spPr>
          <a:xfrm>
            <a:off x="8825917" y="2570901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retirada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E10FB6B-175E-8B19-360B-7A07980B8592}"/>
              </a:ext>
            </a:extLst>
          </p:cNvPr>
          <p:cNvSpPr txBox="1"/>
          <p:nvPr/>
        </p:nvSpPr>
        <p:spPr>
          <a:xfrm>
            <a:off x="2589591" y="3294939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F8A0A7B4-9BD0-DD5A-DBE7-C907B0D0A9DC}"/>
              </a:ext>
            </a:extLst>
          </p:cNvPr>
          <p:cNvSpPr/>
          <p:nvPr/>
        </p:nvSpPr>
        <p:spPr>
          <a:xfrm>
            <a:off x="2660179" y="3611849"/>
            <a:ext cx="922189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7B745792-D06F-AB6F-D410-DB925D586CCC}"/>
              </a:ext>
            </a:extLst>
          </p:cNvPr>
          <p:cNvCxnSpPr>
            <a:cxnSpLocks/>
          </p:cNvCxnSpPr>
          <p:nvPr/>
        </p:nvCxnSpPr>
        <p:spPr>
          <a:xfrm>
            <a:off x="2647477" y="4377671"/>
            <a:ext cx="9128512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2C275A24-C53B-46CB-EE87-38C9DBC4C88B}"/>
              </a:ext>
            </a:extLst>
          </p:cNvPr>
          <p:cNvSpPr txBox="1"/>
          <p:nvPr/>
        </p:nvSpPr>
        <p:spPr>
          <a:xfrm>
            <a:off x="2592181" y="4075413"/>
            <a:ext cx="3734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DA MOVIMENTAÇÃO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4AE34361-1D82-64DF-62D4-17DABC1844AC}"/>
              </a:ext>
            </a:extLst>
          </p:cNvPr>
          <p:cNvSpPr txBox="1"/>
          <p:nvPr/>
        </p:nvSpPr>
        <p:spPr>
          <a:xfrm>
            <a:off x="2589589" y="4456472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Dias Monitorados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1ADB0DCD-BEA2-138F-7BDF-99C94F374A70}"/>
              </a:ext>
            </a:extLst>
          </p:cNvPr>
          <p:cNvSpPr/>
          <p:nvPr/>
        </p:nvSpPr>
        <p:spPr>
          <a:xfrm>
            <a:off x="2660177" y="4773382"/>
            <a:ext cx="247617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90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7A62C2E0-8F7B-3268-60DE-EAA6AC8E89C1}"/>
              </a:ext>
            </a:extLst>
          </p:cNvPr>
          <p:cNvSpPr txBox="1"/>
          <p:nvPr/>
        </p:nvSpPr>
        <p:spPr>
          <a:xfrm>
            <a:off x="5175795" y="4465605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pontos de localização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2B2559CA-7136-CC66-DE48-AD44DF3320B0}"/>
              </a:ext>
            </a:extLst>
          </p:cNvPr>
          <p:cNvSpPr/>
          <p:nvPr/>
        </p:nvSpPr>
        <p:spPr>
          <a:xfrm>
            <a:off x="5260774" y="4776577"/>
            <a:ext cx="272169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1345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D3A80C07-CF7E-AA0F-1734-D5695A6E0D00}"/>
              </a:ext>
            </a:extLst>
          </p:cNvPr>
          <p:cNvSpPr/>
          <p:nvPr/>
        </p:nvSpPr>
        <p:spPr>
          <a:xfrm>
            <a:off x="8133222" y="4785739"/>
            <a:ext cx="1668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0,020105639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7390DED3-3432-FA2B-1330-1EEE5BE95443}"/>
              </a:ext>
            </a:extLst>
          </p:cNvPr>
          <p:cNvSpPr txBox="1"/>
          <p:nvPr/>
        </p:nvSpPr>
        <p:spPr>
          <a:xfrm>
            <a:off x="8039195" y="4477962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Área de vida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6E414E8C-1C18-4E40-93FF-9ABC8283BEE8}"/>
              </a:ext>
            </a:extLst>
          </p:cNvPr>
          <p:cNvSpPr/>
          <p:nvPr/>
        </p:nvSpPr>
        <p:spPr>
          <a:xfrm>
            <a:off x="9941431" y="4789855"/>
            <a:ext cx="194063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C89BF442-D27F-1386-FFE2-A6347CECB8E2}"/>
              </a:ext>
            </a:extLst>
          </p:cNvPr>
          <p:cNvSpPr txBox="1"/>
          <p:nvPr/>
        </p:nvSpPr>
        <p:spPr>
          <a:xfrm>
            <a:off x="9847404" y="448207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Método utilizado</a:t>
            </a:r>
          </a:p>
        </p:txBody>
      </p: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07BEAA89-2B79-D272-EFFF-287BD81346BA}"/>
              </a:ext>
            </a:extLst>
          </p:cNvPr>
          <p:cNvCxnSpPr>
            <a:cxnSpLocks/>
          </p:cNvCxnSpPr>
          <p:nvPr/>
        </p:nvCxnSpPr>
        <p:spPr>
          <a:xfrm>
            <a:off x="2651593" y="5555683"/>
            <a:ext cx="9128512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3F71897C-760A-242B-EC92-20CC0C18F149}"/>
              </a:ext>
            </a:extLst>
          </p:cNvPr>
          <p:cNvSpPr txBox="1"/>
          <p:nvPr/>
        </p:nvSpPr>
        <p:spPr>
          <a:xfrm>
            <a:off x="2596297" y="5253425"/>
            <a:ext cx="3734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PLANILHAS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09D7E2CE-2D95-12A7-4923-5B6B375E2A76}"/>
              </a:ext>
            </a:extLst>
          </p:cNvPr>
          <p:cNvSpPr txBox="1"/>
          <p:nvPr/>
        </p:nvSpPr>
        <p:spPr>
          <a:xfrm>
            <a:off x="2589589" y="5637572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 bruta</a:t>
            </a:r>
          </a:p>
        </p:txBody>
      </p:sp>
      <p:sp>
        <p:nvSpPr>
          <p:cNvPr id="110" name="Retângulo: Cantos Arredondados 109">
            <a:extLst>
              <a:ext uri="{FF2B5EF4-FFF2-40B4-BE49-F238E27FC236}">
                <a16:creationId xmlns:a16="http://schemas.microsoft.com/office/drawing/2014/main" id="{3184B774-C629-1E0A-32FB-746E2260E3DC}"/>
              </a:ext>
            </a:extLst>
          </p:cNvPr>
          <p:cNvSpPr/>
          <p:nvPr/>
        </p:nvSpPr>
        <p:spPr>
          <a:xfrm>
            <a:off x="2660177" y="5954482"/>
            <a:ext cx="3946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planilha bruta)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D52F70E2-8333-1D13-C5DF-366014FE1BDB}"/>
              </a:ext>
            </a:extLst>
          </p:cNvPr>
          <p:cNvSpPr txBox="1"/>
          <p:nvPr/>
        </p:nvSpPr>
        <p:spPr>
          <a:xfrm>
            <a:off x="2584995" y="6362985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 editada</a:t>
            </a:r>
          </a:p>
        </p:txBody>
      </p: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054ECB82-DBEF-BC6D-10C4-927E7A89DC89}"/>
              </a:ext>
            </a:extLst>
          </p:cNvPr>
          <p:cNvSpPr/>
          <p:nvPr/>
        </p:nvSpPr>
        <p:spPr>
          <a:xfrm>
            <a:off x="2669974" y="6673957"/>
            <a:ext cx="3946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planilha editada)</a:t>
            </a:r>
          </a:p>
        </p:txBody>
      </p:sp>
      <p:pic>
        <p:nvPicPr>
          <p:cNvPr id="106" name="Imagem 105" descr="Forma&#10;&#10;O conteúdo gerado por IA pode estar incorreto.">
            <a:extLst>
              <a:ext uri="{FF2B5EF4-FFF2-40B4-BE49-F238E27FC236}">
                <a16:creationId xmlns:a16="http://schemas.microsoft.com/office/drawing/2014/main" id="{F9B6A2AE-C7C2-4D00-F0FB-F0B1F8F095A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20" y="6725981"/>
            <a:ext cx="245655" cy="245655"/>
          </a:xfrm>
          <a:prstGeom prst="rect">
            <a:avLst/>
          </a:prstGeom>
        </p:spPr>
      </p:pic>
      <p:pic>
        <p:nvPicPr>
          <p:cNvPr id="113" name="Imagem 112" descr="Forma&#10;&#10;O conteúdo gerado por IA pode estar incorreto.">
            <a:extLst>
              <a:ext uri="{FF2B5EF4-FFF2-40B4-BE49-F238E27FC236}">
                <a16:creationId xmlns:a16="http://schemas.microsoft.com/office/drawing/2014/main" id="{2A608E22-AC45-A01C-A265-D10DF75FE3A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857" y="6004226"/>
            <a:ext cx="245655" cy="245655"/>
          </a:xfrm>
          <a:prstGeom prst="rect">
            <a:avLst/>
          </a:prstGeom>
        </p:spPr>
      </p:pic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7C52B7F8-F372-9334-4EE2-E4228B7D9833}"/>
              </a:ext>
            </a:extLst>
          </p:cNvPr>
          <p:cNvSpPr txBox="1"/>
          <p:nvPr/>
        </p:nvSpPr>
        <p:spPr>
          <a:xfrm>
            <a:off x="6619239" y="5968653"/>
            <a:ext cx="6450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Última atualização em: 01/02/2024  </a:t>
            </a:r>
            <a:endParaRPr lang="pt-BR" sz="1400" dirty="0"/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F96486A2-BE56-E815-F323-26C6F0C126EF}"/>
              </a:ext>
            </a:extLst>
          </p:cNvPr>
          <p:cNvSpPr txBox="1"/>
          <p:nvPr/>
        </p:nvSpPr>
        <p:spPr>
          <a:xfrm>
            <a:off x="6619239" y="6699535"/>
            <a:ext cx="6450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Última atualização em: 02/01/2024  </a:t>
            </a:r>
            <a:endParaRPr lang="pt-BR" sz="1400" dirty="0"/>
          </a:p>
        </p:txBody>
      </p:sp>
      <p:sp>
        <p:nvSpPr>
          <p:cNvPr id="117" name="Retângulo: Cantos Arredondados 116">
            <a:extLst>
              <a:ext uri="{FF2B5EF4-FFF2-40B4-BE49-F238E27FC236}">
                <a16:creationId xmlns:a16="http://schemas.microsoft.com/office/drawing/2014/main" id="{A3E46993-9AB8-0E1D-7919-05BA0E609867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8" name="Triângulo isósceles 117">
            <a:extLst>
              <a:ext uri="{FF2B5EF4-FFF2-40B4-BE49-F238E27FC236}">
                <a16:creationId xmlns:a16="http://schemas.microsoft.com/office/drawing/2014/main" id="{A058B097-2EA7-4719-C449-0E39752543CD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9" name="Triângulo isósceles 118">
            <a:extLst>
              <a:ext uri="{FF2B5EF4-FFF2-40B4-BE49-F238E27FC236}">
                <a16:creationId xmlns:a16="http://schemas.microsoft.com/office/drawing/2014/main" id="{F20631FB-D88A-6266-9AEE-43DB38882F9C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0" name="Retângulo: Cantos Arredondados 119">
            <a:extLst>
              <a:ext uri="{FF2B5EF4-FFF2-40B4-BE49-F238E27FC236}">
                <a16:creationId xmlns:a16="http://schemas.microsoft.com/office/drawing/2014/main" id="{095DBC3B-6922-B192-9A7B-872AEF29BD55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35F8E90-E6B8-D2DF-9F15-A59F93805AC8}"/>
              </a:ext>
            </a:extLst>
          </p:cNvPr>
          <p:cNvSpPr txBox="1"/>
          <p:nvPr/>
        </p:nvSpPr>
        <p:spPr>
          <a:xfrm>
            <a:off x="4362150" y="18212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97BB6D3-C370-B749-7213-7EE2BAD06E74}"/>
              </a:ext>
            </a:extLst>
          </p:cNvPr>
          <p:cNvSpPr/>
          <p:nvPr/>
        </p:nvSpPr>
        <p:spPr>
          <a:xfrm>
            <a:off x="4425674" y="2132269"/>
            <a:ext cx="396227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A664F5C-293B-D664-B2C4-D4F3420AEBC9}"/>
              </a:ext>
            </a:extLst>
          </p:cNvPr>
          <p:cNvSpPr txBox="1"/>
          <p:nvPr/>
        </p:nvSpPr>
        <p:spPr>
          <a:xfrm>
            <a:off x="8476950" y="18212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Última Atualização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0EF1898-828C-8504-EE47-3168B2FD2DB3}"/>
              </a:ext>
            </a:extLst>
          </p:cNvPr>
          <p:cNvSpPr/>
          <p:nvPr/>
        </p:nvSpPr>
        <p:spPr>
          <a:xfrm>
            <a:off x="8540474" y="2132269"/>
            <a:ext cx="22732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01/02/2024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153CC42-1D77-9C7E-0EF4-4328F0B89675}"/>
              </a:ext>
            </a:extLst>
          </p:cNvPr>
          <p:cNvSpPr/>
          <p:nvPr/>
        </p:nvSpPr>
        <p:spPr>
          <a:xfrm>
            <a:off x="0" y="2859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FDDD6AA6-44FA-1EBF-809B-3AD841057C88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6" name="Gráfico 15" descr="Aviso estrutura de tópicos">
              <a:extLst>
                <a:ext uri="{FF2B5EF4-FFF2-40B4-BE49-F238E27FC236}">
                  <a16:creationId xmlns:a16="http://schemas.microsoft.com/office/drawing/2014/main" id="{56DF9546-9A1B-10B4-E4AD-81FE542D2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311A63D1-0859-D644-1F9F-C3A12DF496B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0" name="Gráfico 19" descr="Casinha de cachorro estrutura de tópicos">
                <a:extLst>
                  <a:ext uri="{FF2B5EF4-FFF2-40B4-BE49-F238E27FC236}">
                    <a16:creationId xmlns:a16="http://schemas.microsoft.com/office/drawing/2014/main" id="{6D7DAE51-336F-4D90-AB24-51C0CF79E23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26" name="CaixaDeTexto 25">
                <a:extLst>
                  <a:ext uri="{FF2B5EF4-FFF2-40B4-BE49-F238E27FC236}">
                    <a16:creationId xmlns:a16="http://schemas.microsoft.com/office/drawing/2014/main" id="{ABAE23AA-50F6-A26D-D61B-85233DBD95AB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9" name="Gráfico 18" descr="Área de Transferência estrutura de tópicos">
              <a:extLst>
                <a:ext uri="{FF2B5EF4-FFF2-40B4-BE49-F238E27FC236}">
                  <a16:creationId xmlns:a16="http://schemas.microsoft.com/office/drawing/2014/main" id="{73C4E4DB-B663-3829-4CDF-9B0E16889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0198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7FDB-F617-5581-771F-2E382D90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3BC2A12-E3E6-7D86-5199-238773AB01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2B5CDD2-832B-C4E5-5448-36AB75FD832C}"/>
              </a:ext>
            </a:extLst>
          </p:cNvPr>
          <p:cNvGrpSpPr/>
          <p:nvPr/>
        </p:nvGrpSpPr>
        <p:grpSpPr>
          <a:xfrm>
            <a:off x="2425801" y="674130"/>
            <a:ext cx="9677197" cy="6093365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CD2269E8-BFB5-2305-5C8F-71FF85A36C04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42EC05D1-CAF7-1065-40E6-96B195D3329F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0D1A0ED-D406-662C-140C-B3A45DAF0088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4844127F-E361-448D-1AE2-1FF93F447A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87FFDBA-F3CE-EA1C-52F6-095516A5409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B94D572-0A1F-F4EB-5586-31AF0462B8C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E589457-F0F0-54FA-202B-09241EFF5397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7A297211-5418-E112-8835-C1DB45203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D3A586D-6D36-26C3-B0FC-2DC6A6F196D3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10D841C-7594-6F5F-CC3F-F8A6800EBD3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0A4AA8F2-6F15-9B96-E62B-6215ACFAA213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36D7710-A5D4-C847-101A-DFD04DEDC0B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69CA085-E6A1-7FD9-AB97-619B4CD9B55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D8C0B89C-0590-911D-7B96-FFD865CD4A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134FB0A-85C1-BC19-4A9A-7792BA5E32FB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C205488-CDD5-AE78-6389-1EB267E8C3A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RASTREIO DE GPS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8932F15-EC91-5B18-F92E-20F291CC2B4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288DA85-6A4D-EC83-1DE6-9E2C40713A93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D8E559E-D10F-AF7B-CC9D-D5D3743205B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3BA39AA5-F8E1-88E3-0A1C-60EB88F699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7FB1BA1-0DA3-E49F-71F2-3B17307BB65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BDF2E9A-26C7-AA95-BA95-51E3DC30F9F8}"/>
              </a:ext>
            </a:extLst>
          </p:cNvPr>
          <p:cNvSpPr txBox="1"/>
          <p:nvPr/>
        </p:nvSpPr>
        <p:spPr>
          <a:xfrm>
            <a:off x="2428875" y="772378"/>
            <a:ext cx="12952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Registro de GPS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B85BAC70-1C56-3F49-C5CF-C67CCC3923F6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A283E496-61A1-1BEC-832C-21993527C0F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F89A1DCB-5225-2643-4AC8-50B62433D84F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D2CEAEE9-641F-9653-273E-95FEB7B63096}"/>
              </a:ext>
            </a:extLst>
          </p:cNvPr>
          <p:cNvSpPr/>
          <p:nvPr/>
        </p:nvSpPr>
        <p:spPr>
          <a:xfrm>
            <a:off x="2581274" y="1425208"/>
            <a:ext cx="9382125" cy="4315189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3D7C2DE8-5917-8E9D-13A3-E1FD7E4FF5D5}"/>
              </a:ext>
            </a:extLst>
          </p:cNvPr>
          <p:cNvCxnSpPr>
            <a:cxnSpLocks/>
          </p:cNvCxnSpPr>
          <p:nvPr/>
        </p:nvCxnSpPr>
        <p:spPr>
          <a:xfrm>
            <a:off x="2647477" y="3040996"/>
            <a:ext cx="9128512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7FF9B106-EBC0-F009-C93C-3A321278ED2D}"/>
              </a:ext>
            </a:extLst>
          </p:cNvPr>
          <p:cNvSpPr txBox="1"/>
          <p:nvPr/>
        </p:nvSpPr>
        <p:spPr>
          <a:xfrm>
            <a:off x="2592181" y="2738738"/>
            <a:ext cx="3734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DA MOVIMENTAÇÃO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BFE1CA01-34F8-7550-B5DA-AF58BFCEE016}"/>
              </a:ext>
            </a:extLst>
          </p:cNvPr>
          <p:cNvSpPr txBox="1"/>
          <p:nvPr/>
        </p:nvSpPr>
        <p:spPr>
          <a:xfrm>
            <a:off x="2589589" y="31197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Dias Monitorados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1AF043E7-772A-88A0-9F5F-140C66F2CE03}"/>
              </a:ext>
            </a:extLst>
          </p:cNvPr>
          <p:cNvSpPr/>
          <p:nvPr/>
        </p:nvSpPr>
        <p:spPr>
          <a:xfrm>
            <a:off x="2660177" y="3436707"/>
            <a:ext cx="247617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90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A44FEB2C-7296-A00A-9800-4FF37C26A537}"/>
              </a:ext>
            </a:extLst>
          </p:cNvPr>
          <p:cNvSpPr txBox="1"/>
          <p:nvPr/>
        </p:nvSpPr>
        <p:spPr>
          <a:xfrm>
            <a:off x="5175795" y="312893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Número de pontos de localização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15500365-7F8B-6402-BE4A-B22655A2DE9C}"/>
              </a:ext>
            </a:extLst>
          </p:cNvPr>
          <p:cNvSpPr/>
          <p:nvPr/>
        </p:nvSpPr>
        <p:spPr>
          <a:xfrm>
            <a:off x="5260774" y="3439902"/>
            <a:ext cx="272169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1345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B4788A96-5230-BBD6-DDC7-0FC9A603676E}"/>
              </a:ext>
            </a:extLst>
          </p:cNvPr>
          <p:cNvSpPr/>
          <p:nvPr/>
        </p:nvSpPr>
        <p:spPr>
          <a:xfrm>
            <a:off x="8133222" y="3449064"/>
            <a:ext cx="1668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0,020105639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570ADC0F-03FD-C37C-A717-04548F4075A4}"/>
              </a:ext>
            </a:extLst>
          </p:cNvPr>
          <p:cNvSpPr txBox="1"/>
          <p:nvPr/>
        </p:nvSpPr>
        <p:spPr>
          <a:xfrm>
            <a:off x="8039195" y="314128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Área de vida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5C53E315-78A4-B3AF-FCFE-DB813AE64DC4}"/>
              </a:ext>
            </a:extLst>
          </p:cNvPr>
          <p:cNvSpPr/>
          <p:nvPr/>
        </p:nvSpPr>
        <p:spPr>
          <a:xfrm>
            <a:off x="9941431" y="3453180"/>
            <a:ext cx="194063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91C5CC2D-8FD8-C4F9-AE1B-5B6DE115EC0C}"/>
              </a:ext>
            </a:extLst>
          </p:cNvPr>
          <p:cNvSpPr txBox="1"/>
          <p:nvPr/>
        </p:nvSpPr>
        <p:spPr>
          <a:xfrm>
            <a:off x="9847404" y="314540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Método utilizado</a:t>
            </a:r>
          </a:p>
        </p:txBody>
      </p:sp>
      <p:cxnSp>
        <p:nvCxnSpPr>
          <p:cNvPr id="92" name="Conector reto 91">
            <a:extLst>
              <a:ext uri="{FF2B5EF4-FFF2-40B4-BE49-F238E27FC236}">
                <a16:creationId xmlns:a16="http://schemas.microsoft.com/office/drawing/2014/main" id="{54ED87A5-34D2-EAC2-B9F2-34EF58BB82A8}"/>
              </a:ext>
            </a:extLst>
          </p:cNvPr>
          <p:cNvCxnSpPr>
            <a:cxnSpLocks/>
          </p:cNvCxnSpPr>
          <p:nvPr/>
        </p:nvCxnSpPr>
        <p:spPr>
          <a:xfrm>
            <a:off x="2651593" y="4117408"/>
            <a:ext cx="9128512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76536818-F5F1-F466-375E-A46F638F10A7}"/>
              </a:ext>
            </a:extLst>
          </p:cNvPr>
          <p:cNvSpPr txBox="1"/>
          <p:nvPr/>
        </p:nvSpPr>
        <p:spPr>
          <a:xfrm>
            <a:off x="2596297" y="3815150"/>
            <a:ext cx="3734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PLANILHAS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8A482C54-BB6F-1DF9-DD0C-03FCA634A3DD}"/>
              </a:ext>
            </a:extLst>
          </p:cNvPr>
          <p:cNvSpPr txBox="1"/>
          <p:nvPr/>
        </p:nvSpPr>
        <p:spPr>
          <a:xfrm>
            <a:off x="2589589" y="41992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 bruta</a:t>
            </a:r>
          </a:p>
        </p:txBody>
      </p:sp>
      <p:sp>
        <p:nvSpPr>
          <p:cNvPr id="110" name="Retângulo: Cantos Arredondados 109">
            <a:extLst>
              <a:ext uri="{FF2B5EF4-FFF2-40B4-BE49-F238E27FC236}">
                <a16:creationId xmlns:a16="http://schemas.microsoft.com/office/drawing/2014/main" id="{1F020F2F-ECFA-3982-78E7-2F7914C78E83}"/>
              </a:ext>
            </a:extLst>
          </p:cNvPr>
          <p:cNvSpPr/>
          <p:nvPr/>
        </p:nvSpPr>
        <p:spPr>
          <a:xfrm>
            <a:off x="2660177" y="4516207"/>
            <a:ext cx="3946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planilha bruta)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CCDD10A0-9407-ED29-363B-3666C1A6A1E4}"/>
              </a:ext>
            </a:extLst>
          </p:cNvPr>
          <p:cNvSpPr txBox="1"/>
          <p:nvPr/>
        </p:nvSpPr>
        <p:spPr>
          <a:xfrm>
            <a:off x="2584995" y="492471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Planilha editada</a:t>
            </a:r>
          </a:p>
        </p:txBody>
      </p: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F4A53FF1-CB19-AB7A-7EFF-BE60C81DED91}"/>
              </a:ext>
            </a:extLst>
          </p:cNvPr>
          <p:cNvSpPr/>
          <p:nvPr/>
        </p:nvSpPr>
        <p:spPr>
          <a:xfrm>
            <a:off x="2669974" y="5235682"/>
            <a:ext cx="3946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planilha editada)</a:t>
            </a:r>
          </a:p>
        </p:txBody>
      </p:sp>
      <p:pic>
        <p:nvPicPr>
          <p:cNvPr id="106" name="Imagem 105" descr="Forma&#10;&#10;O conteúdo gerado por IA pode estar incorreto.">
            <a:extLst>
              <a:ext uri="{FF2B5EF4-FFF2-40B4-BE49-F238E27FC236}">
                <a16:creationId xmlns:a16="http://schemas.microsoft.com/office/drawing/2014/main" id="{AF417743-3985-54BA-3342-0B570FA6C2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220" y="5287706"/>
            <a:ext cx="245655" cy="245655"/>
          </a:xfrm>
          <a:prstGeom prst="rect">
            <a:avLst/>
          </a:prstGeom>
        </p:spPr>
      </p:pic>
      <p:pic>
        <p:nvPicPr>
          <p:cNvPr id="113" name="Imagem 112" descr="Forma&#10;&#10;O conteúdo gerado por IA pode estar incorreto.">
            <a:extLst>
              <a:ext uri="{FF2B5EF4-FFF2-40B4-BE49-F238E27FC236}">
                <a16:creationId xmlns:a16="http://schemas.microsoft.com/office/drawing/2014/main" id="{42E8E532-C76A-F7FA-E611-490C9FC6CF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857" y="4565951"/>
            <a:ext cx="245655" cy="245655"/>
          </a:xfrm>
          <a:prstGeom prst="rect">
            <a:avLst/>
          </a:prstGeom>
        </p:spPr>
      </p:pic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125BAE28-D212-4DF5-62DE-8642C4C9CBE1}"/>
              </a:ext>
            </a:extLst>
          </p:cNvPr>
          <p:cNvSpPr txBox="1"/>
          <p:nvPr/>
        </p:nvSpPr>
        <p:spPr>
          <a:xfrm>
            <a:off x="6619239" y="4530378"/>
            <a:ext cx="6450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Última atualização em: 01/02/2024  </a:t>
            </a:r>
            <a:endParaRPr lang="pt-BR" sz="1400" dirty="0"/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F05691F5-5146-F265-545E-1658E09987B4}"/>
              </a:ext>
            </a:extLst>
          </p:cNvPr>
          <p:cNvSpPr txBox="1"/>
          <p:nvPr/>
        </p:nvSpPr>
        <p:spPr>
          <a:xfrm>
            <a:off x="6619239" y="5261260"/>
            <a:ext cx="64503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Última atualização em: 02/01/2024  </a:t>
            </a:r>
            <a:endParaRPr lang="pt-BR" sz="14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BF1112F-A330-EEC0-C4A8-F61983DC36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480529"/>
              </p:ext>
            </p:extLst>
          </p:nvPr>
        </p:nvGraphicFramePr>
        <p:xfrm>
          <a:off x="2581274" y="5893793"/>
          <a:ext cx="9382125" cy="4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6">
                  <a:extLst>
                    <a:ext uri="{9D8B030D-6E8A-4147-A177-3AD203B41FA5}">
                      <a16:colId xmlns:a16="http://schemas.microsoft.com/office/drawing/2014/main" val="3096186921"/>
                    </a:ext>
                  </a:extLst>
                </a:gridCol>
                <a:gridCol w="4102100">
                  <a:extLst>
                    <a:ext uri="{9D8B030D-6E8A-4147-A177-3AD203B41FA5}">
                      <a16:colId xmlns:a16="http://schemas.microsoft.com/office/drawing/2014/main" val="3387821825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1437584179"/>
                    </a:ext>
                  </a:extLst>
                </a:gridCol>
                <a:gridCol w="1142999">
                  <a:extLst>
                    <a:ext uri="{9D8B030D-6E8A-4147-A177-3AD203B41FA5}">
                      <a16:colId xmlns:a16="http://schemas.microsoft.com/office/drawing/2014/main" val="91412609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u="non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67186"/>
                  </a:ext>
                </a:extLst>
              </a:tr>
            </a:tbl>
          </a:graphicData>
        </a:graphic>
      </p:graphicFrame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C0BFC60-7281-F17A-E529-5DF7ED80A99A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Triângulo isósceles 10">
            <a:extLst>
              <a:ext uri="{FF2B5EF4-FFF2-40B4-BE49-F238E27FC236}">
                <a16:creationId xmlns:a16="http://schemas.microsoft.com/office/drawing/2014/main" id="{E22D8F5D-3A59-F82D-C29F-B60D90309A3B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Triângulo isósceles 11">
            <a:extLst>
              <a:ext uri="{FF2B5EF4-FFF2-40B4-BE49-F238E27FC236}">
                <a16:creationId xmlns:a16="http://schemas.microsoft.com/office/drawing/2014/main" id="{795DDF5D-0400-C09E-E436-54322C1CD6F5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A855564-61D7-93D7-B942-945E6F95E723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5980AC-11E3-5ED5-B0E8-FC31D606560E}"/>
              </a:ext>
            </a:extLst>
          </p:cNvPr>
          <p:cNvSpPr txBox="1"/>
          <p:nvPr/>
        </p:nvSpPr>
        <p:spPr>
          <a:xfrm>
            <a:off x="10926882" y="1547959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7" name="Gráfico 16" descr="Lápis com preenchimento sólido">
            <a:extLst>
              <a:ext uri="{FF2B5EF4-FFF2-40B4-BE49-F238E27FC236}">
                <a16:creationId xmlns:a16="http://schemas.microsoft.com/office/drawing/2014/main" id="{6C83268B-FC11-1130-5B5F-D742E74599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80853" y="1574138"/>
            <a:ext cx="198827" cy="198827"/>
          </a:xfrm>
          <a:prstGeom prst="rect">
            <a:avLst/>
          </a:prstGeom>
        </p:spPr>
      </p:pic>
      <p:pic>
        <p:nvPicPr>
          <p:cNvPr id="19" name="Gráfico 18" descr="Lixo com preenchimento sólido">
            <a:extLst>
              <a:ext uri="{FF2B5EF4-FFF2-40B4-BE49-F238E27FC236}">
                <a16:creationId xmlns:a16="http://schemas.microsoft.com/office/drawing/2014/main" id="{49BFD355-EC83-A9F1-C89B-DFF44C7E06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52511" y="1574139"/>
            <a:ext cx="198827" cy="198827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BB7A5154-53C6-1957-DF38-4A326CAF9562}"/>
              </a:ext>
            </a:extLst>
          </p:cNvPr>
          <p:cNvSpPr txBox="1"/>
          <p:nvPr/>
        </p:nvSpPr>
        <p:spPr>
          <a:xfrm>
            <a:off x="2581274" y="1842184"/>
            <a:ext cx="10842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E098511-2EFE-72C7-7648-B023A484AD8F}"/>
              </a:ext>
            </a:extLst>
          </p:cNvPr>
          <p:cNvSpPr/>
          <p:nvPr/>
        </p:nvSpPr>
        <p:spPr>
          <a:xfrm>
            <a:off x="2645564" y="2130789"/>
            <a:ext cx="165941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AZ-002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28D90C1-675B-55E2-C729-A4D3F859B343}"/>
              </a:ext>
            </a:extLst>
          </p:cNvPr>
          <p:cNvSpPr txBox="1"/>
          <p:nvPr/>
        </p:nvSpPr>
        <p:spPr>
          <a:xfrm>
            <a:off x="2588066" y="1451657"/>
            <a:ext cx="29245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REGISTRO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88300990-83B0-DB89-C093-18F038DC6EC3}"/>
              </a:ext>
            </a:extLst>
          </p:cNvPr>
          <p:cNvSpPr txBox="1"/>
          <p:nvPr/>
        </p:nvSpPr>
        <p:spPr>
          <a:xfrm>
            <a:off x="4362150" y="18212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8D1ABD85-ED90-9BC1-0471-61D3618702B7}"/>
              </a:ext>
            </a:extLst>
          </p:cNvPr>
          <p:cNvSpPr/>
          <p:nvPr/>
        </p:nvSpPr>
        <p:spPr>
          <a:xfrm>
            <a:off x="4425674" y="2132269"/>
            <a:ext cx="396227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2457ABE-050B-6FA4-A943-D5F92089740F}"/>
              </a:ext>
            </a:extLst>
          </p:cNvPr>
          <p:cNvSpPr txBox="1"/>
          <p:nvPr/>
        </p:nvSpPr>
        <p:spPr>
          <a:xfrm>
            <a:off x="8476950" y="1821297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Última Atualização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6A199621-7ADA-872C-FC1C-717E80698ECA}"/>
              </a:ext>
            </a:extLst>
          </p:cNvPr>
          <p:cNvSpPr/>
          <p:nvPr/>
        </p:nvSpPr>
        <p:spPr>
          <a:xfrm>
            <a:off x="8540474" y="2132269"/>
            <a:ext cx="22732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01/02/2024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A074B6D5-DF74-AF9E-2166-429B2D034536}"/>
              </a:ext>
            </a:extLst>
          </p:cNvPr>
          <p:cNvCxnSpPr>
            <a:cxnSpLocks/>
          </p:cNvCxnSpPr>
          <p:nvPr/>
        </p:nvCxnSpPr>
        <p:spPr>
          <a:xfrm>
            <a:off x="2645564" y="2592034"/>
            <a:ext cx="9128512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5FDB7CB1-B1FE-A52D-35DF-6DEE1A9B505A}"/>
              </a:ext>
            </a:extLst>
          </p:cNvPr>
          <p:cNvCxnSpPr>
            <a:cxnSpLocks/>
          </p:cNvCxnSpPr>
          <p:nvPr/>
        </p:nvCxnSpPr>
        <p:spPr>
          <a:xfrm>
            <a:off x="2643361" y="1753915"/>
            <a:ext cx="77579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>
            <a:extLst>
              <a:ext uri="{FF2B5EF4-FFF2-40B4-BE49-F238E27FC236}">
                <a16:creationId xmlns:a16="http://schemas.microsoft.com/office/drawing/2014/main" id="{CB9FD776-C361-C226-E050-65038B30134B}"/>
              </a:ext>
            </a:extLst>
          </p:cNvPr>
          <p:cNvSpPr/>
          <p:nvPr/>
        </p:nvSpPr>
        <p:spPr>
          <a:xfrm>
            <a:off x="0" y="28591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71A771E9-F55A-A4F7-BFD3-DFC0C96A1F63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3" name="Gráfico 42" descr="Aviso estrutura de tópicos">
              <a:extLst>
                <a:ext uri="{FF2B5EF4-FFF2-40B4-BE49-F238E27FC236}">
                  <a16:creationId xmlns:a16="http://schemas.microsoft.com/office/drawing/2014/main" id="{B1F77322-8415-0017-DEF9-6846219CD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8F7B076D-2A1A-556F-1843-38409F141AD6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7" name="Gráfico 46" descr="Casinha de cachorro estrutura de tópicos">
                <a:extLst>
                  <a:ext uri="{FF2B5EF4-FFF2-40B4-BE49-F238E27FC236}">
                    <a16:creationId xmlns:a16="http://schemas.microsoft.com/office/drawing/2014/main" id="{83F231D5-ECB8-CC43-2686-6836C9479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00BE3E52-645E-2FAF-0A83-43A1AE8ACB1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6" name="Gráfico 45" descr="Área de Transferência estrutura de tópicos">
              <a:extLst>
                <a:ext uri="{FF2B5EF4-FFF2-40B4-BE49-F238E27FC236}">
                  <a16:creationId xmlns:a16="http://schemas.microsoft.com/office/drawing/2014/main" id="{4B981D8F-CDB9-972A-AD85-2F410ED5D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77712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54D69-C807-62D6-9FC8-F29795F56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E0B7585-279D-319A-62BF-0D76C18884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833EC76D-18C3-1384-67F0-F8A5E57CA255}"/>
              </a:ext>
            </a:extLst>
          </p:cNvPr>
          <p:cNvGrpSpPr/>
          <p:nvPr/>
        </p:nvGrpSpPr>
        <p:grpSpPr>
          <a:xfrm>
            <a:off x="2425801" y="674131"/>
            <a:ext cx="9677197" cy="5596040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B4FD04A2-1252-CE78-8014-0DC752A7A83A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1443B5C7-C10B-69EC-E00E-015369450B0B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9A811B09-E440-1F43-CF16-A8BD13236B8B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89B0BD6C-048C-EA18-F5AD-43258EDC52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C9B3E99-D3E8-424F-E951-9A4BE1962BD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8B19E01-FF6D-C994-DCB2-647FB59A926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9AD7EE31-23BA-008E-F49F-299DE753EE2F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ED4FFCEF-D17F-5BBA-9E01-B1400F0BD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82CBE75-EED9-F955-02E6-F1B59972F216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67E9FBE-7BC4-EE62-B292-A0C5D6589F0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FDEFC5B-BECB-2A1B-D418-7726325DD06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9F873CF-726C-EE64-FF03-F486DC04AEDB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F2B16B8-FDA5-62C5-9ADF-23596C4A31BA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31EB106-FBD2-1A3C-07C5-442CEE638A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4EEB8843-5D79-277C-729C-8A8E5F9E5A2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BD85560-F03C-1C36-E398-49A4729946A3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37C9C222-E094-F960-F0B1-306E1A4EEA6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FFF5E506-EEEE-8A80-FD3D-50BD10294C7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2EC8D0A-0F96-BE0D-1D8A-5421B6CF8FA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4CDE0A18-4D4B-C24A-7295-672631B510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B27EE2E-5B3C-313D-B108-AF7E8B1A61E4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D99AF8B8-C4CA-D8ED-7B60-98493D79EA4B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E37C998-1120-5BF1-1317-275F74D801C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144C2F6F-02A3-F3F9-F753-A53F19EB7418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AFC4FB12-9BF2-1F9B-0C0E-D6473ADDAC63}"/>
              </a:ext>
            </a:extLst>
          </p:cNvPr>
          <p:cNvSpPr/>
          <p:nvPr/>
        </p:nvSpPr>
        <p:spPr>
          <a:xfrm>
            <a:off x="46991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realização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29C0EB6-40E3-AF06-C60A-080E9A18C43C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885DFB3-95FC-3339-AA88-07C72A9BC808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visita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4D9ED76B-5C25-6A06-5C7C-197C318CF786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3E3A69FA-8411-E8AF-9FA9-9EE36BB87FD9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Animal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61FF2D5B-8179-BC8C-C938-9FD7AADD158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9E139BB1-44A8-2E84-C8FB-5746618F25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86810" y="1953929"/>
            <a:ext cx="285750" cy="285750"/>
          </a:xfrm>
          <a:prstGeom prst="rect">
            <a:avLst/>
          </a:prstGeom>
        </p:spPr>
      </p:pic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892C25E8-4DFE-CE10-56A8-A0AC62267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576938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40600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1468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e Hora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5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02/03/2024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02/03/2024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3806946-C892-DB3C-9288-6C44235D1728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E0FC507-2633-FB26-B65D-FD989EE1413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59E770-3C6B-1457-AEC5-E0B90AFCEDFA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0B07EB3-68C1-4675-7BAE-6B175EFB90AC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B794CE2-611C-4746-CFB6-779B3176EE1D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563B9A9-500D-1431-87BE-CC936772F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85677B1-7ABC-EDE4-7D00-AAB40EABB89A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05D0A9AD-2BE9-4BA1-21C2-DC509C56BD98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52AAFC0-9B2A-3B84-1D1A-9E780E98B199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EA20CE03-665D-5247-F58B-3972A05489A3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D56DFC4-7761-A7A6-2163-92085F0505AF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BBEE244-7FB1-C238-96A4-BCDCA03395DF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7" name="Gráfico 16" descr="Aviso estrutura de tópicos">
              <a:extLst>
                <a:ext uri="{FF2B5EF4-FFF2-40B4-BE49-F238E27FC236}">
                  <a16:creationId xmlns:a16="http://schemas.microsoft.com/office/drawing/2014/main" id="{E1634DB8-7240-6EE8-D19B-A117B33D0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2EC6112A-8C29-54CF-3932-1BF0600114C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6" name="Gráfico 25" descr="Casinha de cachorro estrutura de tópicos">
                <a:extLst>
                  <a:ext uri="{FF2B5EF4-FFF2-40B4-BE49-F238E27FC236}">
                    <a16:creationId xmlns:a16="http://schemas.microsoft.com/office/drawing/2014/main" id="{80A4140F-76E6-38A4-0544-D8F3A04853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FEF2DDF7-309C-846F-A089-52DF8DA6165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0" name="Gráfico 19" descr="Área de Transferência estrutura de tópicos">
              <a:extLst>
                <a:ext uri="{FF2B5EF4-FFF2-40B4-BE49-F238E27FC236}">
                  <a16:creationId xmlns:a16="http://schemas.microsoft.com/office/drawing/2014/main" id="{C34CF737-57F4-54A6-B960-291DEB038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5D076AD-525D-C2B2-F6FE-83B2F4B435D6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</p:spTree>
    <p:extLst>
      <p:ext uri="{BB962C8B-B14F-4D97-AF65-F5344CB8AC3E}">
        <p14:creationId xmlns:p14="http://schemas.microsoft.com/office/powerpoint/2010/main" val="16811595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12B9-ECAB-3CC7-ACAC-F05434102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C3CD32E-004C-16CF-0114-C7C1AA884E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33D5324F-5933-56BA-93DB-60A5F8C075CF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E9ED1BCC-C912-5FDD-4F16-C033DE7B9C52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524369F4-EACC-65E8-5F72-7A478CF50629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712F97B-2DB3-FD95-68D5-750D1F32EF54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F56428E0-6D9F-824C-E28E-5E65D2338C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4C2A98-DE1B-3C99-84EB-0074C319362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C88CDAD-17C9-B832-9563-D6482D6950B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C4E4235-03BA-7ED6-D062-29D39FD990E6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9D790DD-7896-2370-39C2-46A42A0FE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3786F38-6B65-2DA1-77E5-99CAB763C39B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93CD63E-CD3D-B849-2EAB-4DC606C41994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0D454FD8-F536-D755-08C0-8263B7D0E26D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B49DD43-E9F4-F689-A238-41C6E1676066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E3ADCFE-2479-88DB-8860-3338DA4A7020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3C11EC7B-51F3-E3D9-961A-FA12E37C6D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55048CD-B9F1-CDB4-1EC4-2527C9038B4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F44026B-8524-8F7E-6D8B-6930A643BE4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37770D1B-3911-DF1C-497F-88084C435B94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51BCD48E-C38C-663C-A2CF-24DE5115CE19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296F72B-6CFC-2426-D5A5-983108D0CD0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0DA4A46-AE16-7329-8DA4-72C03FD6ED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608E5B3E-6CE4-6801-1BBB-0C7F2049F843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94C64E0-6206-64A7-79E2-E5092C954721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CE26EE3-CAF6-9AE8-B88B-ACFA32C832E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D932AB6-5993-6FAB-1338-9DE85FA522A3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EC809661-3C28-DC83-A83E-4708AFFFF815}"/>
              </a:ext>
            </a:extLst>
          </p:cNvPr>
          <p:cNvSpPr/>
          <p:nvPr/>
        </p:nvSpPr>
        <p:spPr>
          <a:xfrm>
            <a:off x="46991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realização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7BF9269F-4A6B-D604-33CE-9B47F706A749}"/>
              </a:ext>
            </a:extLst>
          </p:cNvPr>
          <p:cNvSpPr/>
          <p:nvPr/>
        </p:nvSpPr>
        <p:spPr>
          <a:xfrm>
            <a:off x="767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ED2B47E-8A4B-1E38-B239-D95CD6D47364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visita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3BEA5459-A5D9-3CF6-DF1B-8C5FFBA8F0B1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4D3A8E1A-3B56-1828-EA40-A5F2095D9263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Animal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988E1BE7-15B0-CDE9-B113-17922EB90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6FE1E984-84D8-12B0-77DF-74240A474F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6810" y="1953929"/>
            <a:ext cx="285750" cy="285750"/>
          </a:xfrm>
          <a:prstGeom prst="rect">
            <a:avLst/>
          </a:prstGeom>
        </p:spPr>
      </p:pic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0150E59B-85A4-37F9-DED8-C00DF620B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6463053"/>
              </p:ext>
            </p:extLst>
          </p:nvPr>
        </p:nvGraphicFramePr>
        <p:xfrm>
          <a:off x="2581275" y="3655397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40600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1468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e Hora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073AC26D-2ED9-4425-9153-12046966FC0D}"/>
              </a:ext>
            </a:extLst>
          </p:cNvPr>
          <p:cNvSpPr/>
          <p:nvPr/>
        </p:nvSpPr>
        <p:spPr>
          <a:xfrm>
            <a:off x="2581274" y="41920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9FFB5799-BE29-94DA-338C-1ED13188A66A}"/>
              </a:ext>
            </a:extLst>
          </p:cNvPr>
          <p:cNvSpPr txBox="1"/>
          <p:nvPr/>
        </p:nvSpPr>
        <p:spPr>
          <a:xfrm>
            <a:off x="10930057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3E29BD7C-57AC-31C0-5A78-44EDD9BE5D5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487203" y="43410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A7AA70F8-AA6B-BD86-9992-4963DF1DC61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58861" y="4341024"/>
            <a:ext cx="198827" cy="198827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856DB411-5431-1614-9B8B-65BE3501DFFE}"/>
              </a:ext>
            </a:extLst>
          </p:cNvPr>
          <p:cNvSpPr txBox="1"/>
          <p:nvPr/>
        </p:nvSpPr>
        <p:spPr>
          <a:xfrm>
            <a:off x="2572773" y="46050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18F43D52-399B-BEE7-77A0-BCD6B8F84120}"/>
              </a:ext>
            </a:extLst>
          </p:cNvPr>
          <p:cNvSpPr/>
          <p:nvPr/>
        </p:nvSpPr>
        <p:spPr>
          <a:xfrm>
            <a:off x="2643361" y="49219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40406B3A-ED75-E7B2-F868-022BD45D678C}"/>
              </a:ext>
            </a:extLst>
          </p:cNvPr>
          <p:cNvSpPr txBox="1"/>
          <p:nvPr/>
        </p:nvSpPr>
        <p:spPr>
          <a:xfrm>
            <a:off x="4486999" y="46141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A688B6CD-FEBE-ABBB-B796-1C81626C6186}"/>
              </a:ext>
            </a:extLst>
          </p:cNvPr>
          <p:cNvSpPr/>
          <p:nvPr/>
        </p:nvSpPr>
        <p:spPr>
          <a:xfrm>
            <a:off x="4571977" y="4925126"/>
            <a:ext cx="392579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7A84C749-CA94-682D-23C7-CA366977BC84}"/>
              </a:ext>
            </a:extLst>
          </p:cNvPr>
          <p:cNvSpPr/>
          <p:nvPr/>
        </p:nvSpPr>
        <p:spPr>
          <a:xfrm>
            <a:off x="8624670" y="4921931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 12:00:00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77D66D3E-3A2F-57B0-2D8D-626D322DD245}"/>
              </a:ext>
            </a:extLst>
          </p:cNvPr>
          <p:cNvSpPr txBox="1"/>
          <p:nvPr/>
        </p:nvSpPr>
        <p:spPr>
          <a:xfrm>
            <a:off x="8530642" y="46141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realização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689DBCAD-7A1C-7A2A-073F-59F0036C071C}"/>
              </a:ext>
            </a:extLst>
          </p:cNvPr>
          <p:cNvSpPr txBox="1"/>
          <p:nvPr/>
        </p:nvSpPr>
        <p:spPr>
          <a:xfrm>
            <a:off x="2572773" y="53491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Veterinário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98C90F9E-F56E-0DF7-5271-0D1798F10342}"/>
              </a:ext>
            </a:extLst>
          </p:cNvPr>
          <p:cNvSpPr/>
          <p:nvPr/>
        </p:nvSpPr>
        <p:spPr>
          <a:xfrm>
            <a:off x="2643361" y="56660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C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A530B9AF-E0AC-5604-3E46-54B6ED985BBE}"/>
              </a:ext>
            </a:extLst>
          </p:cNvPr>
          <p:cNvSpPr txBox="1"/>
          <p:nvPr/>
        </p:nvSpPr>
        <p:spPr>
          <a:xfrm>
            <a:off x="5690324" y="53582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Carteirinha</a:t>
            </a:r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4959E11D-3B9C-EF75-93E7-054DF3661C1B}"/>
              </a:ext>
            </a:extLst>
          </p:cNvPr>
          <p:cNvSpPr/>
          <p:nvPr/>
        </p:nvSpPr>
        <p:spPr>
          <a:xfrm>
            <a:off x="5775303" y="5669208"/>
            <a:ext cx="60711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carteirinha)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989039CB-D7A6-F932-7915-C4E412A5E9BD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6B3EE70C-C6AB-FA59-4F43-F6548FF41C54}"/>
              </a:ext>
            </a:extLst>
          </p:cNvPr>
          <p:cNvSpPr txBox="1"/>
          <p:nvPr/>
        </p:nvSpPr>
        <p:spPr>
          <a:xfrm>
            <a:off x="2588066" y="4218542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VISITA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AB866E0-FECF-CA36-1CB7-F2FCCCE89922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5987456-C8AF-AA9B-E8AF-BF4F6D7A4BC5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959137-0B07-27B0-1B5E-B57EAEAD2A4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9B0AE0C-7C54-1F17-6B1A-27219EB0335B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BB4317BE-E7FE-9A46-6CEE-785220ADE06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E436541B-42B9-9B0A-6F91-ED7C83043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F92B823-2F06-975A-C268-324664030A96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8B535CA-7F29-7481-1334-E77F946E19E1}"/>
              </a:ext>
            </a:extLst>
          </p:cNvPr>
          <p:cNvCxnSpPr>
            <a:cxnSpLocks/>
          </p:cNvCxnSpPr>
          <p:nvPr/>
        </p:nvCxnSpPr>
        <p:spPr>
          <a:xfrm>
            <a:off x="2643361" y="6425800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DEED84F-8020-09CF-B341-A8C436D08C0A}"/>
              </a:ext>
            </a:extLst>
          </p:cNvPr>
          <p:cNvSpPr txBox="1"/>
          <p:nvPr/>
        </p:nvSpPr>
        <p:spPr>
          <a:xfrm>
            <a:off x="2588066" y="6123542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MEDIDAS CORPORAIS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58A02B64-8C29-2C41-61B5-F90FE67C8606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CA1939A3-C1CC-A4AD-1826-10628D8CF47B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pic>
        <p:nvPicPr>
          <p:cNvPr id="40" name="Imagem 39" descr="Forma&#10;&#10;O conteúdo gerado por IA pode estar incorreto.">
            <a:extLst>
              <a:ext uri="{FF2B5EF4-FFF2-40B4-BE49-F238E27FC236}">
                <a16:creationId xmlns:a16="http://schemas.microsoft.com/office/drawing/2014/main" id="{F98FA5E9-2EAC-F3B8-E5E0-D6D5527F05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7796" y="5720971"/>
            <a:ext cx="245655" cy="245655"/>
          </a:xfrm>
          <a:prstGeom prst="rect">
            <a:avLst/>
          </a:prstGeom>
        </p:spPr>
      </p:pic>
      <p:sp>
        <p:nvSpPr>
          <p:cNvPr id="59" name="CaixaDeTexto 58">
            <a:extLst>
              <a:ext uri="{FF2B5EF4-FFF2-40B4-BE49-F238E27FC236}">
                <a16:creationId xmlns:a16="http://schemas.microsoft.com/office/drawing/2014/main" id="{A275BDF3-AC8A-F281-5C53-359B0F2F5669}"/>
              </a:ext>
            </a:extLst>
          </p:cNvPr>
          <p:cNvSpPr txBox="1"/>
          <p:nvPr/>
        </p:nvSpPr>
        <p:spPr>
          <a:xfrm>
            <a:off x="2573361" y="652741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do corpo (cm)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1E9002EB-9C64-0502-1C4B-DCBB9DAB0EE6}"/>
              </a:ext>
            </a:extLst>
          </p:cNvPr>
          <p:cNvSpPr/>
          <p:nvPr/>
        </p:nvSpPr>
        <p:spPr>
          <a:xfrm>
            <a:off x="2643949" y="68443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A63B2AA8-A401-2DEC-C19D-B1FAE9A041F5}"/>
              </a:ext>
            </a:extLst>
          </p:cNvPr>
          <p:cNvSpPr txBox="1"/>
          <p:nvPr/>
        </p:nvSpPr>
        <p:spPr>
          <a:xfrm>
            <a:off x="5690912" y="653654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da cauda (cm)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0B62F540-154A-0330-1BD2-4B413E906EB4}"/>
              </a:ext>
            </a:extLst>
          </p:cNvPr>
          <p:cNvSpPr/>
          <p:nvPr/>
        </p:nvSpPr>
        <p:spPr>
          <a:xfrm>
            <a:off x="5775891" y="684752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F45E38DF-A07D-BB4D-2951-DFE49D37FA6F}"/>
              </a:ext>
            </a:extLst>
          </p:cNvPr>
          <p:cNvSpPr/>
          <p:nvPr/>
        </p:nvSpPr>
        <p:spPr>
          <a:xfrm>
            <a:off x="8907833" y="68443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4BFCEA89-3607-D76C-9D50-EA37A9C4BF9E}"/>
              </a:ext>
            </a:extLst>
          </p:cNvPr>
          <p:cNvSpPr txBox="1"/>
          <p:nvPr/>
        </p:nvSpPr>
        <p:spPr>
          <a:xfrm>
            <a:off x="8813805" y="653654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Altura escapular (cm)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C21676F1-B6D9-B19E-B952-618AC94289E6}"/>
              </a:ext>
            </a:extLst>
          </p:cNvPr>
          <p:cNvSpPr txBox="1"/>
          <p:nvPr/>
        </p:nvSpPr>
        <p:spPr>
          <a:xfrm>
            <a:off x="2581274" y="727242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pescoço (cm)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0B37A58C-A896-1607-CA3B-F2198E55B0BC}"/>
              </a:ext>
            </a:extLst>
          </p:cNvPr>
          <p:cNvSpPr/>
          <p:nvPr/>
        </p:nvSpPr>
        <p:spPr>
          <a:xfrm>
            <a:off x="2651862" y="758933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6D557BD0-3D72-84A5-FC77-8E083B3EA599}"/>
              </a:ext>
            </a:extLst>
          </p:cNvPr>
          <p:cNvSpPr txBox="1"/>
          <p:nvPr/>
        </p:nvSpPr>
        <p:spPr>
          <a:xfrm>
            <a:off x="5698825" y="728155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tórax (cm)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8C31520-4ADD-44C8-96C5-34CEF77F2C32}"/>
              </a:ext>
            </a:extLst>
          </p:cNvPr>
          <p:cNvSpPr/>
          <p:nvPr/>
        </p:nvSpPr>
        <p:spPr>
          <a:xfrm>
            <a:off x="5783804" y="759252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8A9DC55-3E33-47FB-5BDE-95BB7BB14734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Triângulo isósceles 18">
            <a:extLst>
              <a:ext uri="{FF2B5EF4-FFF2-40B4-BE49-F238E27FC236}">
                <a16:creationId xmlns:a16="http://schemas.microsoft.com/office/drawing/2014/main" id="{EC5A261D-8376-0929-5DC2-E1521B226D09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0D4978CF-DE9A-C4A7-394C-A8F0D4223833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A6EB27E3-0B28-FAD6-61AC-4756F50EB6B8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A11A1A2-8739-B822-B81D-1ABB60087FFF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3A340FD3-BB01-BB0B-FC4B-0E781B3DCFE0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6771C52-D202-B95A-2FC0-181D6B4F3535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8F276912-A294-B64E-A688-37BAAADB98DB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4" name="Gráfico 43" descr="Aviso estrutura de tópicos">
              <a:extLst>
                <a:ext uri="{FF2B5EF4-FFF2-40B4-BE49-F238E27FC236}">
                  <a16:creationId xmlns:a16="http://schemas.microsoft.com/office/drawing/2014/main" id="{1313E6F6-E3B5-BC6D-C7EB-F5C5425DE4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5" name="Agrupar 44">
              <a:extLst>
                <a:ext uri="{FF2B5EF4-FFF2-40B4-BE49-F238E27FC236}">
                  <a16:creationId xmlns:a16="http://schemas.microsoft.com/office/drawing/2014/main" id="{60BF0048-66DF-E036-FB03-306C5BCFF90F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7" name="Gráfico 46" descr="Casinha de cachorro estrutura de tópicos">
                <a:extLst>
                  <a:ext uri="{FF2B5EF4-FFF2-40B4-BE49-F238E27FC236}">
                    <a16:creationId xmlns:a16="http://schemas.microsoft.com/office/drawing/2014/main" id="{021A3A5B-F38D-76B7-07B3-9A82B56962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7206BCAC-D13A-A174-3ECB-ECCB1CA252C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6" name="Gráfico 45" descr="Área de Transferência estrutura de tópicos">
              <a:extLst>
                <a:ext uri="{FF2B5EF4-FFF2-40B4-BE49-F238E27FC236}">
                  <a16:creationId xmlns:a16="http://schemas.microsoft.com/office/drawing/2014/main" id="{8B0D1430-C11C-3054-A9EF-420E751E1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65972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E1DCF-11CB-98AC-5CF9-160FAE7DC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A1EC126-B6E6-8254-2000-D36F3196CA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537564C-862C-038A-E08F-94E739D46389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A901EA45-C174-145F-BBC2-844CBA309CE2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BC98CE7C-E570-EBDC-E16F-26877E72ABCF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E84C821F-3557-A13F-4498-C261DCC3CDBA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F83CB6BC-3ACC-CCBC-1411-5A5DD2CA3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7FE2E8F-1A95-07AE-E117-8CA4825C93DE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46F8E43-3324-D060-4015-C5B58D6598B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BB426F6C-AB6D-D6E8-331F-E1BA5238F46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CCA81065-75A5-BC22-B405-9FBD026D6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08B7D14-33FD-BA18-38A1-FD2F3492A4EA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D20F4D7-147F-6CB3-B7FD-CB87420938AC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AB302FD-724E-C94B-1B9C-422B6AD84F21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640DC882-8FBC-A5BB-30EF-CFBB35F967F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9DEF153-AEFD-7FAD-DBC7-9F77858A7ACD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E668B2D1-56B9-C8D1-5C32-5D12EA24D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70A6445D-7955-F599-7201-AC0A78458EB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8B91C89-027A-A0F8-E8B7-D97553F1F97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7EB71529-22CB-DDE0-59EC-CF33C06AA65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08A5FB0E-7CC9-A3C8-BC10-3BB71BC83AAF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CD57259-654A-0BEA-C65D-0E7A5A3D1CA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1CD5AC40-6E69-EFE5-2157-CAC28065D9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F1B479C-F777-7E1C-F518-B80D9E6AAB0D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5B1A313-9260-54B6-935E-C3120D6A6409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6AF8A464-C9BF-B820-94A9-E9C732802A8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EF6B4279-A4D4-F69D-3F19-78EC8F287228}"/>
              </a:ext>
            </a:extLst>
          </p:cNvPr>
          <p:cNvSpPr/>
          <p:nvPr/>
        </p:nvSpPr>
        <p:spPr>
          <a:xfrm>
            <a:off x="2581274" y="1405348"/>
            <a:ext cx="9382125" cy="5707345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EC3DC10F-E294-6BA6-4B72-DE384E93EFC9}"/>
              </a:ext>
            </a:extLst>
          </p:cNvPr>
          <p:cNvSpPr txBox="1"/>
          <p:nvPr/>
        </p:nvSpPr>
        <p:spPr>
          <a:xfrm>
            <a:off x="10930057" y="1528098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D8B6C507-692B-1F39-ED1B-7E06035E1D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7203" y="1554277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258DE085-828D-A3E9-ADB2-6ED072708E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8861" y="1554278"/>
            <a:ext cx="198827" cy="198827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F0AE1274-C22B-4423-F0BE-A056A10846FC}"/>
              </a:ext>
            </a:extLst>
          </p:cNvPr>
          <p:cNvSpPr txBox="1"/>
          <p:nvPr/>
        </p:nvSpPr>
        <p:spPr>
          <a:xfrm>
            <a:off x="2572773" y="181827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6BAA183D-5F60-F6D6-1994-2C139E4BE117}"/>
              </a:ext>
            </a:extLst>
          </p:cNvPr>
          <p:cNvSpPr/>
          <p:nvPr/>
        </p:nvSpPr>
        <p:spPr>
          <a:xfrm>
            <a:off x="2643361" y="2135185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7DD4FA31-DDA2-16E2-7FBE-9A4E8C8C7588}"/>
              </a:ext>
            </a:extLst>
          </p:cNvPr>
          <p:cNvSpPr txBox="1"/>
          <p:nvPr/>
        </p:nvSpPr>
        <p:spPr>
          <a:xfrm>
            <a:off x="4486999" y="182740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40A096C5-6975-C611-E119-0E0D263C510C}"/>
              </a:ext>
            </a:extLst>
          </p:cNvPr>
          <p:cNvSpPr/>
          <p:nvPr/>
        </p:nvSpPr>
        <p:spPr>
          <a:xfrm>
            <a:off x="4571977" y="2138380"/>
            <a:ext cx="392579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872526FE-5781-D7BC-1842-E481FFB130A0}"/>
              </a:ext>
            </a:extLst>
          </p:cNvPr>
          <p:cNvSpPr/>
          <p:nvPr/>
        </p:nvSpPr>
        <p:spPr>
          <a:xfrm>
            <a:off x="8624670" y="2135185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 12:00:00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2E68B63C-C16C-D501-4C0D-9148DD1FCCE2}"/>
              </a:ext>
            </a:extLst>
          </p:cNvPr>
          <p:cNvSpPr txBox="1"/>
          <p:nvPr/>
        </p:nvSpPr>
        <p:spPr>
          <a:xfrm>
            <a:off x="8530642" y="182740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realização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3F6BB008-29B0-E3CE-F1F6-02D70FD2E171}"/>
              </a:ext>
            </a:extLst>
          </p:cNvPr>
          <p:cNvSpPr txBox="1"/>
          <p:nvPr/>
        </p:nvSpPr>
        <p:spPr>
          <a:xfrm>
            <a:off x="2572773" y="256235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Veterinário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1E6E35AF-8B8E-3398-C1C1-DA71FE8531E9}"/>
              </a:ext>
            </a:extLst>
          </p:cNvPr>
          <p:cNvSpPr/>
          <p:nvPr/>
        </p:nvSpPr>
        <p:spPr>
          <a:xfrm>
            <a:off x="2643361" y="287926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C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3002A8B5-1508-BE5B-6150-F6875AFB0779}"/>
              </a:ext>
            </a:extLst>
          </p:cNvPr>
          <p:cNvSpPr txBox="1"/>
          <p:nvPr/>
        </p:nvSpPr>
        <p:spPr>
          <a:xfrm>
            <a:off x="5690324" y="257149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Carteirinha</a:t>
            </a:r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3E3CF657-1B5C-211C-1B64-0C3C00CE06FC}"/>
              </a:ext>
            </a:extLst>
          </p:cNvPr>
          <p:cNvSpPr/>
          <p:nvPr/>
        </p:nvSpPr>
        <p:spPr>
          <a:xfrm>
            <a:off x="5775303" y="2882462"/>
            <a:ext cx="60711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a carteirinha)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4848003A-B47B-C9A4-FDA3-2F069AB4EAF0}"/>
              </a:ext>
            </a:extLst>
          </p:cNvPr>
          <p:cNvCxnSpPr>
            <a:cxnSpLocks/>
          </p:cNvCxnSpPr>
          <p:nvPr/>
        </p:nvCxnSpPr>
        <p:spPr>
          <a:xfrm>
            <a:off x="2643361" y="1734054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B18561CF-2779-C77B-0DB3-7AA94763B019}"/>
              </a:ext>
            </a:extLst>
          </p:cNvPr>
          <p:cNvSpPr txBox="1"/>
          <p:nvPr/>
        </p:nvSpPr>
        <p:spPr>
          <a:xfrm>
            <a:off x="2588066" y="1431796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VISITA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7C544702-1245-3C29-08A8-AC4BB6976142}"/>
              </a:ext>
            </a:extLst>
          </p:cNvPr>
          <p:cNvCxnSpPr>
            <a:cxnSpLocks/>
          </p:cNvCxnSpPr>
          <p:nvPr/>
        </p:nvCxnSpPr>
        <p:spPr>
          <a:xfrm>
            <a:off x="2643361" y="5561481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934008C-C1B2-8797-E1B3-B50FCA49A7DF}"/>
              </a:ext>
            </a:extLst>
          </p:cNvPr>
          <p:cNvSpPr txBox="1"/>
          <p:nvPr/>
        </p:nvSpPr>
        <p:spPr>
          <a:xfrm>
            <a:off x="2588066" y="5259223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VACINAS APLICADAS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CE263E7-A5A3-4141-7175-214206E8D84E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pic>
        <p:nvPicPr>
          <p:cNvPr id="40" name="Imagem 39" descr="Forma&#10;&#10;O conteúdo gerado por IA pode estar incorreto.">
            <a:extLst>
              <a:ext uri="{FF2B5EF4-FFF2-40B4-BE49-F238E27FC236}">
                <a16:creationId xmlns:a16="http://schemas.microsoft.com/office/drawing/2014/main" id="{37879D63-473F-933B-6C85-D79058AAAD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7796" y="2934225"/>
            <a:ext cx="245655" cy="245655"/>
          </a:xfrm>
          <a:prstGeom prst="rect">
            <a:avLst/>
          </a:prstGeom>
        </p:spPr>
      </p:pic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4069B525-445E-A19B-C937-33F799BE6BA7}"/>
              </a:ext>
            </a:extLst>
          </p:cNvPr>
          <p:cNvCxnSpPr>
            <a:cxnSpLocks/>
          </p:cNvCxnSpPr>
          <p:nvPr/>
        </p:nvCxnSpPr>
        <p:spPr>
          <a:xfrm>
            <a:off x="2643361" y="3682600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A2D01DB-37C5-DD14-4D94-1BB729540E04}"/>
              </a:ext>
            </a:extLst>
          </p:cNvPr>
          <p:cNvSpPr txBox="1"/>
          <p:nvPr/>
        </p:nvSpPr>
        <p:spPr>
          <a:xfrm>
            <a:off x="2588066" y="3380342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MEDIDAS CORPORAIS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206BF774-F533-8CDF-B0F9-8CF80E4E6C5C}"/>
              </a:ext>
            </a:extLst>
          </p:cNvPr>
          <p:cNvSpPr txBox="1"/>
          <p:nvPr/>
        </p:nvSpPr>
        <p:spPr>
          <a:xfrm>
            <a:off x="2573361" y="378421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do corpo (cm)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91944CE-82E7-4DB1-9159-F52E4635C4D9}"/>
              </a:ext>
            </a:extLst>
          </p:cNvPr>
          <p:cNvSpPr/>
          <p:nvPr/>
        </p:nvSpPr>
        <p:spPr>
          <a:xfrm>
            <a:off x="2643949" y="41011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9B5EFD6C-780F-946E-4B76-15F0CDF9B753}"/>
              </a:ext>
            </a:extLst>
          </p:cNvPr>
          <p:cNvSpPr txBox="1"/>
          <p:nvPr/>
        </p:nvSpPr>
        <p:spPr>
          <a:xfrm>
            <a:off x="5690912" y="379334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da cauda (cm)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76E61193-5928-E112-FB1D-A6132EC88E26}"/>
              </a:ext>
            </a:extLst>
          </p:cNvPr>
          <p:cNvSpPr/>
          <p:nvPr/>
        </p:nvSpPr>
        <p:spPr>
          <a:xfrm>
            <a:off x="5775891" y="410432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952E6902-93DF-0719-F0F6-35459A3F3EF1}"/>
              </a:ext>
            </a:extLst>
          </p:cNvPr>
          <p:cNvSpPr/>
          <p:nvPr/>
        </p:nvSpPr>
        <p:spPr>
          <a:xfrm>
            <a:off x="8907833" y="410112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572B399A-0B66-9EAE-A686-8CF56D907E37}"/>
              </a:ext>
            </a:extLst>
          </p:cNvPr>
          <p:cNvSpPr txBox="1"/>
          <p:nvPr/>
        </p:nvSpPr>
        <p:spPr>
          <a:xfrm>
            <a:off x="8813805" y="379334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Altura escapular (cm)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F2D526A2-AFF5-6883-034E-B2F326C15296}"/>
              </a:ext>
            </a:extLst>
          </p:cNvPr>
          <p:cNvSpPr txBox="1"/>
          <p:nvPr/>
        </p:nvSpPr>
        <p:spPr>
          <a:xfrm>
            <a:off x="2581274" y="452922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pescoço (cm)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48B275D2-B4E1-2584-BD0F-BAA693AA4D2F}"/>
              </a:ext>
            </a:extLst>
          </p:cNvPr>
          <p:cNvSpPr/>
          <p:nvPr/>
        </p:nvSpPr>
        <p:spPr>
          <a:xfrm>
            <a:off x="2651862" y="484613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FDA904D1-FA2A-3426-3692-CAB673E4CBF5}"/>
              </a:ext>
            </a:extLst>
          </p:cNvPr>
          <p:cNvSpPr txBox="1"/>
          <p:nvPr/>
        </p:nvSpPr>
        <p:spPr>
          <a:xfrm>
            <a:off x="5698825" y="453835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tórax (cm)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D44584E1-95BB-42E4-9028-60443BC24F13}"/>
              </a:ext>
            </a:extLst>
          </p:cNvPr>
          <p:cNvSpPr/>
          <p:nvPr/>
        </p:nvSpPr>
        <p:spPr>
          <a:xfrm>
            <a:off x="5783804" y="484932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06A5D684-D659-9682-96D8-4329E26ACE80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2" name="Triângulo isósceles 81">
            <a:extLst>
              <a:ext uri="{FF2B5EF4-FFF2-40B4-BE49-F238E27FC236}">
                <a16:creationId xmlns:a16="http://schemas.microsoft.com/office/drawing/2014/main" id="{C809372C-E270-BC4F-943E-601AA767FAC7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Triângulo isósceles 82">
            <a:extLst>
              <a:ext uri="{FF2B5EF4-FFF2-40B4-BE49-F238E27FC236}">
                <a16:creationId xmlns:a16="http://schemas.microsoft.com/office/drawing/2014/main" id="{41A9FB6D-F1E1-E6A7-9668-DA328D4DB46B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0922D9D4-CEBE-BFEF-CD33-FFD268F69CB3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CDD2892F-852C-0271-571D-246947D73058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920BD2C0-6308-B8F9-2F50-33903DF19940}"/>
              </a:ext>
            </a:extLst>
          </p:cNvPr>
          <p:cNvSpPr/>
          <p:nvPr/>
        </p:nvSpPr>
        <p:spPr>
          <a:xfrm>
            <a:off x="2659705" y="5679917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VACINAS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A13B4964-EDA0-999B-7C42-D5D0FE6E2358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024C1792-E384-851B-D6B1-9A4A29D73370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7" name="Agrupar 36">
            <a:extLst>
              <a:ext uri="{FF2B5EF4-FFF2-40B4-BE49-F238E27FC236}">
                <a16:creationId xmlns:a16="http://schemas.microsoft.com/office/drawing/2014/main" id="{6DED5E12-068A-C1FC-88E0-A2A1E92BAA92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8" name="Gráfico 37" descr="Aviso estrutura de tópicos">
              <a:extLst>
                <a:ext uri="{FF2B5EF4-FFF2-40B4-BE49-F238E27FC236}">
                  <a16:creationId xmlns:a16="http://schemas.microsoft.com/office/drawing/2014/main" id="{C3E57A88-6AD5-30EA-31CF-3E1C0F88FF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C525CB34-0CDA-C2F8-ADF2-121477201D13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3" name="Gráfico 42" descr="Casinha de cachorro estrutura de tópicos">
                <a:extLst>
                  <a:ext uri="{FF2B5EF4-FFF2-40B4-BE49-F238E27FC236}">
                    <a16:creationId xmlns:a16="http://schemas.microsoft.com/office/drawing/2014/main" id="{FA5C786C-A805-9034-5CF4-1E6C74412C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7A95F29A-7728-AA6D-8CD3-BFA4FD9CC81C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2" name="Gráfico 41" descr="Área de Transferência estrutura de tópicos">
              <a:extLst>
                <a:ext uri="{FF2B5EF4-FFF2-40B4-BE49-F238E27FC236}">
                  <a16:creationId xmlns:a16="http://schemas.microsoft.com/office/drawing/2014/main" id="{D81CF6EE-2C0F-9293-08FD-1CC6F7865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64A0657D-F5D4-9B2B-03BB-48C961B11A61}"/>
              </a:ext>
            </a:extLst>
          </p:cNvPr>
          <p:cNvCxnSpPr>
            <a:cxnSpLocks/>
          </p:cNvCxnSpPr>
          <p:nvPr/>
        </p:nvCxnSpPr>
        <p:spPr>
          <a:xfrm>
            <a:off x="2650618" y="6425639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4F5584E-F251-4579-D274-E987467887A1}"/>
              </a:ext>
            </a:extLst>
          </p:cNvPr>
          <p:cNvSpPr txBox="1"/>
          <p:nvPr/>
        </p:nvSpPr>
        <p:spPr>
          <a:xfrm>
            <a:off x="2595323" y="6123381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AMOSTRAS COLETADAS NA VISITA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DA3A3009-7D0F-BC67-ABF0-4117F4E79D97}"/>
              </a:ext>
            </a:extLst>
          </p:cNvPr>
          <p:cNvSpPr/>
          <p:nvPr/>
        </p:nvSpPr>
        <p:spPr>
          <a:xfrm>
            <a:off x="2659705" y="6568567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AMOSTRAS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321EC9BC-20C0-9C06-B28C-843506267BC7}"/>
              </a:ext>
            </a:extLst>
          </p:cNvPr>
          <p:cNvCxnSpPr>
            <a:cxnSpLocks/>
          </p:cNvCxnSpPr>
          <p:nvPr/>
        </p:nvCxnSpPr>
        <p:spPr>
          <a:xfrm>
            <a:off x="2643360" y="7318267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C738339-0F5B-3DE0-0473-D4D40AF93919}"/>
              </a:ext>
            </a:extLst>
          </p:cNvPr>
          <p:cNvSpPr txBox="1"/>
          <p:nvPr/>
        </p:nvSpPr>
        <p:spPr>
          <a:xfrm>
            <a:off x="2588065" y="7016009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DA VISITA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0D2D0847-305A-31FD-182A-744BC49750AD}"/>
              </a:ext>
            </a:extLst>
          </p:cNvPr>
          <p:cNvSpPr/>
          <p:nvPr/>
        </p:nvSpPr>
        <p:spPr>
          <a:xfrm>
            <a:off x="2652447" y="7461195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FEZES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A424E09C-F504-B821-975F-B2747C2EE98B}"/>
              </a:ext>
            </a:extLst>
          </p:cNvPr>
          <p:cNvSpPr/>
          <p:nvPr/>
        </p:nvSpPr>
        <p:spPr>
          <a:xfrm>
            <a:off x="5281768" y="7454137"/>
            <a:ext cx="3271097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ECTOPARASITOS</a:t>
            </a:r>
          </a:p>
        </p:txBody>
      </p:sp>
    </p:spTree>
    <p:extLst>
      <p:ext uri="{BB962C8B-B14F-4D97-AF65-F5344CB8AC3E}">
        <p14:creationId xmlns:p14="http://schemas.microsoft.com/office/powerpoint/2010/main" val="406544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62B45-DBA1-984D-0500-42ADD827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38AC67C-482B-A551-2F7E-DDC44A2ECF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1AD868F-94F8-C0D9-6977-B8D34ED89766}"/>
              </a:ext>
            </a:extLst>
          </p:cNvPr>
          <p:cNvGrpSpPr/>
          <p:nvPr/>
        </p:nvGrpSpPr>
        <p:grpSpPr>
          <a:xfrm>
            <a:off x="2425801" y="674131"/>
            <a:ext cx="9677197" cy="6488667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1287799B-4ABC-7858-726D-2042077386DC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3E883F7E-2307-97F8-1801-935A6308E9BB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80B80916-E244-7248-658F-9F27146A9F9C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9FFB60BA-E5D9-EC93-2104-6016C3D741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6B04DBE-7DE0-3516-69F6-4D6CFE2BD795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DF87B7F-53F3-4A75-F934-90ED7EE13E7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04BA32C-7F22-91DD-AAED-570E4958772E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9FFF411-92E2-84E7-B3A4-73FD8D71E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1B99C82-4515-9270-87C1-D070F812A433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3F863ED-5393-008E-CC42-C2B889FDFC48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0E71A9A1-7050-F025-BED0-7A6EBC004F02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E5589995-DC5D-AFDB-7D9F-B95F4222A13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DDDFEFB-8284-BC03-96C7-E6C2AAD4B3D3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A7433A3C-FA8A-1BE8-A834-8178E7F8F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4B3C6E2A-350E-4BE8-41AF-A5EA4998B3BA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5626E79-C1AB-5EA8-7621-F39FF3674C5D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9190C309-3DE5-0300-0EBB-99E2AA5E4A73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B353DF0-F829-00BD-97D5-5EC02D0D579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93520A92-C743-EDBC-83FD-E8719AFBF525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1FCC6AB3-9B30-DE55-1DB9-DBB8A2816C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4181479-510B-073A-E8FD-72B6391F969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C8613E9-70C4-0E16-3D97-6C91A1727FB1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86BB32F-87C0-2DBB-0DC3-7AA991521033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102C8047-5DEA-9484-FED6-1C924D053A80}"/>
              </a:ext>
            </a:extLst>
          </p:cNvPr>
          <p:cNvSpPr/>
          <p:nvPr/>
        </p:nvSpPr>
        <p:spPr>
          <a:xfrm>
            <a:off x="2581274" y="1405348"/>
            <a:ext cx="9382125" cy="575745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6E6ECF2-6982-311B-46B5-E20DB99606C5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65507340-8775-C6C2-397F-ABD5EE8EAA8C}"/>
              </a:ext>
            </a:extLst>
          </p:cNvPr>
          <p:cNvCxnSpPr>
            <a:cxnSpLocks/>
          </p:cNvCxnSpPr>
          <p:nvPr/>
        </p:nvCxnSpPr>
        <p:spPr>
          <a:xfrm>
            <a:off x="2643361" y="2898426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C8ADC1CC-37DE-228C-7BE3-A6F95F83BAAE}"/>
              </a:ext>
            </a:extLst>
          </p:cNvPr>
          <p:cNvSpPr txBox="1"/>
          <p:nvPr/>
        </p:nvSpPr>
        <p:spPr>
          <a:xfrm>
            <a:off x="2588066" y="2596168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MEDIDAS CORPORAIS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12DE9E8E-6B9E-401F-F0ED-3571DAA1B729}"/>
              </a:ext>
            </a:extLst>
          </p:cNvPr>
          <p:cNvSpPr txBox="1"/>
          <p:nvPr/>
        </p:nvSpPr>
        <p:spPr>
          <a:xfrm>
            <a:off x="2573361" y="30000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do corpo (cm)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9D8CE288-A088-F7EB-1122-B83C57EDD0BE}"/>
              </a:ext>
            </a:extLst>
          </p:cNvPr>
          <p:cNvSpPr/>
          <p:nvPr/>
        </p:nvSpPr>
        <p:spPr>
          <a:xfrm>
            <a:off x="2643949" y="33169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788BDB1-3788-F32A-0D1C-2B8E5A66CE34}"/>
              </a:ext>
            </a:extLst>
          </p:cNvPr>
          <p:cNvSpPr txBox="1"/>
          <p:nvPr/>
        </p:nvSpPr>
        <p:spPr>
          <a:xfrm>
            <a:off x="5690912" y="300917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da cauda (cm)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9A0F1631-AD62-FF16-4421-86A03C166AF3}"/>
              </a:ext>
            </a:extLst>
          </p:cNvPr>
          <p:cNvSpPr/>
          <p:nvPr/>
        </p:nvSpPr>
        <p:spPr>
          <a:xfrm>
            <a:off x="5775891" y="332014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92E55344-C017-D4BC-4073-34AC688D49DE}"/>
              </a:ext>
            </a:extLst>
          </p:cNvPr>
          <p:cNvSpPr/>
          <p:nvPr/>
        </p:nvSpPr>
        <p:spPr>
          <a:xfrm>
            <a:off x="8907833" y="33169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6B0324DD-DE71-4337-0FA6-90DF357CB5C7}"/>
              </a:ext>
            </a:extLst>
          </p:cNvPr>
          <p:cNvSpPr txBox="1"/>
          <p:nvPr/>
        </p:nvSpPr>
        <p:spPr>
          <a:xfrm>
            <a:off x="8813805" y="30091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Altura escapular (cm)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4F6BFB75-C07F-000F-D2BB-BBC2928576D8}"/>
              </a:ext>
            </a:extLst>
          </p:cNvPr>
          <p:cNvSpPr txBox="1"/>
          <p:nvPr/>
        </p:nvSpPr>
        <p:spPr>
          <a:xfrm>
            <a:off x="2581274" y="3745049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pescoço (cm)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F620A0CA-72BC-C713-7C63-F4241F54D2CD}"/>
              </a:ext>
            </a:extLst>
          </p:cNvPr>
          <p:cNvSpPr/>
          <p:nvPr/>
        </p:nvSpPr>
        <p:spPr>
          <a:xfrm>
            <a:off x="2651862" y="406195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0998254E-B481-F489-0DCF-30CCFC852279}"/>
              </a:ext>
            </a:extLst>
          </p:cNvPr>
          <p:cNvSpPr txBox="1"/>
          <p:nvPr/>
        </p:nvSpPr>
        <p:spPr>
          <a:xfrm>
            <a:off x="5698825" y="3754182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tórax (cm)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168AAEC9-25C7-5476-930A-8CF8F0F65E33}"/>
              </a:ext>
            </a:extLst>
          </p:cNvPr>
          <p:cNvSpPr/>
          <p:nvPr/>
        </p:nvSpPr>
        <p:spPr>
          <a:xfrm>
            <a:off x="5783804" y="4065154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3F32E5E-224B-AE5E-6D7C-4EEA3A0D1500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08A58B5-F9FE-4AAE-1D23-879417B013F9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riângulo isósceles 6">
            <a:extLst>
              <a:ext uri="{FF2B5EF4-FFF2-40B4-BE49-F238E27FC236}">
                <a16:creationId xmlns:a16="http://schemas.microsoft.com/office/drawing/2014/main" id="{5E355983-EBD3-1235-3DB8-FBD8FD138979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ABB9D8DF-AF62-9766-5B93-F019CCC38BF0}"/>
              </a:ext>
            </a:extLst>
          </p:cNvPr>
          <p:cNvSpPr/>
          <p:nvPr/>
        </p:nvSpPr>
        <p:spPr>
          <a:xfrm>
            <a:off x="12130336" y="4261735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4F1923E6-5A9C-A560-9E19-682B6FB6286C}"/>
              </a:ext>
            </a:extLst>
          </p:cNvPr>
          <p:cNvCxnSpPr>
            <a:cxnSpLocks/>
          </p:cNvCxnSpPr>
          <p:nvPr/>
        </p:nvCxnSpPr>
        <p:spPr>
          <a:xfrm>
            <a:off x="2643361" y="4764427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D1B02F32-5165-907F-6C3A-4A306D298A14}"/>
              </a:ext>
            </a:extLst>
          </p:cNvPr>
          <p:cNvSpPr txBox="1"/>
          <p:nvPr/>
        </p:nvSpPr>
        <p:spPr>
          <a:xfrm>
            <a:off x="2588066" y="4462169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VACINAS APLICADAS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105B61C9-C7A4-0E3B-8933-AFA1AAC8A311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1A8830AA-EF56-F951-3252-82C9149CA739}"/>
              </a:ext>
            </a:extLst>
          </p:cNvPr>
          <p:cNvCxnSpPr>
            <a:cxnSpLocks/>
          </p:cNvCxnSpPr>
          <p:nvPr/>
        </p:nvCxnSpPr>
        <p:spPr>
          <a:xfrm>
            <a:off x="2650618" y="5601388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5CAEA4B-2C15-EAD7-AA34-5DB7FA681BEF}"/>
              </a:ext>
            </a:extLst>
          </p:cNvPr>
          <p:cNvSpPr txBox="1"/>
          <p:nvPr/>
        </p:nvSpPr>
        <p:spPr>
          <a:xfrm>
            <a:off x="2595323" y="5299130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AMOSTRAS COLETADAS NA VISITA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A91CD983-F23D-4EAF-EA18-CB1F06E67BCD}"/>
              </a:ext>
            </a:extLst>
          </p:cNvPr>
          <p:cNvSpPr/>
          <p:nvPr/>
        </p:nvSpPr>
        <p:spPr>
          <a:xfrm>
            <a:off x="2659705" y="5744316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AMOSTRAS</a:t>
            </a:r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D6A2A1DB-BFFF-3971-8788-97395863A5FD}"/>
              </a:ext>
            </a:extLst>
          </p:cNvPr>
          <p:cNvCxnSpPr>
            <a:cxnSpLocks/>
          </p:cNvCxnSpPr>
          <p:nvPr/>
        </p:nvCxnSpPr>
        <p:spPr>
          <a:xfrm>
            <a:off x="2643360" y="6494016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62DB23FD-105C-E117-BC4E-6C330A4D1DC2}"/>
              </a:ext>
            </a:extLst>
          </p:cNvPr>
          <p:cNvSpPr txBox="1"/>
          <p:nvPr/>
        </p:nvSpPr>
        <p:spPr>
          <a:xfrm>
            <a:off x="2588065" y="6191758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DA VISITA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0A90A35-CC3F-CDCE-CE3E-AEF816E0519A}"/>
              </a:ext>
            </a:extLst>
          </p:cNvPr>
          <p:cNvSpPr/>
          <p:nvPr/>
        </p:nvSpPr>
        <p:spPr>
          <a:xfrm>
            <a:off x="2652447" y="6636944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FEZES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100C489F-C719-ED76-0E5F-168804B3B156}"/>
              </a:ext>
            </a:extLst>
          </p:cNvPr>
          <p:cNvCxnSpPr>
            <a:cxnSpLocks/>
          </p:cNvCxnSpPr>
          <p:nvPr/>
        </p:nvCxnSpPr>
        <p:spPr>
          <a:xfrm>
            <a:off x="2643363" y="7364872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20D556D-5CF1-07DD-AFA2-9099B21793D0}"/>
              </a:ext>
            </a:extLst>
          </p:cNvPr>
          <p:cNvSpPr txBox="1"/>
          <p:nvPr/>
        </p:nvSpPr>
        <p:spPr>
          <a:xfrm>
            <a:off x="2588068" y="7062614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EXAMES DA VISITA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709A11DA-996A-2A1F-8AC1-5F31884E8A98}"/>
              </a:ext>
            </a:extLst>
          </p:cNvPr>
          <p:cNvSpPr/>
          <p:nvPr/>
        </p:nvSpPr>
        <p:spPr>
          <a:xfrm>
            <a:off x="2652450" y="7507800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EXAMES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E4950BD-6185-14C3-0933-F92169E761B0}"/>
              </a:ext>
            </a:extLst>
          </p:cNvPr>
          <p:cNvSpPr/>
          <p:nvPr/>
        </p:nvSpPr>
        <p:spPr>
          <a:xfrm>
            <a:off x="5281768" y="6629886"/>
            <a:ext cx="3271097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ECTOPARASITOS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41CB1DB-CDB1-F20E-BFCF-C2CACEF1231F}"/>
              </a:ext>
            </a:extLst>
          </p:cNvPr>
          <p:cNvSpPr/>
          <p:nvPr/>
        </p:nvSpPr>
        <p:spPr>
          <a:xfrm>
            <a:off x="2659705" y="4907189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VACINAS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0FC59033-A5A6-3D99-FE61-1C2E265C1360}"/>
              </a:ext>
            </a:extLst>
          </p:cNvPr>
          <p:cNvSpPr txBox="1"/>
          <p:nvPr/>
        </p:nvSpPr>
        <p:spPr>
          <a:xfrm>
            <a:off x="10930057" y="1528098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26" name="Gráfico 25" descr="Lápis com preenchimento sólido">
            <a:extLst>
              <a:ext uri="{FF2B5EF4-FFF2-40B4-BE49-F238E27FC236}">
                <a16:creationId xmlns:a16="http://schemas.microsoft.com/office/drawing/2014/main" id="{3A6EA7C2-6E8D-CC60-AC33-2A910A70129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7203" y="1554277"/>
            <a:ext cx="198827" cy="198827"/>
          </a:xfrm>
          <a:prstGeom prst="rect">
            <a:avLst/>
          </a:prstGeom>
        </p:spPr>
      </p:pic>
      <p:pic>
        <p:nvPicPr>
          <p:cNvPr id="33" name="Gráfico 32" descr="Lixo com preenchimento sólido">
            <a:extLst>
              <a:ext uri="{FF2B5EF4-FFF2-40B4-BE49-F238E27FC236}">
                <a16:creationId xmlns:a16="http://schemas.microsoft.com/office/drawing/2014/main" id="{5D9CA9BA-9ADB-E704-DE91-186634D43F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8861" y="1554278"/>
            <a:ext cx="198827" cy="198827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15A1A419-F76B-3089-09A2-00AADEF48D98}"/>
              </a:ext>
            </a:extLst>
          </p:cNvPr>
          <p:cNvSpPr txBox="1"/>
          <p:nvPr/>
        </p:nvSpPr>
        <p:spPr>
          <a:xfrm>
            <a:off x="2572773" y="181827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B98D3437-92C8-2D49-B3F1-646E41C355C1}"/>
              </a:ext>
            </a:extLst>
          </p:cNvPr>
          <p:cNvSpPr/>
          <p:nvPr/>
        </p:nvSpPr>
        <p:spPr>
          <a:xfrm>
            <a:off x="2643361" y="2135185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3A26432-3293-40C0-5B03-D57939F0D212}"/>
              </a:ext>
            </a:extLst>
          </p:cNvPr>
          <p:cNvSpPr txBox="1"/>
          <p:nvPr/>
        </p:nvSpPr>
        <p:spPr>
          <a:xfrm>
            <a:off x="4486999" y="182740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F0D987D0-F17B-8282-58E7-AB598DECC911}"/>
              </a:ext>
            </a:extLst>
          </p:cNvPr>
          <p:cNvSpPr/>
          <p:nvPr/>
        </p:nvSpPr>
        <p:spPr>
          <a:xfrm>
            <a:off x="4571977" y="2138380"/>
            <a:ext cx="392579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EB226F7D-7EDF-7644-325C-6BCF00C38B0F}"/>
              </a:ext>
            </a:extLst>
          </p:cNvPr>
          <p:cNvSpPr/>
          <p:nvPr/>
        </p:nvSpPr>
        <p:spPr>
          <a:xfrm>
            <a:off x="8624670" y="2135185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 12:00:00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12A75689-7293-4036-D89B-7EB57DC26DFD}"/>
              </a:ext>
            </a:extLst>
          </p:cNvPr>
          <p:cNvSpPr txBox="1"/>
          <p:nvPr/>
        </p:nvSpPr>
        <p:spPr>
          <a:xfrm>
            <a:off x="8530642" y="182740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realização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47B40B85-B994-CB1C-08D0-3C73993007A2}"/>
              </a:ext>
            </a:extLst>
          </p:cNvPr>
          <p:cNvCxnSpPr>
            <a:cxnSpLocks/>
          </p:cNvCxnSpPr>
          <p:nvPr/>
        </p:nvCxnSpPr>
        <p:spPr>
          <a:xfrm>
            <a:off x="2643361" y="1734054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CFAFBC46-04F4-FB64-732A-3CC2FC183091}"/>
              </a:ext>
            </a:extLst>
          </p:cNvPr>
          <p:cNvSpPr txBox="1"/>
          <p:nvPr/>
        </p:nvSpPr>
        <p:spPr>
          <a:xfrm>
            <a:off x="2588066" y="1431796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VISITA</a:t>
            </a:r>
          </a:p>
        </p:txBody>
      </p:sp>
      <p:cxnSp>
        <p:nvCxnSpPr>
          <p:cNvPr id="82" name="Conector reto 81">
            <a:extLst>
              <a:ext uri="{FF2B5EF4-FFF2-40B4-BE49-F238E27FC236}">
                <a16:creationId xmlns:a16="http://schemas.microsoft.com/office/drawing/2014/main" id="{B15C205A-57A8-6CBB-1DA8-CC695C915ED8}"/>
              </a:ext>
            </a:extLst>
          </p:cNvPr>
          <p:cNvCxnSpPr>
            <a:cxnSpLocks/>
          </p:cNvCxnSpPr>
          <p:nvPr/>
        </p:nvCxnSpPr>
        <p:spPr>
          <a:xfrm>
            <a:off x="2643360" y="2556948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3BDB56DF-4F2B-96BA-97E0-63210A485F67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85" name="Retângulo 84">
            <a:extLst>
              <a:ext uri="{FF2B5EF4-FFF2-40B4-BE49-F238E27FC236}">
                <a16:creationId xmlns:a16="http://schemas.microsoft.com/office/drawing/2014/main" id="{19BCB4F9-586C-FD96-7C38-EC72CE62ED74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EFFDB290-27A2-75DB-9C42-90EAA1D8B84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88" name="Gráfico 87" descr="Aviso estrutura de tópicos">
              <a:extLst>
                <a:ext uri="{FF2B5EF4-FFF2-40B4-BE49-F238E27FC236}">
                  <a16:creationId xmlns:a16="http://schemas.microsoft.com/office/drawing/2014/main" id="{405E3B6E-DF6E-D3D2-9328-4A61761E5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89" name="Agrupar 88">
              <a:extLst>
                <a:ext uri="{FF2B5EF4-FFF2-40B4-BE49-F238E27FC236}">
                  <a16:creationId xmlns:a16="http://schemas.microsoft.com/office/drawing/2014/main" id="{7B425254-8E13-74F4-BFB4-FE55125C84D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91" name="Gráfico 90" descr="Casinha de cachorro estrutura de tópicos">
                <a:extLst>
                  <a:ext uri="{FF2B5EF4-FFF2-40B4-BE49-F238E27FC236}">
                    <a16:creationId xmlns:a16="http://schemas.microsoft.com/office/drawing/2014/main" id="{92245CBE-9734-E77D-8A28-ABB237F8D1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92" name="CaixaDeTexto 91">
                <a:extLst>
                  <a:ext uri="{FF2B5EF4-FFF2-40B4-BE49-F238E27FC236}">
                    <a16:creationId xmlns:a16="http://schemas.microsoft.com/office/drawing/2014/main" id="{36EBC246-BC18-06C6-C6C4-8E3AFD1C54DC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90" name="Gráfico 89" descr="Área de Transferência estrutura de tópicos">
              <a:extLst>
                <a:ext uri="{FF2B5EF4-FFF2-40B4-BE49-F238E27FC236}">
                  <a16:creationId xmlns:a16="http://schemas.microsoft.com/office/drawing/2014/main" id="{D2D42A44-594F-BD47-5CD0-C3D42E88C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96584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9F056-9D08-D3ED-6589-DB36B57D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37A3B81-65B6-ECAF-8023-42CF172A06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E83DA2E5-5A35-1F99-A3C9-0B917342AA15}"/>
              </a:ext>
            </a:extLst>
          </p:cNvPr>
          <p:cNvGrpSpPr/>
          <p:nvPr/>
        </p:nvGrpSpPr>
        <p:grpSpPr>
          <a:xfrm>
            <a:off x="2425801" y="674132"/>
            <a:ext cx="9677197" cy="6093364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649638C4-870E-2251-C897-BE75AEDD8EB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54B1EDC1-BCAA-0BEF-F0FC-3BDC78DCB793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45953862-B5B2-806F-3B1C-832B169E3DB3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E2F7A2C2-2C25-E7EF-1E55-251FDC5664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40E9AC2-F5FF-0C8B-4AE5-B71B42355B0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A0C4A5BD-6EA8-ACD8-5167-3E59AF23B1C2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021902F-7E7F-D866-6E58-6A8CF859463E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87915AB-167E-F26A-C704-C6CBB75C8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B5F060A-BAEF-2AE8-0A8F-866645ACF8C6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143E9FD-8E35-2A85-9E23-6DF71A848753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16D9B5D4-51B8-B75E-3B31-5369319C12BB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9C07AC74-3A13-4067-85AD-72C78487171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C1C7FDA-2DBF-8517-000F-47CAD19F541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5AB27C74-9913-712E-8897-57C8F2996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B22B345F-79CA-7A52-DBA9-E9593BB42F4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3E2A45C-EDDF-4073-12AE-6FC1E8639F8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1500AD92-DAFB-ED2E-4ACC-D597EB32076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ADA74A2B-228B-94D2-7E58-61C36F4D0342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F944168-AB22-36FB-D16D-F8504983FF8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C6A8B66B-33ED-66DF-1313-8FE4C936B2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A20FEEF-DF68-5FEB-F174-8632C3E474E3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71BE41C1-5588-DA2D-304B-A621749E6F39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C43513F-7553-E081-128D-10722620443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A5252E01-51A2-7B48-83B0-B780398E619F}"/>
              </a:ext>
            </a:extLst>
          </p:cNvPr>
          <p:cNvSpPr/>
          <p:nvPr/>
        </p:nvSpPr>
        <p:spPr>
          <a:xfrm>
            <a:off x="2581274" y="1405347"/>
            <a:ext cx="9382125" cy="4584365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66949891-AB4E-A5F4-889D-66161944473C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EDE6E5B4-955D-DB3C-B233-42DEE4C5AB13}"/>
              </a:ext>
            </a:extLst>
          </p:cNvPr>
          <p:cNvCxnSpPr>
            <a:cxnSpLocks/>
          </p:cNvCxnSpPr>
          <p:nvPr/>
        </p:nvCxnSpPr>
        <p:spPr>
          <a:xfrm>
            <a:off x="2650618" y="3706351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90BE0D43-EF2E-5286-3DB0-DEBB12E6A5E7}"/>
              </a:ext>
            </a:extLst>
          </p:cNvPr>
          <p:cNvSpPr txBox="1"/>
          <p:nvPr/>
        </p:nvSpPr>
        <p:spPr>
          <a:xfrm>
            <a:off x="2595323" y="3404093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AMOSTRAS COLETADAS NA VISITA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9287D8B0-A15F-C746-E6E5-674001BB8D47}"/>
              </a:ext>
            </a:extLst>
          </p:cNvPr>
          <p:cNvSpPr/>
          <p:nvPr/>
        </p:nvSpPr>
        <p:spPr>
          <a:xfrm>
            <a:off x="2659705" y="3849279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AMOSTRAS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BD453DE-BB17-0BD3-163F-B17899A5F313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2339798A-4287-C1B3-FB1A-4587ADD09FCA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riângulo isósceles 6">
            <a:extLst>
              <a:ext uri="{FF2B5EF4-FFF2-40B4-BE49-F238E27FC236}">
                <a16:creationId xmlns:a16="http://schemas.microsoft.com/office/drawing/2014/main" id="{0FE57C28-380E-1577-AFE1-E1AEDA0E1CEE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152E5F4-2BAF-6344-6C71-7AD9682DEF1C}"/>
              </a:ext>
            </a:extLst>
          </p:cNvPr>
          <p:cNvSpPr/>
          <p:nvPr/>
        </p:nvSpPr>
        <p:spPr>
          <a:xfrm>
            <a:off x="12130336" y="475521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4B3C1827-2437-3828-7B8E-B627F8063E78}"/>
              </a:ext>
            </a:extLst>
          </p:cNvPr>
          <p:cNvCxnSpPr>
            <a:cxnSpLocks/>
          </p:cNvCxnSpPr>
          <p:nvPr/>
        </p:nvCxnSpPr>
        <p:spPr>
          <a:xfrm>
            <a:off x="2643360" y="4534584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C5D9010-4EB7-0514-73FF-2407E8E7A9B8}"/>
              </a:ext>
            </a:extLst>
          </p:cNvPr>
          <p:cNvSpPr txBox="1"/>
          <p:nvPr/>
        </p:nvSpPr>
        <p:spPr>
          <a:xfrm>
            <a:off x="2588065" y="4232326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DA VISITA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9E3CCF3-C7F9-5734-5773-E413387BD1A0}"/>
              </a:ext>
            </a:extLst>
          </p:cNvPr>
          <p:cNvSpPr/>
          <p:nvPr/>
        </p:nvSpPr>
        <p:spPr>
          <a:xfrm>
            <a:off x="2652447" y="4677512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FEZES</a:t>
            </a: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DD9B021A-D571-7F3A-7581-D55D195DA433}"/>
              </a:ext>
            </a:extLst>
          </p:cNvPr>
          <p:cNvCxnSpPr>
            <a:cxnSpLocks/>
          </p:cNvCxnSpPr>
          <p:nvPr/>
        </p:nvCxnSpPr>
        <p:spPr>
          <a:xfrm>
            <a:off x="2643363" y="5405440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EFFDE3D-F6D1-9363-B08E-88F5C93B5148}"/>
              </a:ext>
            </a:extLst>
          </p:cNvPr>
          <p:cNvSpPr txBox="1"/>
          <p:nvPr/>
        </p:nvSpPr>
        <p:spPr>
          <a:xfrm>
            <a:off x="2588068" y="5103182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 DA VISITA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F54BA55A-EED8-46CA-460B-F29DC122AE48}"/>
              </a:ext>
            </a:extLst>
          </p:cNvPr>
          <p:cNvSpPr/>
          <p:nvPr/>
        </p:nvSpPr>
        <p:spPr>
          <a:xfrm>
            <a:off x="2652450" y="5548368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EXAME FÍSICO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B52D292-E0F2-C435-A9A3-03515FFA57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017897"/>
              </p:ext>
            </p:extLst>
          </p:nvPr>
        </p:nvGraphicFramePr>
        <p:xfrm>
          <a:off x="2527299" y="6106391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15152423"/>
                    </a:ext>
                  </a:extLst>
                </a:gridCol>
                <a:gridCol w="4060006">
                  <a:extLst>
                    <a:ext uri="{9D8B030D-6E8A-4147-A177-3AD203B41FA5}">
                      <a16:colId xmlns:a16="http://schemas.microsoft.com/office/drawing/2014/main" val="1076513025"/>
                    </a:ext>
                  </a:extLst>
                </a:gridCol>
                <a:gridCol w="2146887">
                  <a:extLst>
                    <a:ext uri="{9D8B030D-6E8A-4147-A177-3AD203B41FA5}">
                      <a16:colId xmlns:a16="http://schemas.microsoft.com/office/drawing/2014/main" val="93999660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386443148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5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02/03/2024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6834285"/>
                  </a:ext>
                </a:extLst>
              </a:tr>
            </a:tbl>
          </a:graphicData>
        </a:graphic>
      </p:graphicFrame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B7F3B33C-3A43-8EDC-5CC5-4470D2A035EB}"/>
              </a:ext>
            </a:extLst>
          </p:cNvPr>
          <p:cNvCxnSpPr>
            <a:cxnSpLocks/>
          </p:cNvCxnSpPr>
          <p:nvPr/>
        </p:nvCxnSpPr>
        <p:spPr>
          <a:xfrm>
            <a:off x="2643361" y="2883902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A4DE03B-3C51-4247-CBAC-EB358AC26C8F}"/>
              </a:ext>
            </a:extLst>
          </p:cNvPr>
          <p:cNvSpPr txBox="1"/>
          <p:nvPr/>
        </p:nvSpPr>
        <p:spPr>
          <a:xfrm>
            <a:off x="2588066" y="2581644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VACINAS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033DC72-1E51-A42F-F731-561027B27234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013A213-15DD-B6A1-7666-9655C0370307}"/>
              </a:ext>
            </a:extLst>
          </p:cNvPr>
          <p:cNvSpPr/>
          <p:nvPr/>
        </p:nvSpPr>
        <p:spPr>
          <a:xfrm>
            <a:off x="5281768" y="4677512"/>
            <a:ext cx="3271097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 DE ECTOPARASITOS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6C607AD-6DFE-5206-0839-B5A90C131F5D}"/>
              </a:ext>
            </a:extLst>
          </p:cNvPr>
          <p:cNvSpPr/>
          <p:nvPr/>
        </p:nvSpPr>
        <p:spPr>
          <a:xfrm>
            <a:off x="2659705" y="3013994"/>
            <a:ext cx="2483908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VACINAS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67D3F3FA-4107-2EF0-CFDD-8545D4E25213}"/>
              </a:ext>
            </a:extLst>
          </p:cNvPr>
          <p:cNvSpPr txBox="1"/>
          <p:nvPr/>
        </p:nvSpPr>
        <p:spPr>
          <a:xfrm>
            <a:off x="10930057" y="1528098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56" name="Gráfico 55" descr="Lápis com preenchimento sólido">
            <a:extLst>
              <a:ext uri="{FF2B5EF4-FFF2-40B4-BE49-F238E27FC236}">
                <a16:creationId xmlns:a16="http://schemas.microsoft.com/office/drawing/2014/main" id="{E42462B8-5936-7DBE-D9FC-88F6E267D1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7203" y="1554277"/>
            <a:ext cx="198827" cy="198827"/>
          </a:xfrm>
          <a:prstGeom prst="rect">
            <a:avLst/>
          </a:prstGeom>
        </p:spPr>
      </p:pic>
      <p:pic>
        <p:nvPicPr>
          <p:cNvPr id="60" name="Gráfico 59" descr="Lixo com preenchimento sólido">
            <a:extLst>
              <a:ext uri="{FF2B5EF4-FFF2-40B4-BE49-F238E27FC236}">
                <a16:creationId xmlns:a16="http://schemas.microsoft.com/office/drawing/2014/main" id="{D10B686B-A58B-111B-657A-EBF5BD3473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8861" y="1554278"/>
            <a:ext cx="198827" cy="198827"/>
          </a:xfrm>
          <a:prstGeom prst="rect">
            <a:avLst/>
          </a:prstGeom>
        </p:spPr>
      </p:pic>
      <p:sp>
        <p:nvSpPr>
          <p:cNvPr id="61" name="CaixaDeTexto 60">
            <a:extLst>
              <a:ext uri="{FF2B5EF4-FFF2-40B4-BE49-F238E27FC236}">
                <a16:creationId xmlns:a16="http://schemas.microsoft.com/office/drawing/2014/main" id="{87F31CF1-62BD-CAB0-3B29-69B20BB78FF7}"/>
              </a:ext>
            </a:extLst>
          </p:cNvPr>
          <p:cNvSpPr txBox="1"/>
          <p:nvPr/>
        </p:nvSpPr>
        <p:spPr>
          <a:xfrm>
            <a:off x="2572773" y="181827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2A5A68EB-3D21-135B-7F67-FE1BDC25A68C}"/>
              </a:ext>
            </a:extLst>
          </p:cNvPr>
          <p:cNvSpPr/>
          <p:nvPr/>
        </p:nvSpPr>
        <p:spPr>
          <a:xfrm>
            <a:off x="2643361" y="2135185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1A0ECA7B-DCB7-CE04-85A4-E9D755C86D9C}"/>
              </a:ext>
            </a:extLst>
          </p:cNvPr>
          <p:cNvSpPr txBox="1"/>
          <p:nvPr/>
        </p:nvSpPr>
        <p:spPr>
          <a:xfrm>
            <a:off x="4486999" y="182740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677133C2-8513-E4C0-9F24-CC3E148F6616}"/>
              </a:ext>
            </a:extLst>
          </p:cNvPr>
          <p:cNvSpPr/>
          <p:nvPr/>
        </p:nvSpPr>
        <p:spPr>
          <a:xfrm>
            <a:off x="4571977" y="2138380"/>
            <a:ext cx="392579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30CE5080-AA66-BA11-C866-0D8999F3C826}"/>
              </a:ext>
            </a:extLst>
          </p:cNvPr>
          <p:cNvSpPr/>
          <p:nvPr/>
        </p:nvSpPr>
        <p:spPr>
          <a:xfrm>
            <a:off x="8624670" y="2135185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 12:00:00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FBA7AE2D-8AE4-7B86-15FA-E6C38757D934}"/>
              </a:ext>
            </a:extLst>
          </p:cNvPr>
          <p:cNvSpPr txBox="1"/>
          <p:nvPr/>
        </p:nvSpPr>
        <p:spPr>
          <a:xfrm>
            <a:off x="8530642" y="182740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realização</a:t>
            </a:r>
          </a:p>
        </p:txBody>
      </p: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9B4FAF49-6A1B-9DDA-5C02-6C84BFEC5CF1}"/>
              </a:ext>
            </a:extLst>
          </p:cNvPr>
          <p:cNvCxnSpPr>
            <a:cxnSpLocks/>
          </p:cNvCxnSpPr>
          <p:nvPr/>
        </p:nvCxnSpPr>
        <p:spPr>
          <a:xfrm>
            <a:off x="2643361" y="1734054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FA30A342-CC9B-3B11-3151-0C0789C2BC2F}"/>
              </a:ext>
            </a:extLst>
          </p:cNvPr>
          <p:cNvSpPr txBox="1"/>
          <p:nvPr/>
        </p:nvSpPr>
        <p:spPr>
          <a:xfrm>
            <a:off x="2588066" y="1431796"/>
            <a:ext cx="25482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VISITA</a:t>
            </a:r>
          </a:p>
        </p:txBody>
      </p: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470E6530-7C26-91C6-B624-1FC8FDA90BAF}"/>
              </a:ext>
            </a:extLst>
          </p:cNvPr>
          <p:cNvCxnSpPr>
            <a:cxnSpLocks/>
          </p:cNvCxnSpPr>
          <p:nvPr/>
        </p:nvCxnSpPr>
        <p:spPr>
          <a:xfrm>
            <a:off x="2643360" y="2556948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15CA938A-822A-1CD6-49E5-D8FB5D44D794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7A754619-9998-4F99-9B9F-4C8A78DC3F0D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4ADCAE06-A3EA-CF11-AF48-C9E8B55226E8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76" name="Gráfico 75" descr="Aviso estrutura de tópicos">
              <a:extLst>
                <a:ext uri="{FF2B5EF4-FFF2-40B4-BE49-F238E27FC236}">
                  <a16:creationId xmlns:a16="http://schemas.microsoft.com/office/drawing/2014/main" id="{55978ED3-3AD7-D49D-673D-D71A7F1E3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7" name="Agrupar 76">
              <a:extLst>
                <a:ext uri="{FF2B5EF4-FFF2-40B4-BE49-F238E27FC236}">
                  <a16:creationId xmlns:a16="http://schemas.microsoft.com/office/drawing/2014/main" id="{24EAF24A-64A7-2503-1D30-1297095AC469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80" name="Gráfico 79" descr="Casinha de cachorro estrutura de tópicos">
                <a:extLst>
                  <a:ext uri="{FF2B5EF4-FFF2-40B4-BE49-F238E27FC236}">
                    <a16:creationId xmlns:a16="http://schemas.microsoft.com/office/drawing/2014/main" id="{793A3D19-6ADE-ED41-6024-9E3899D7A2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81" name="CaixaDeTexto 80">
                <a:extLst>
                  <a:ext uri="{FF2B5EF4-FFF2-40B4-BE49-F238E27FC236}">
                    <a16:creationId xmlns:a16="http://schemas.microsoft.com/office/drawing/2014/main" id="{D2F5E181-A556-936E-B6AE-BB675ECA400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8" name="Gráfico 77" descr="Área de Transferência estrutura de tópicos">
              <a:extLst>
                <a:ext uri="{FF2B5EF4-FFF2-40B4-BE49-F238E27FC236}">
                  <a16:creationId xmlns:a16="http://schemas.microsoft.com/office/drawing/2014/main" id="{F389E0F4-CEED-3699-593C-9651E7653E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12942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46002-1196-213E-D195-D34B3B459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A50D42B-5748-28A0-37E2-714F3D3061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CDF884C-B1E9-EA92-F871-089B02FC5075}"/>
              </a:ext>
            </a:extLst>
          </p:cNvPr>
          <p:cNvSpPr/>
          <p:nvPr/>
        </p:nvSpPr>
        <p:spPr>
          <a:xfrm>
            <a:off x="2425802" y="706914"/>
            <a:ext cx="9677196" cy="6060579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BEB4802-807D-7EB3-60EF-B7C19240A9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F038176-9BB8-D490-167B-1EABA9AD6B0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C4267A0B-BFBC-B39F-1666-0196AA3A926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05F3424-37F8-4FED-1BC0-7BF930E4430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04DB342-E2A1-9986-28BE-C0C4E9937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89DDC65-5546-D319-97AB-DC20FF461071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B927396-D2DF-2D21-3D76-834FD39AAAE8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4538A70B-E905-1CDA-9162-24ECFEEDB537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8EFE0AF-2701-1E8A-DDAA-22F1A0F10F40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A9A53A0-4677-027A-FDCD-4BEE836CAC4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5EEE3C8F-FBE4-5568-AC6A-56EE9B8FBB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9A553193-C448-8323-FFED-23AE39093DCE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89E4CF3-AF14-B635-3812-BFD7EA802EF7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C6BE988C-5CE5-ADDF-665E-25206561CA73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1B0D80FE-A1E3-B1EC-3C5E-1B408B56A3DF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E3579D0-2C49-9853-6328-735606F5058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21A77FA-5B31-58A4-7891-05F6D2402B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AEE1AAE-9784-B3B0-AC4C-7F651CCEC74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B58B396-3805-3193-B106-DF12279E0DBB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7C215CA-FE68-8D25-C8EB-1535D231761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01520BA-1546-8EA3-F9B9-239FF6B303AA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867DD119-143B-089E-9077-3EC61C2F8DA9}"/>
              </a:ext>
            </a:extLst>
          </p:cNvPr>
          <p:cNvSpPr/>
          <p:nvPr/>
        </p:nvSpPr>
        <p:spPr>
          <a:xfrm>
            <a:off x="6658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B1BD67F-6A33-C1E2-555B-F8902059B0DB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amostra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3F625A6A-AD8D-E036-602B-CD5C1E59D511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955DBCD4-0E9F-FF06-3262-199FB6304B27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F7BCB82A-4075-41B4-D593-20E33C567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122A9BBE-3A2F-C8C3-0E14-6BF372E6D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650847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81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206171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278743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64229">
                  <a:extLst>
                    <a:ext uri="{9D8B030D-6E8A-4147-A177-3AD203B41FA5}">
                      <a16:colId xmlns:a16="http://schemas.microsoft.com/office/drawing/2014/main" val="1251805041"/>
                    </a:ext>
                  </a:extLst>
                </a:gridCol>
                <a:gridCol w="1063170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da 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Am-002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Soro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Armazenada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Am-001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Sangue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Processada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BD48F89-2DE2-FF23-B7D8-A0FE023C3756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7A87FD4-2AFF-4EA8-7476-F0DD47046AE5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AE58892-DC83-CD00-6510-B2416CCAA6F9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120433B-EDA3-BACD-41CD-7B090A6A6D26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0E1B466-5B55-86B4-8150-0CDDD6C56996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A5A62A72-5127-54D3-7479-7E9968A6E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6A2215FB-01D6-00FE-F2EC-6E39F674EFA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5D0A0DE8-5033-6A11-F3ED-4B6A9BC56490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A87F213-AD68-2328-DDEE-1AC2D2B82112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D6F3762-2B31-CA72-24F3-E226314D7B2A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C89D1A7-713F-6359-FAE0-78252908CF3D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Amostra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0AEB702-3B58-4ABD-C47D-C84E37E78021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B461FA89-379A-A764-06D8-D2DC928E1CFB}"/>
              </a:ext>
            </a:extLst>
          </p:cNvPr>
          <p:cNvGrpSpPr/>
          <p:nvPr/>
        </p:nvGrpSpPr>
        <p:grpSpPr>
          <a:xfrm>
            <a:off x="4669925" y="1941905"/>
            <a:ext cx="1840853" cy="336082"/>
            <a:chOff x="2714125" y="1941905"/>
            <a:chExt cx="1840853" cy="307777"/>
          </a:xfrm>
        </p:grpSpPr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id="{B4E25D46-1F55-3527-E2FB-154E8F27889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 da amostra</a:t>
              </a:r>
            </a:p>
          </p:txBody>
        </p:sp>
        <p:pic>
          <p:nvPicPr>
            <p:cNvPr id="49" name="Gráfico 48" descr="Acento Circunflexo para Cima com preenchimento sólido">
              <a:extLst>
                <a:ext uri="{FF2B5EF4-FFF2-40B4-BE49-F238E27FC236}">
                  <a16:creationId xmlns:a16="http://schemas.microsoft.com/office/drawing/2014/main" id="{959D0ECF-A363-DFFD-D3BA-12A0C5292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AF9A640-4E55-AA5A-3D71-95842A765BE2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B623C522-1BCF-DF75-094D-D099344CC52A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6EE2FE38-747F-C146-1677-A75D367946A6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8" name="Gráfico 17" descr="Aviso estrutura de tópicos">
              <a:extLst>
                <a:ext uri="{FF2B5EF4-FFF2-40B4-BE49-F238E27FC236}">
                  <a16:creationId xmlns:a16="http://schemas.microsoft.com/office/drawing/2014/main" id="{62500987-F379-C1B4-E012-73C4DC76E4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59B070C7-39DE-DB5B-CBCD-25AD5DDE1B11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2" name="Gráfico 31" descr="Casinha de cachorro estrutura de tópicos">
                <a:extLst>
                  <a:ext uri="{FF2B5EF4-FFF2-40B4-BE49-F238E27FC236}">
                    <a16:creationId xmlns:a16="http://schemas.microsoft.com/office/drawing/2014/main" id="{0724F0AD-F11D-0BE3-D0A8-F0352A1D5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76722C19-80BF-4C20-8023-0661736E2201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6" name="Gráfico 25" descr="Área de Transferência estrutura de tópicos">
              <a:extLst>
                <a:ext uri="{FF2B5EF4-FFF2-40B4-BE49-F238E27FC236}">
                  <a16:creationId xmlns:a16="http://schemas.microsoft.com/office/drawing/2014/main" id="{414D655C-B5E7-510E-EC4E-5937F3D93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4813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1D623-2F5B-EA72-184E-9DBD73A5E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0EE86FE-A53E-54B3-2246-AFFD3609EF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D091567E-8D6D-2701-F827-43A187ADC7F1}"/>
              </a:ext>
            </a:extLst>
          </p:cNvPr>
          <p:cNvSpPr/>
          <p:nvPr/>
        </p:nvSpPr>
        <p:spPr>
          <a:xfrm>
            <a:off x="2425802" y="706914"/>
            <a:ext cx="9677196" cy="6060579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82526A-1C0E-8323-B185-1CD24A5DCA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4D65F46-D1D1-1A85-6F64-A5392EE6AE6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C5412429-CE43-9826-CEEE-B24D3E613EA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FE4E2C0-ED46-1F45-C8D0-52B1611B910F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0BBB36A-397A-91E9-A757-18A184566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956EE9F-AA31-F3E7-4353-3094E0CF79FB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771A773-7296-20E6-1B76-BFB3A52C9F3D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9E9C2B6-FFBF-BE75-954A-FF13F507865A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9B28DF8-A939-4EFA-76E9-847723AED14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821A513-F258-1EDB-F544-B72664A5116A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8BEDE60-9BFE-2B5F-5E97-061D15B8D7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AFE1C387-75A2-5D67-B457-33C97A59F92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570652F-45D1-5676-7FA0-4C29980D6F1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F0D451C7-FE42-55E5-B233-876DCF29C879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600C0F2-41F1-3360-469B-EC1EE4B8711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CF0FDE5-3614-C828-2174-51695CD6E16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4945B11C-C42A-9643-7559-17BC90B087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D5DBBCC5-2D5A-F1AB-2BE1-761827D20400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9ADE196-1952-07DE-45AA-D2B133C2B836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D47C87A-518C-F053-E6B9-B58BF424B2BD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98D052E-0693-CF7A-FA44-E064C75F6DAE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B35255B-1EFF-6820-09F9-510EFE6F64DA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amostra</a:t>
            </a:r>
          </a:p>
        </p:txBody>
      </p: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70991F21-8204-C2CD-3721-A109942C95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86810" y="1953929"/>
            <a:ext cx="285750" cy="285750"/>
          </a:xfrm>
          <a:prstGeom prst="rect">
            <a:avLst/>
          </a:prstGeom>
        </p:spPr>
      </p:pic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6E1E5AB9-0628-9B6A-59C3-DF031E8D5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184420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81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206171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278743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64229">
                  <a:extLst>
                    <a:ext uri="{9D8B030D-6E8A-4147-A177-3AD203B41FA5}">
                      <a16:colId xmlns:a16="http://schemas.microsoft.com/office/drawing/2014/main" val="1251805041"/>
                    </a:ext>
                  </a:extLst>
                </a:gridCol>
                <a:gridCol w="1063170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da 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Am-002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Soro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Armazenada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78791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AADE2E3-F2D0-E60C-F921-4191EC483416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53F6668-5DFB-1F83-F2E4-4A00CBF1C771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96CDE1C-A274-60A4-F074-FFDCD05993AD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86F0279-96E8-AAF2-D346-237CA8FDFEC2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F77AAC71-DE1B-6D54-239C-869E9698089D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05F51B2-5637-1432-D2F3-5517B0364D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90C9988-1DBC-2562-D601-57F466E5CE67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A3F4511B-2DF9-B114-D973-1718016DB164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0A555C5-C086-35C3-0514-95BA29D41F16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9CE4301-1478-2525-90B3-20880C4934DA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B1DBF18D-A06E-C51D-FDA8-4EFDDE5C4706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Amostra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32BC74C8-05E6-3AD6-60E9-2B28EE1544EF}"/>
              </a:ext>
            </a:extLst>
          </p:cNvPr>
          <p:cNvSpPr/>
          <p:nvPr/>
        </p:nvSpPr>
        <p:spPr>
          <a:xfrm>
            <a:off x="2593769" y="4667952"/>
            <a:ext cx="9382125" cy="1992339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DF159A1B-7CAE-3712-B38C-073B8B5E8D2C}"/>
              </a:ext>
            </a:extLst>
          </p:cNvPr>
          <p:cNvCxnSpPr>
            <a:cxnSpLocks/>
          </p:cNvCxnSpPr>
          <p:nvPr/>
        </p:nvCxnSpPr>
        <p:spPr>
          <a:xfrm>
            <a:off x="2643361" y="5061456"/>
            <a:ext cx="7702735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AD7015D-C59D-9175-7693-EB3EB9079ECE}"/>
              </a:ext>
            </a:extLst>
          </p:cNvPr>
          <p:cNvSpPr txBox="1"/>
          <p:nvPr/>
        </p:nvSpPr>
        <p:spPr>
          <a:xfrm>
            <a:off x="2588066" y="4759198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SOBRE A AMOSTRA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FE3E43C-3E92-52D5-ECF0-55208EEAD602}"/>
              </a:ext>
            </a:extLst>
          </p:cNvPr>
          <p:cNvSpPr txBox="1"/>
          <p:nvPr/>
        </p:nvSpPr>
        <p:spPr>
          <a:xfrm>
            <a:off x="2572773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CC26E6BE-D02C-0EE6-2A90-4A0FC372AEE0}"/>
              </a:ext>
            </a:extLst>
          </p:cNvPr>
          <p:cNvSpPr/>
          <p:nvPr/>
        </p:nvSpPr>
        <p:spPr>
          <a:xfrm>
            <a:off x="2643361" y="5479670"/>
            <a:ext cx="213921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Am-001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77F2E59-0AF4-13E3-B6F9-9DE0F35E766A}"/>
              </a:ext>
            </a:extLst>
          </p:cNvPr>
          <p:cNvSpPr txBox="1"/>
          <p:nvPr/>
        </p:nvSpPr>
        <p:spPr>
          <a:xfrm>
            <a:off x="4947673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 associada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94E21498-1079-0F7E-E76E-3D35E477FB90}"/>
              </a:ext>
            </a:extLst>
          </p:cNvPr>
          <p:cNvSpPr/>
          <p:nvPr/>
        </p:nvSpPr>
        <p:spPr>
          <a:xfrm>
            <a:off x="5014568" y="5479670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V-001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B8BA1F6A-481F-3CB6-F9DF-1A9C94EACD47}"/>
              </a:ext>
            </a:extLst>
          </p:cNvPr>
          <p:cNvSpPr txBox="1"/>
          <p:nvPr/>
        </p:nvSpPr>
        <p:spPr>
          <a:xfrm>
            <a:off x="7322573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C54E6AFE-07B8-9D36-5C79-FD831D313A77}"/>
              </a:ext>
            </a:extLst>
          </p:cNvPr>
          <p:cNvSpPr/>
          <p:nvPr/>
        </p:nvSpPr>
        <p:spPr>
          <a:xfrm>
            <a:off x="7397664" y="5479670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Sangue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804F16E-83D7-4C87-D034-EE7498D471C7}"/>
              </a:ext>
            </a:extLst>
          </p:cNvPr>
          <p:cNvSpPr txBox="1"/>
          <p:nvPr/>
        </p:nvSpPr>
        <p:spPr>
          <a:xfrm>
            <a:off x="9621273" y="516326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8CA4094-A805-8F1F-9CD2-A4A9895EBFD6}"/>
              </a:ext>
            </a:extLst>
          </p:cNvPr>
          <p:cNvSpPr/>
          <p:nvPr/>
        </p:nvSpPr>
        <p:spPr>
          <a:xfrm>
            <a:off x="9704560" y="5480173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Proces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...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A61DA6E6-22C6-A62E-D0A1-B3788062C93B}"/>
              </a:ext>
            </a:extLst>
          </p:cNvPr>
          <p:cNvSpPr txBox="1"/>
          <p:nvPr/>
        </p:nvSpPr>
        <p:spPr>
          <a:xfrm>
            <a:off x="10973599" y="47938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62" name="Gráfico 61" descr="Lápis com preenchimento sólido">
            <a:extLst>
              <a:ext uri="{FF2B5EF4-FFF2-40B4-BE49-F238E27FC236}">
                <a16:creationId xmlns:a16="http://schemas.microsoft.com/office/drawing/2014/main" id="{62129ECB-76FF-9040-87FE-67C07A88BD6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745" y="4819991"/>
            <a:ext cx="198827" cy="198827"/>
          </a:xfrm>
          <a:prstGeom prst="rect">
            <a:avLst/>
          </a:prstGeom>
        </p:spPr>
      </p:pic>
      <p:pic>
        <p:nvPicPr>
          <p:cNvPr id="63" name="Gráfico 62" descr="Lixo com preenchimento sólido">
            <a:extLst>
              <a:ext uri="{FF2B5EF4-FFF2-40B4-BE49-F238E27FC236}">
                <a16:creationId xmlns:a16="http://schemas.microsoft.com/office/drawing/2014/main" id="{D9009A33-BC55-183F-0AE1-5B5EA69BE0E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02403" y="4819992"/>
            <a:ext cx="198827" cy="198827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821DEC4D-1625-75D0-7CAF-A68661C22A66}"/>
              </a:ext>
            </a:extLst>
          </p:cNvPr>
          <p:cNvSpPr txBox="1"/>
          <p:nvPr/>
        </p:nvSpPr>
        <p:spPr>
          <a:xfrm>
            <a:off x="2564534" y="592064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E78C9506-41C5-3D7D-D33E-4B45591933E4}"/>
              </a:ext>
            </a:extLst>
          </p:cNvPr>
          <p:cNvSpPr/>
          <p:nvPr/>
        </p:nvSpPr>
        <p:spPr>
          <a:xfrm>
            <a:off x="2635122" y="6237556"/>
            <a:ext cx="920783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869B5F92-9340-B419-4527-AD15571C38BB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6BF10BE3-9A9E-40B2-A650-AA243DEFA757}"/>
              </a:ext>
            </a:extLst>
          </p:cNvPr>
          <p:cNvSpPr/>
          <p:nvPr/>
        </p:nvSpPr>
        <p:spPr>
          <a:xfrm>
            <a:off x="6658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id="{CB443E0F-2BC0-4CD8-AC08-4F9F363C0AA8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78" name="Retângulo: Cantos Arredondados 77">
              <a:extLst>
                <a:ext uri="{FF2B5EF4-FFF2-40B4-BE49-F238E27FC236}">
                  <a16:creationId xmlns:a16="http://schemas.microsoft.com/office/drawing/2014/main" id="{1E48F110-90B5-FD8A-A053-BA4619CE094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79" name="Gráfico 78" descr="Acento Circunflexo para Cima com preenchimento sólido">
              <a:extLst>
                <a:ext uri="{FF2B5EF4-FFF2-40B4-BE49-F238E27FC236}">
                  <a16:creationId xmlns:a16="http://schemas.microsoft.com/office/drawing/2014/main" id="{EE93A57A-8496-E1DB-699E-7026A46F3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pSp>
        <p:nvGrpSpPr>
          <p:cNvPr id="80" name="Agrupar 79">
            <a:extLst>
              <a:ext uri="{FF2B5EF4-FFF2-40B4-BE49-F238E27FC236}">
                <a16:creationId xmlns:a16="http://schemas.microsoft.com/office/drawing/2014/main" id="{B24C6AF7-29A9-BB8F-F8EC-C8A8DB050F07}"/>
              </a:ext>
            </a:extLst>
          </p:cNvPr>
          <p:cNvGrpSpPr/>
          <p:nvPr/>
        </p:nvGrpSpPr>
        <p:grpSpPr>
          <a:xfrm>
            <a:off x="4669925" y="1941905"/>
            <a:ext cx="1840853" cy="336082"/>
            <a:chOff x="2714125" y="1941905"/>
            <a:chExt cx="1840853" cy="307777"/>
          </a:xfrm>
        </p:grpSpPr>
        <p:sp>
          <p:nvSpPr>
            <p:cNvPr id="81" name="Retângulo: Cantos Arredondados 80">
              <a:extLst>
                <a:ext uri="{FF2B5EF4-FFF2-40B4-BE49-F238E27FC236}">
                  <a16:creationId xmlns:a16="http://schemas.microsoft.com/office/drawing/2014/main" id="{078D156A-67B2-26D2-780C-87D25CED639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 da amostra</a:t>
              </a:r>
            </a:p>
          </p:txBody>
        </p:sp>
        <p:pic>
          <p:nvPicPr>
            <p:cNvPr id="82" name="Gráfico 81" descr="Acento Circunflexo para Cima com preenchimento sólido">
              <a:extLst>
                <a:ext uri="{FF2B5EF4-FFF2-40B4-BE49-F238E27FC236}">
                  <a16:creationId xmlns:a16="http://schemas.microsoft.com/office/drawing/2014/main" id="{2F107C78-8B84-FC60-494A-2DD94D67ED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7915D72-2D61-A10D-3F67-92FD588226DC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9DB241D-8DAA-C93D-31AD-8B503A975C00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86867F3-E1F5-0DEC-715A-B68E2014801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9" name="Gráfico 18" descr="Aviso estrutura de tópicos">
              <a:extLst>
                <a:ext uri="{FF2B5EF4-FFF2-40B4-BE49-F238E27FC236}">
                  <a16:creationId xmlns:a16="http://schemas.microsoft.com/office/drawing/2014/main" id="{A06702D2-A6DE-3B37-C63E-F627AE4E3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0" name="Agrupar 19">
              <a:extLst>
                <a:ext uri="{FF2B5EF4-FFF2-40B4-BE49-F238E27FC236}">
                  <a16:creationId xmlns:a16="http://schemas.microsoft.com/office/drawing/2014/main" id="{88B00DB1-2208-1DDB-33E8-1F08A4325B55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2" name="Gráfico 31" descr="Casinha de cachorro estrutura de tópicos">
                <a:extLst>
                  <a:ext uri="{FF2B5EF4-FFF2-40B4-BE49-F238E27FC236}">
                    <a16:creationId xmlns:a16="http://schemas.microsoft.com/office/drawing/2014/main" id="{D34DB22A-B7D2-4313-0B15-06DBEC3AF0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1ADCE9EE-660A-54D8-5506-6D8C95C82E0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6" name="Gráfico 25" descr="Área de Transferência estrutura de tópicos">
              <a:extLst>
                <a:ext uri="{FF2B5EF4-FFF2-40B4-BE49-F238E27FC236}">
                  <a16:creationId xmlns:a16="http://schemas.microsoft.com/office/drawing/2014/main" id="{A1210434-2E4F-B384-984F-819890551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66143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971D4-5E21-4F7F-75E6-DD252B207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B2EEF52-055F-C838-83B4-51F0B2DFA2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5B6D205-B2FE-9B0A-5CC6-8C4C9BB07CD8}"/>
              </a:ext>
            </a:extLst>
          </p:cNvPr>
          <p:cNvSpPr/>
          <p:nvPr/>
        </p:nvSpPr>
        <p:spPr>
          <a:xfrm>
            <a:off x="2425802" y="706914"/>
            <a:ext cx="9677196" cy="556325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47A44BA-E348-903B-CD93-D9D5E71949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1A58A42-005C-887F-B6E1-210EDBE94C1D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2EB1C86-9FD6-903C-FCAE-C6484D980DAB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1C5BD026-ADE6-61F8-F55E-FF15640E18AD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CF6D2249-D845-C584-92DD-EB22A72A2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C30D4B3-DF7D-A4DC-B6B6-077981422035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B0486DC-B8AD-778F-FC87-623992FD3E27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951450E-EECD-BF42-4F9F-B28BAA80CD9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2B69AD7-23E3-A340-3781-582B703914E2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4F8D92A-C0BC-EB77-0257-B1C2253EA8A0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0103ADD2-B127-FB4F-6915-AA17A24B41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E8D6791-39BA-0396-BA82-66EEB4EBFD0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0758F2E-5CF2-5E81-DCA3-6EE228015AD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1EE6052-54BD-1718-72D6-97ECAF57F123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6DA468B5-DE64-E969-1B54-C20C1FA9D25E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5711C68-7A80-E33E-0409-4A9D524892C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4DAD4EB0-5B4D-8E07-496A-ECCA9A3E8B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617D318-6D7F-948C-6004-13DF9FA1CDA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CB485D4-5A05-3EBE-766F-C0AD46E6240F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56000E47-4F44-70DE-AA9F-8534DF18D22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2D5FAD8-D926-3191-C614-4AC666C9722A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A250325F-53B1-3349-7821-ABE0CE7944C8}"/>
              </a:ext>
            </a:extLst>
          </p:cNvPr>
          <p:cNvSpPr/>
          <p:nvPr/>
        </p:nvSpPr>
        <p:spPr>
          <a:xfrm>
            <a:off x="46902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77E1C678-4AE8-F160-1532-FCEAE8B9FF71}"/>
              </a:ext>
            </a:extLst>
          </p:cNvPr>
          <p:cNvSpPr txBox="1"/>
          <p:nvPr/>
        </p:nvSpPr>
        <p:spPr>
          <a:xfrm>
            <a:off x="2714124" y="1586842"/>
            <a:ext cx="2831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exame físico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8D3101DD-D7FB-20E8-F8CA-CD2B2C1579BE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01F533BD-9EDA-17B6-3E65-4DB350D16B9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27FCD882-2A47-5AE7-D665-53D17F44629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BDB24536-6E1F-F3A3-E031-9E2CC97C2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507358"/>
              </p:ext>
            </p:extLst>
          </p:nvPr>
        </p:nvGraphicFramePr>
        <p:xfrm>
          <a:off x="2581275" y="3655397"/>
          <a:ext cx="9382124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3582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38486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da 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Estado geral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EF-003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V-003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Bom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7879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EF-002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Regular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EF-001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Bom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A217C96-BC57-1436-87A1-2C6A01226226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93BA562-D9CE-E4EB-9E63-A462A0848F4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5F95342-5056-5AFA-A250-7DDBE5FDF8D4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E2BBB2E-0A73-E76C-AC12-CE79ECE574CB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72CE5432-C124-66FF-149D-4076FCE85A42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955D0FD-FB72-42FF-BB13-1C0E1878B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9FB87A5-80A4-5EC3-046B-5A2DDB3B34AF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4A794A65-FAFC-9DDB-4B6A-C06597D842B8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63A9240-4C69-278C-5698-A3DA9D51ADF8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53884C7-F851-973D-3626-D23C7C9272C7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7D58D70-2B02-DFB8-8F72-42112FF0D551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C00A3B21-6440-231D-A8E0-4DA5A0C330B4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Exame Físico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7AF0BA38-7C97-F38D-2F8D-1EB3F36DAEA2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63C369F-A113-907A-AF25-74C6AA970C32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D569C708-2055-5216-7549-A380F6E7B6C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8" name="Gráfico 17" descr="Aviso estrutura de tópicos">
              <a:extLst>
                <a:ext uri="{FF2B5EF4-FFF2-40B4-BE49-F238E27FC236}">
                  <a16:creationId xmlns:a16="http://schemas.microsoft.com/office/drawing/2014/main" id="{266608CA-6737-FCC8-E2D2-49469E7F1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8AD5563C-4397-CD46-760D-A225F4FD5253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6" name="Gráfico 25" descr="Casinha de cachorro estrutura de tópicos">
                <a:extLst>
                  <a:ext uri="{FF2B5EF4-FFF2-40B4-BE49-F238E27FC236}">
                    <a16:creationId xmlns:a16="http://schemas.microsoft.com/office/drawing/2014/main" id="{F98B04E1-F670-51BD-70BC-33F8436EB6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85896699-60F9-EB7C-FADE-A26157220F33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0" name="Gráfico 19" descr="Área de Transferência estrutura de tópicos">
              <a:extLst>
                <a:ext uri="{FF2B5EF4-FFF2-40B4-BE49-F238E27FC236}">
                  <a16:creationId xmlns:a16="http://schemas.microsoft.com/office/drawing/2014/main" id="{EB99F4B4-CD5B-90D5-A20B-EA0421391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32868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36023-01A9-2CF6-EB33-3B3CAA78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9982B50-20EF-FFD5-154B-774ABB7500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452951DD-E3BB-8469-27E5-0B90C6C64513}"/>
              </a:ext>
            </a:extLst>
          </p:cNvPr>
          <p:cNvSpPr/>
          <p:nvPr/>
        </p:nvSpPr>
        <p:spPr>
          <a:xfrm>
            <a:off x="2425802" y="706914"/>
            <a:ext cx="9677196" cy="6375972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4066B18-BDD2-CF9A-D91E-D7E7E5FFE6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7EB5F9C-96DC-2874-0F47-1EF60B31161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77EF410-B1F0-5636-DE02-C59402B319E4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78601AF-CB60-CF54-EA64-5CF5335C2AB4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DBFB47FE-45A5-5EF9-42CC-774BDFBB1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67261CC-E9FD-37FF-8EE4-4C3DF639917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452FBCB-6B1B-00D6-828E-81E09E447EE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F262741-4D22-D102-E2C5-F29C81154C5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4922198-2338-9C54-0145-0D114E43638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CB71293-CF0E-001F-3611-8164B61063B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23F9F79D-BE48-89B9-A82C-E2EF8D519B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7C8ADE82-62F7-6D30-3319-C148C4229A9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9B9D0CE-7D20-DAAF-3B65-31ACD3CC8B40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46F7DB52-0891-B04D-2F31-3F897C9CB9E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5E17B1FC-5D1F-1066-868E-95E84D3AD52A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8F118A9-1BD5-0D9D-115B-4145A21C4FB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B01F31B4-0EEC-6142-105D-F2F0AA5A9D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19D9DFBA-499C-4F62-BD65-1F58399600B5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EBED2E5-6AF0-74EE-918A-2F46150E7D6C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9A3108F-221D-E138-E373-CDF2D6D54BC7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48E5C51-F92B-120E-598B-20869F3645E3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1760B75C-F191-C99C-7804-1F7EFDABE92B}"/>
              </a:ext>
            </a:extLst>
          </p:cNvPr>
          <p:cNvSpPr/>
          <p:nvPr/>
        </p:nvSpPr>
        <p:spPr>
          <a:xfrm>
            <a:off x="46902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7A91C20C-9E6D-8E1D-82AC-BDEE5F8AB90D}"/>
              </a:ext>
            </a:extLst>
          </p:cNvPr>
          <p:cNvSpPr txBox="1"/>
          <p:nvPr/>
        </p:nvSpPr>
        <p:spPr>
          <a:xfrm>
            <a:off x="2714124" y="1586842"/>
            <a:ext cx="28314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exame físico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7A2787AB-4EB8-88D0-9717-05CE5C470E68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031110E-F9C9-41C9-413B-4718E881B36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DE19CA70-8BFB-B763-A6D0-AF817F6D1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A0938449-0EA2-20DF-FA1E-667290B9B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691437"/>
              </p:ext>
            </p:extLst>
          </p:nvPr>
        </p:nvGraphicFramePr>
        <p:xfrm>
          <a:off x="2581275" y="3655397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4217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37851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da 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Estado geral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BBDC806-A26C-D556-7806-DC25A9011AE6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CE547C7-82DB-A3A1-D036-CD101086CD52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2BB86D-D57A-B7D1-E746-79861F401E96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C965A33-8F4C-3DBF-A50B-62BAE6D2912F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E6917595-280B-BDA5-EBDA-86A5BEEC054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AC1D0B34-9557-3408-8488-5F9C01489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731AA93-46A6-7E3D-786E-17A666D94EF2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2A07C110-0F4A-3BA2-65D9-44E4A5826E96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8499035-5316-9B9E-D4BE-622F8112EB90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6FB8899-5FAA-F14C-5992-AF8ABF75FCFB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DA6576B-A15A-DFA8-95CC-7B23C07CFEBD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07E0956D-641E-A587-A11B-6D842C7D04B3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Exame Físico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A2B9710F-AD33-47E4-B84A-26667D437D8B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2" name="Triângulo isósceles 71">
            <a:extLst>
              <a:ext uri="{FF2B5EF4-FFF2-40B4-BE49-F238E27FC236}">
                <a16:creationId xmlns:a16="http://schemas.microsoft.com/office/drawing/2014/main" id="{9BA5BC8D-4783-4F5E-27EE-7CF768ED7DDF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266C1A6B-0EF1-7E05-3843-74A2C7105923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E4FBF00A-5CA1-4A15-CD5F-D8215A8F9EF3}"/>
              </a:ext>
            </a:extLst>
          </p:cNvPr>
          <p:cNvSpPr/>
          <p:nvPr/>
        </p:nvSpPr>
        <p:spPr>
          <a:xfrm>
            <a:off x="2581274" y="41920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5227409B-138A-060B-9BF0-CFB524309AAB}"/>
              </a:ext>
            </a:extLst>
          </p:cNvPr>
          <p:cNvSpPr txBox="1"/>
          <p:nvPr/>
        </p:nvSpPr>
        <p:spPr>
          <a:xfrm>
            <a:off x="10930057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1" name="Gráfico 80" descr="Lápis com preenchimento sólido">
            <a:extLst>
              <a:ext uri="{FF2B5EF4-FFF2-40B4-BE49-F238E27FC236}">
                <a16:creationId xmlns:a16="http://schemas.microsoft.com/office/drawing/2014/main" id="{E4E442C3-8D10-5487-2DF4-81C7D6019C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87203" y="4341023"/>
            <a:ext cx="198827" cy="198827"/>
          </a:xfrm>
          <a:prstGeom prst="rect">
            <a:avLst/>
          </a:prstGeom>
        </p:spPr>
      </p:pic>
      <p:pic>
        <p:nvPicPr>
          <p:cNvPr id="82" name="Gráfico 81" descr="Lixo com preenchimento sólido">
            <a:extLst>
              <a:ext uri="{FF2B5EF4-FFF2-40B4-BE49-F238E27FC236}">
                <a16:creationId xmlns:a16="http://schemas.microsoft.com/office/drawing/2014/main" id="{D4B9C725-755E-4057-E4F8-A62E2838F2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58861" y="4341024"/>
            <a:ext cx="198827" cy="198827"/>
          </a:xfrm>
          <a:prstGeom prst="rect">
            <a:avLst/>
          </a:prstGeom>
        </p:spPr>
      </p:pic>
      <p:sp>
        <p:nvSpPr>
          <p:cNvPr id="83" name="CaixaDeTexto 82">
            <a:extLst>
              <a:ext uri="{FF2B5EF4-FFF2-40B4-BE49-F238E27FC236}">
                <a16:creationId xmlns:a16="http://schemas.microsoft.com/office/drawing/2014/main" id="{7EC0C1F3-B093-6415-A9C4-39A0B5E8355C}"/>
              </a:ext>
            </a:extLst>
          </p:cNvPr>
          <p:cNvSpPr txBox="1"/>
          <p:nvPr/>
        </p:nvSpPr>
        <p:spPr>
          <a:xfrm>
            <a:off x="2572773" y="46050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A121FC01-89A0-1A3A-CB14-970DA0405129}"/>
              </a:ext>
            </a:extLst>
          </p:cNvPr>
          <p:cNvSpPr/>
          <p:nvPr/>
        </p:nvSpPr>
        <p:spPr>
          <a:xfrm>
            <a:off x="2643361" y="4921931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EF-003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58F24628-C890-3CDC-E3E8-B927ECC23BFE}"/>
              </a:ext>
            </a:extLst>
          </p:cNvPr>
          <p:cNvSpPr txBox="1"/>
          <p:nvPr/>
        </p:nvSpPr>
        <p:spPr>
          <a:xfrm>
            <a:off x="4486999" y="46141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 associada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3CA12BA5-C9A5-669E-0AB4-28A9D0E4EA8C}"/>
              </a:ext>
            </a:extLst>
          </p:cNvPr>
          <p:cNvSpPr/>
          <p:nvPr/>
        </p:nvSpPr>
        <p:spPr>
          <a:xfrm>
            <a:off x="4571978" y="4925126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C841CBD8-EB9A-B67B-615A-0AA71B7AA367}"/>
              </a:ext>
            </a:extLst>
          </p:cNvPr>
          <p:cNvSpPr/>
          <p:nvPr/>
        </p:nvSpPr>
        <p:spPr>
          <a:xfrm>
            <a:off x="7024470" y="4921931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Bom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F51254F0-25F2-FE56-80E7-F1B629355AFA}"/>
              </a:ext>
            </a:extLst>
          </p:cNvPr>
          <p:cNvSpPr txBox="1"/>
          <p:nvPr/>
        </p:nvSpPr>
        <p:spPr>
          <a:xfrm>
            <a:off x="6930442" y="46141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geral do animal</a:t>
            </a:r>
          </a:p>
        </p:txBody>
      </p: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C1E6ECC6-34FE-C026-C242-7B48E727FE6D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8B738E3D-2882-565B-3EF6-5FD405788EAB}"/>
              </a:ext>
            </a:extLst>
          </p:cNvPr>
          <p:cNvSpPr txBox="1"/>
          <p:nvPr/>
        </p:nvSpPr>
        <p:spPr>
          <a:xfrm>
            <a:off x="2588065" y="4218542"/>
            <a:ext cx="3187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EXAME FÍSICO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AD227A0E-CA54-CBC2-AE73-ECE9367D230D}"/>
              </a:ext>
            </a:extLst>
          </p:cNvPr>
          <p:cNvSpPr txBox="1"/>
          <p:nvPr/>
        </p:nvSpPr>
        <p:spPr>
          <a:xfrm>
            <a:off x="2573361" y="53807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 (</a:t>
            </a:r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mpm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8BD44BFE-A842-BFAB-6D60-E4D37ADAB4CD}"/>
              </a:ext>
            </a:extLst>
          </p:cNvPr>
          <p:cNvSpPr/>
          <p:nvPr/>
        </p:nvSpPr>
        <p:spPr>
          <a:xfrm>
            <a:off x="2643949" y="56977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3400149E-23EA-38F0-09DF-40B4DFFA38D1}"/>
              </a:ext>
            </a:extLst>
          </p:cNvPr>
          <p:cNvSpPr txBox="1"/>
          <p:nvPr/>
        </p:nvSpPr>
        <p:spPr>
          <a:xfrm>
            <a:off x="5690912" y="53899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FC (bpm)</a:t>
            </a: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2E391592-69C1-BB47-2B0C-09AE02A9080B}"/>
              </a:ext>
            </a:extLst>
          </p:cNvPr>
          <p:cNvSpPr/>
          <p:nvPr/>
        </p:nvSpPr>
        <p:spPr>
          <a:xfrm>
            <a:off x="5775891" y="57008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0E4D1EA1-04E1-58FC-F0AF-E46822218426}"/>
              </a:ext>
            </a:extLst>
          </p:cNvPr>
          <p:cNvSpPr/>
          <p:nvPr/>
        </p:nvSpPr>
        <p:spPr>
          <a:xfrm>
            <a:off x="8907833" y="56977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5165DF51-BAC4-44D6-6713-25FCE0A48EC1}"/>
              </a:ext>
            </a:extLst>
          </p:cNvPr>
          <p:cNvSpPr txBox="1"/>
          <p:nvPr/>
        </p:nvSpPr>
        <p:spPr>
          <a:xfrm>
            <a:off x="8813805" y="53899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Temperatura retal (ºC)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A586E713-26E9-9E74-D43E-7CBF6389CD91}"/>
              </a:ext>
            </a:extLst>
          </p:cNvPr>
          <p:cNvSpPr txBox="1"/>
          <p:nvPr/>
        </p:nvSpPr>
        <p:spPr>
          <a:xfrm>
            <a:off x="2573361" y="61645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Mucosa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28040E01-26C7-B73D-00FD-DE0A00F16A87}"/>
              </a:ext>
            </a:extLst>
          </p:cNvPr>
          <p:cNvSpPr/>
          <p:nvPr/>
        </p:nvSpPr>
        <p:spPr>
          <a:xfrm>
            <a:off x="2643949" y="64814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2582539E-79E6-ED93-789A-9123CA39D740}"/>
              </a:ext>
            </a:extLst>
          </p:cNvPr>
          <p:cNvSpPr txBox="1"/>
          <p:nvPr/>
        </p:nvSpPr>
        <p:spPr>
          <a:xfrm>
            <a:off x="5690912" y="617369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TPC</a:t>
            </a:r>
          </a:p>
        </p:txBody>
      </p:sp>
      <p:sp>
        <p:nvSpPr>
          <p:cNvPr id="102" name="Retângulo: Cantos Arredondados 101">
            <a:extLst>
              <a:ext uri="{FF2B5EF4-FFF2-40B4-BE49-F238E27FC236}">
                <a16:creationId xmlns:a16="http://schemas.microsoft.com/office/drawing/2014/main" id="{7D38797D-A11D-9D06-0B88-05B252C270BB}"/>
              </a:ext>
            </a:extLst>
          </p:cNvPr>
          <p:cNvSpPr/>
          <p:nvPr/>
        </p:nvSpPr>
        <p:spPr>
          <a:xfrm>
            <a:off x="5775891" y="648466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2B809B6F-1E84-F4D7-6708-BC0BE4DE343C}"/>
              </a:ext>
            </a:extLst>
          </p:cNvPr>
          <p:cNvSpPr/>
          <p:nvPr/>
        </p:nvSpPr>
        <p:spPr>
          <a:xfrm>
            <a:off x="8907833" y="64814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73969137-2DC5-CA72-0A70-1B4AB740C4CE}"/>
              </a:ext>
            </a:extLst>
          </p:cNvPr>
          <p:cNvSpPr txBox="1"/>
          <p:nvPr/>
        </p:nvSpPr>
        <p:spPr>
          <a:xfrm>
            <a:off x="8813805" y="617369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Hidratação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34A073B6-7FF2-228E-6134-70DF408DED4E}"/>
              </a:ext>
            </a:extLst>
          </p:cNvPr>
          <p:cNvSpPr txBox="1"/>
          <p:nvPr/>
        </p:nvSpPr>
        <p:spPr>
          <a:xfrm>
            <a:off x="2573361" y="6933819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 (kg)</a:t>
            </a:r>
          </a:p>
        </p:txBody>
      </p:sp>
      <p:sp>
        <p:nvSpPr>
          <p:cNvPr id="106" name="Retângulo: Cantos Arredondados 105">
            <a:extLst>
              <a:ext uri="{FF2B5EF4-FFF2-40B4-BE49-F238E27FC236}">
                <a16:creationId xmlns:a16="http://schemas.microsoft.com/office/drawing/2014/main" id="{492B266D-2D4D-6C04-B2CB-64A5D95241F6}"/>
              </a:ext>
            </a:extLst>
          </p:cNvPr>
          <p:cNvSpPr/>
          <p:nvPr/>
        </p:nvSpPr>
        <p:spPr>
          <a:xfrm>
            <a:off x="2643949" y="725072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148E4744-63E5-59C1-442E-828B9F545DDE}"/>
              </a:ext>
            </a:extLst>
          </p:cNvPr>
          <p:cNvSpPr txBox="1"/>
          <p:nvPr/>
        </p:nvSpPr>
        <p:spPr>
          <a:xfrm>
            <a:off x="5690912" y="6942952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Score</a:t>
            </a:r>
          </a:p>
        </p:txBody>
      </p:sp>
      <p:sp>
        <p:nvSpPr>
          <p:cNvPr id="108" name="Retângulo: Cantos Arredondados 107">
            <a:extLst>
              <a:ext uri="{FF2B5EF4-FFF2-40B4-BE49-F238E27FC236}">
                <a16:creationId xmlns:a16="http://schemas.microsoft.com/office/drawing/2014/main" id="{E4F1D8BD-2A89-0150-0D6D-633C56C15678}"/>
              </a:ext>
            </a:extLst>
          </p:cNvPr>
          <p:cNvSpPr/>
          <p:nvPr/>
        </p:nvSpPr>
        <p:spPr>
          <a:xfrm>
            <a:off x="5775891" y="7253924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9" name="Triângulo isósceles 108">
            <a:extLst>
              <a:ext uri="{FF2B5EF4-FFF2-40B4-BE49-F238E27FC236}">
                <a16:creationId xmlns:a16="http://schemas.microsoft.com/office/drawing/2014/main" id="{49A92B70-BA2C-500D-428C-6016151B6ECC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DAD3F18-E72A-5FB9-DF09-BD673CC4FFD8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A83F809-FB53-1065-E74D-2431F60A5FBD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BC48B595-B19C-FC56-7C36-511F45637E9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8" name="Gráfico 17" descr="Aviso estrutura de tópicos">
              <a:extLst>
                <a:ext uri="{FF2B5EF4-FFF2-40B4-BE49-F238E27FC236}">
                  <a16:creationId xmlns:a16="http://schemas.microsoft.com/office/drawing/2014/main" id="{4D46A43B-E84A-39CC-855E-866CA71BF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0AA68F5A-11C1-B21E-4FBB-79CD36E217D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26" name="Gráfico 25" descr="Casinha de cachorro estrutura de tópicos">
                <a:extLst>
                  <a:ext uri="{FF2B5EF4-FFF2-40B4-BE49-F238E27FC236}">
                    <a16:creationId xmlns:a16="http://schemas.microsoft.com/office/drawing/2014/main" id="{45881A20-9D7D-6C3B-D0A0-04272E4E2A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35749DEA-BF57-1CD7-5579-3AA26481423F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20" name="Gráfico 19" descr="Área de Transferência estrutura de tópicos">
              <a:extLst>
                <a:ext uri="{FF2B5EF4-FFF2-40B4-BE49-F238E27FC236}">
                  <a16:creationId xmlns:a16="http://schemas.microsoft.com/office/drawing/2014/main" id="{4CB80403-8466-4E51-331F-B8C17FCEC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pic>
        <p:nvPicPr>
          <p:cNvPr id="38" name="Gráfico 37" descr="Informações estrutura de tópicos">
            <a:extLst>
              <a:ext uri="{FF2B5EF4-FFF2-40B4-BE49-F238E27FC236}">
                <a16:creationId xmlns:a16="http://schemas.microsoft.com/office/drawing/2014/main" id="{787CE563-2B34-9BFD-E455-2A2BCE0E15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466358" y="5414490"/>
            <a:ext cx="238501" cy="238501"/>
          </a:xfrm>
          <a:prstGeom prst="rect">
            <a:avLst/>
          </a:prstGeom>
        </p:spPr>
      </p:pic>
      <p:pic>
        <p:nvPicPr>
          <p:cNvPr id="40" name="Gráfico 39" descr="Informações estrutura de tópicos">
            <a:extLst>
              <a:ext uri="{FF2B5EF4-FFF2-40B4-BE49-F238E27FC236}">
                <a16:creationId xmlns:a16="http://schemas.microsoft.com/office/drawing/2014/main" id="{C7584866-CAA7-1ADB-745F-51EF0665701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28639" y="5433540"/>
            <a:ext cx="238501" cy="238501"/>
          </a:xfrm>
          <a:prstGeom prst="rect">
            <a:avLst/>
          </a:prstGeom>
        </p:spPr>
      </p:pic>
      <p:pic>
        <p:nvPicPr>
          <p:cNvPr id="41" name="Gráfico 40" descr="Informações estrutura de tópicos">
            <a:extLst>
              <a:ext uri="{FF2B5EF4-FFF2-40B4-BE49-F238E27FC236}">
                <a16:creationId xmlns:a16="http://schemas.microsoft.com/office/drawing/2014/main" id="{D360F83E-11F4-B4CD-AC5E-7CDA8BDC542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171801" y="6203073"/>
            <a:ext cx="238501" cy="238501"/>
          </a:xfrm>
          <a:prstGeom prst="rect">
            <a:avLst/>
          </a:prstGeom>
        </p:spPr>
      </p:pic>
      <p:pic>
        <p:nvPicPr>
          <p:cNvPr id="42" name="Gráfico 41" descr="Informações estrutura de tópicos">
            <a:extLst>
              <a:ext uri="{FF2B5EF4-FFF2-40B4-BE49-F238E27FC236}">
                <a16:creationId xmlns:a16="http://schemas.microsoft.com/office/drawing/2014/main" id="{168CEB63-E35A-A136-0F42-3B21368C5CE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15476" y="6972768"/>
            <a:ext cx="238501" cy="23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6163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8E831-1D7A-3D23-BF49-D6700C0F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687A795-A77E-B16F-F05A-05ADF17FDB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59BE557D-9C5E-ABF0-FB0D-495D4DF91BE1}"/>
              </a:ext>
            </a:extLst>
          </p:cNvPr>
          <p:cNvSpPr/>
          <p:nvPr/>
        </p:nvSpPr>
        <p:spPr>
          <a:xfrm>
            <a:off x="2425802" y="706914"/>
            <a:ext cx="9677196" cy="6375972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B7E95E-94CB-2DED-553D-740CFF79C0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9013F48D-0AC8-917E-98DA-DCD23D703991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C727B74-C019-8D81-11BE-A746B1E2607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BA0C79A-608A-D6CE-9C96-B45B4730AD0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078BDE0D-3EED-0EE7-1B34-47CE90B5C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BB7CE5D-833A-FC96-F7CF-199D1B9F27F3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56FC36AA-8B89-4044-B9C6-E65F5DFDB86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22E90E8D-B04C-D86F-3518-5F226D490059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8E4D29F-5E29-824C-1AF0-49A4B213610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3320C4E-28E7-0B5E-48D5-8D57F2C7A0F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E2C77CAA-EDA1-9602-3D97-7A7133FBB2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769B28A5-4066-5629-3667-57D64CA03D05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8185416-BAB5-F84C-3780-2B518017475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A8B47315-CE28-001F-695E-7A78A28BD70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0E80EEFD-B4DC-334D-169D-7E8D44CB7E0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83133AFB-52C7-98D1-3284-93C9650CE02B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D09E6C73-801C-BBB6-1C53-87DB7B5825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7C678B6-7FE1-6A67-954A-223E02FEF005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943C69A-FF31-724B-3478-119E079C2947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BFC3998-7BA1-940E-47B5-2576E0B1CDB3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905A55BB-39E2-BD51-BD60-B2509BA48D6A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49D9412-3476-F704-7466-D3A244E7534B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4E16B43-2726-8EC6-3F90-3FED6D9AD95E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64DFB772-AA21-4E0F-670D-A00A4875243D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Exame Físico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30A88E01-79A0-8B18-6BCC-C22CBD3B03C8}"/>
              </a:ext>
            </a:extLst>
          </p:cNvPr>
          <p:cNvSpPr/>
          <p:nvPr/>
        </p:nvSpPr>
        <p:spPr>
          <a:xfrm>
            <a:off x="2581274" y="1405357"/>
            <a:ext cx="9382125" cy="5677529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160CAB0F-8C3F-3F61-11E4-6CBDE59B3B8C}"/>
              </a:ext>
            </a:extLst>
          </p:cNvPr>
          <p:cNvSpPr txBox="1"/>
          <p:nvPr/>
        </p:nvSpPr>
        <p:spPr>
          <a:xfrm>
            <a:off x="10930057" y="1528107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51" name="Gráfico 50" descr="Lápis com preenchimento sólido">
            <a:extLst>
              <a:ext uri="{FF2B5EF4-FFF2-40B4-BE49-F238E27FC236}">
                <a16:creationId xmlns:a16="http://schemas.microsoft.com/office/drawing/2014/main" id="{18628DC4-D538-FA07-479A-FB3167CB26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7203" y="1554286"/>
            <a:ext cx="198827" cy="198827"/>
          </a:xfrm>
          <a:prstGeom prst="rect">
            <a:avLst/>
          </a:prstGeom>
        </p:spPr>
      </p:pic>
      <p:pic>
        <p:nvPicPr>
          <p:cNvPr id="55" name="Gráfico 54" descr="Lixo com preenchimento sólido">
            <a:extLst>
              <a:ext uri="{FF2B5EF4-FFF2-40B4-BE49-F238E27FC236}">
                <a16:creationId xmlns:a16="http://schemas.microsoft.com/office/drawing/2014/main" id="{43EAE787-1D72-9C60-E738-58B178B6CB4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8861" y="1554287"/>
            <a:ext cx="198827" cy="198827"/>
          </a:xfrm>
          <a:prstGeom prst="rect">
            <a:avLst/>
          </a:prstGeom>
        </p:spPr>
      </p:pic>
      <p:sp>
        <p:nvSpPr>
          <p:cNvPr id="56" name="CaixaDeTexto 55">
            <a:extLst>
              <a:ext uri="{FF2B5EF4-FFF2-40B4-BE49-F238E27FC236}">
                <a16:creationId xmlns:a16="http://schemas.microsoft.com/office/drawing/2014/main" id="{B05B820A-A9CC-8D60-9B67-E283EA22BA7F}"/>
              </a:ext>
            </a:extLst>
          </p:cNvPr>
          <p:cNvSpPr txBox="1"/>
          <p:nvPr/>
        </p:nvSpPr>
        <p:spPr>
          <a:xfrm>
            <a:off x="2572773" y="1818284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370DF3BC-2058-D72C-A5B1-67F852F5E5D2}"/>
              </a:ext>
            </a:extLst>
          </p:cNvPr>
          <p:cNvSpPr/>
          <p:nvPr/>
        </p:nvSpPr>
        <p:spPr>
          <a:xfrm>
            <a:off x="2643361" y="2135194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EF-003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D5FDE36E-30C3-B9B2-259C-64B76C1D0978}"/>
              </a:ext>
            </a:extLst>
          </p:cNvPr>
          <p:cNvSpPr txBox="1"/>
          <p:nvPr/>
        </p:nvSpPr>
        <p:spPr>
          <a:xfrm>
            <a:off x="4486999" y="1827417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 associada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72D854B0-03D5-81A5-45A5-6900F764715F}"/>
              </a:ext>
            </a:extLst>
          </p:cNvPr>
          <p:cNvSpPr/>
          <p:nvPr/>
        </p:nvSpPr>
        <p:spPr>
          <a:xfrm>
            <a:off x="4571978" y="2138389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5982982F-1EA3-C810-59E7-31F1E69A51C6}"/>
              </a:ext>
            </a:extLst>
          </p:cNvPr>
          <p:cNvSpPr/>
          <p:nvPr/>
        </p:nvSpPr>
        <p:spPr>
          <a:xfrm>
            <a:off x="7024470" y="2135194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Bom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DB3CE2B1-A025-8260-8635-4657F6FF24BA}"/>
              </a:ext>
            </a:extLst>
          </p:cNvPr>
          <p:cNvSpPr txBox="1"/>
          <p:nvPr/>
        </p:nvSpPr>
        <p:spPr>
          <a:xfrm>
            <a:off x="6930442" y="182741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geral do cão</a:t>
            </a:r>
          </a:p>
        </p:txBody>
      </p: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1B8386E0-7509-8F60-060F-D5D51740E0E5}"/>
              </a:ext>
            </a:extLst>
          </p:cNvPr>
          <p:cNvCxnSpPr>
            <a:cxnSpLocks/>
          </p:cNvCxnSpPr>
          <p:nvPr/>
        </p:nvCxnSpPr>
        <p:spPr>
          <a:xfrm>
            <a:off x="2643361" y="1734063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F3435354-8217-AD59-FF53-E2E5CDDEAE6F}"/>
              </a:ext>
            </a:extLst>
          </p:cNvPr>
          <p:cNvSpPr txBox="1"/>
          <p:nvPr/>
        </p:nvSpPr>
        <p:spPr>
          <a:xfrm>
            <a:off x="2588066" y="1431805"/>
            <a:ext cx="3507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EXAME FÍSICO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68892DC-5A45-1F99-93BE-432532E1CCAC}"/>
              </a:ext>
            </a:extLst>
          </p:cNvPr>
          <p:cNvSpPr txBox="1"/>
          <p:nvPr/>
        </p:nvSpPr>
        <p:spPr>
          <a:xfrm>
            <a:off x="2573361" y="2594054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FR (</a:t>
            </a:r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mpm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9CC0A84-57A3-4BC6-0B8B-FD87C7C6A057}"/>
              </a:ext>
            </a:extLst>
          </p:cNvPr>
          <p:cNvSpPr/>
          <p:nvPr/>
        </p:nvSpPr>
        <p:spPr>
          <a:xfrm>
            <a:off x="2643949" y="2910964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FBE85AA-4372-91E6-B6F4-DFF6E14C2EA2}"/>
              </a:ext>
            </a:extLst>
          </p:cNvPr>
          <p:cNvSpPr txBox="1"/>
          <p:nvPr/>
        </p:nvSpPr>
        <p:spPr>
          <a:xfrm>
            <a:off x="5690912" y="2603187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FC (bpm)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D4BB370-75E4-216E-8E7D-2A31D625BF5A}"/>
              </a:ext>
            </a:extLst>
          </p:cNvPr>
          <p:cNvSpPr/>
          <p:nvPr/>
        </p:nvSpPr>
        <p:spPr>
          <a:xfrm>
            <a:off x="5775891" y="291415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7AA13C73-AAC4-258D-844E-9F62CE69D23B}"/>
              </a:ext>
            </a:extLst>
          </p:cNvPr>
          <p:cNvSpPr/>
          <p:nvPr/>
        </p:nvSpPr>
        <p:spPr>
          <a:xfrm>
            <a:off x="8907833" y="2910964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B7F1116-D4A0-AB21-A0BC-0E4E7C65F6D3}"/>
              </a:ext>
            </a:extLst>
          </p:cNvPr>
          <p:cNvSpPr txBox="1"/>
          <p:nvPr/>
        </p:nvSpPr>
        <p:spPr>
          <a:xfrm>
            <a:off x="8813805" y="260318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Temperatura retal (ºC)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4523144-EEB2-86E4-2254-CA9479CA294D}"/>
              </a:ext>
            </a:extLst>
          </p:cNvPr>
          <p:cNvSpPr txBox="1"/>
          <p:nvPr/>
        </p:nvSpPr>
        <p:spPr>
          <a:xfrm>
            <a:off x="2573361" y="337782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Mucosa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487A59F-1AC6-1C7B-716B-0C7FCBD32B18}"/>
              </a:ext>
            </a:extLst>
          </p:cNvPr>
          <p:cNvSpPr/>
          <p:nvPr/>
        </p:nvSpPr>
        <p:spPr>
          <a:xfrm>
            <a:off x="2643949" y="369473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C2653827-7DA0-C8F4-604C-9743B7DE83A7}"/>
              </a:ext>
            </a:extLst>
          </p:cNvPr>
          <p:cNvSpPr txBox="1"/>
          <p:nvPr/>
        </p:nvSpPr>
        <p:spPr>
          <a:xfrm>
            <a:off x="5690912" y="338695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TPC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3EBEC60A-D512-97D8-61CA-436D38CFB98C}"/>
              </a:ext>
            </a:extLst>
          </p:cNvPr>
          <p:cNvSpPr/>
          <p:nvPr/>
        </p:nvSpPr>
        <p:spPr>
          <a:xfrm>
            <a:off x="5775891" y="369792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251B674D-9625-2116-8666-EAB503E7B8BF}"/>
              </a:ext>
            </a:extLst>
          </p:cNvPr>
          <p:cNvSpPr/>
          <p:nvPr/>
        </p:nvSpPr>
        <p:spPr>
          <a:xfrm>
            <a:off x="8907833" y="369473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3AFD10E-84A1-F923-37C9-9315E9734B5E}"/>
              </a:ext>
            </a:extLst>
          </p:cNvPr>
          <p:cNvSpPr txBox="1"/>
          <p:nvPr/>
        </p:nvSpPr>
        <p:spPr>
          <a:xfrm>
            <a:off x="8813805" y="338695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Hidratação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E81376A-DC7A-E3F4-990B-E2EF9BD669B8}"/>
              </a:ext>
            </a:extLst>
          </p:cNvPr>
          <p:cNvSpPr txBox="1"/>
          <p:nvPr/>
        </p:nvSpPr>
        <p:spPr>
          <a:xfrm>
            <a:off x="2573361" y="4147082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 (kg)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3F4FBA60-0924-DC6B-671F-A9D668005492}"/>
              </a:ext>
            </a:extLst>
          </p:cNvPr>
          <p:cNvSpPr/>
          <p:nvPr/>
        </p:nvSpPr>
        <p:spPr>
          <a:xfrm>
            <a:off x="2643949" y="446399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02482E17-0047-307B-F44D-9576A333EF5B}"/>
              </a:ext>
            </a:extLst>
          </p:cNvPr>
          <p:cNvSpPr txBox="1"/>
          <p:nvPr/>
        </p:nvSpPr>
        <p:spPr>
          <a:xfrm>
            <a:off x="5690912" y="4156215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Score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F535FBF9-ECA4-0B8A-5D5D-25B7FE82FBF7}"/>
              </a:ext>
            </a:extLst>
          </p:cNvPr>
          <p:cNvSpPr/>
          <p:nvPr/>
        </p:nvSpPr>
        <p:spPr>
          <a:xfrm>
            <a:off x="5775891" y="446718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E467367C-40C2-0D6F-E775-041918CF87CD}"/>
              </a:ext>
            </a:extLst>
          </p:cNvPr>
          <p:cNvSpPr txBox="1"/>
          <p:nvPr/>
        </p:nvSpPr>
        <p:spPr>
          <a:xfrm>
            <a:off x="2580618" y="49108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Notas da coleta de sangue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0D3394C9-4207-7162-11B7-CB8201983064}"/>
              </a:ext>
            </a:extLst>
          </p:cNvPr>
          <p:cNvSpPr/>
          <p:nvPr/>
        </p:nvSpPr>
        <p:spPr>
          <a:xfrm>
            <a:off x="2651206" y="52278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C1756A50-7DCD-E884-013A-EA141BB99D0B}"/>
              </a:ext>
            </a:extLst>
          </p:cNvPr>
          <p:cNvSpPr txBox="1"/>
          <p:nvPr/>
        </p:nvSpPr>
        <p:spPr>
          <a:xfrm>
            <a:off x="2580618" y="56474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do exame físico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4A53A2A7-A471-CF95-9A5F-A7FB4D6D48B8}"/>
              </a:ext>
            </a:extLst>
          </p:cNvPr>
          <p:cNvSpPr/>
          <p:nvPr/>
        </p:nvSpPr>
        <p:spPr>
          <a:xfrm>
            <a:off x="2651206" y="59644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9473B558-7A81-F508-D1FA-F6D003E2FF4E}"/>
              </a:ext>
            </a:extLst>
          </p:cNvPr>
          <p:cNvSpPr txBox="1"/>
          <p:nvPr/>
        </p:nvSpPr>
        <p:spPr>
          <a:xfrm>
            <a:off x="2580618" y="71333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gerais</a:t>
            </a:r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DD7AE939-043E-F9DB-1DB0-5940D3E7931C}"/>
              </a:ext>
            </a:extLst>
          </p:cNvPr>
          <p:cNvSpPr/>
          <p:nvPr/>
        </p:nvSpPr>
        <p:spPr>
          <a:xfrm>
            <a:off x="2651206" y="74503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16A29686-F5D7-D4CA-2971-F4F27EE1A8CE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4" name="Triângulo isósceles 83">
            <a:extLst>
              <a:ext uri="{FF2B5EF4-FFF2-40B4-BE49-F238E27FC236}">
                <a16:creationId xmlns:a16="http://schemas.microsoft.com/office/drawing/2014/main" id="{C8BC1A73-9CC2-997F-F0B7-84E515EFEF56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Triângulo isósceles 84">
            <a:extLst>
              <a:ext uri="{FF2B5EF4-FFF2-40B4-BE49-F238E27FC236}">
                <a16:creationId xmlns:a16="http://schemas.microsoft.com/office/drawing/2014/main" id="{2D2379C3-E1D9-D7EC-9145-996858EBE9B8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68246611-488C-2A4E-21D7-5F8DF0A03463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0801DCB-4264-F88F-E2A7-3B1AB201EC3E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D407329-138E-B369-B57A-24AF31649354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6B22F01-239B-CC92-07F2-1A6229512E93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7" name="Gráfico 6" descr="Aviso estrutura de tópicos">
              <a:extLst>
                <a:ext uri="{FF2B5EF4-FFF2-40B4-BE49-F238E27FC236}">
                  <a16:creationId xmlns:a16="http://schemas.microsoft.com/office/drawing/2014/main" id="{330B7DA9-081D-B6A6-0296-88CB49CF0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948612FF-3CEE-A026-2F1B-E324C9A36A9F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3" name="Gráfico 12" descr="Casinha de cachorro estrutura de tópicos">
                <a:extLst>
                  <a:ext uri="{FF2B5EF4-FFF2-40B4-BE49-F238E27FC236}">
                    <a16:creationId xmlns:a16="http://schemas.microsoft.com/office/drawing/2014/main" id="{58250E5A-264C-1915-D7EC-64F31B3AF0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3" name="CaixaDeTexto 32">
                <a:extLst>
                  <a:ext uri="{FF2B5EF4-FFF2-40B4-BE49-F238E27FC236}">
                    <a16:creationId xmlns:a16="http://schemas.microsoft.com/office/drawing/2014/main" id="{4BCDEC9B-2C07-0E1D-5F50-E3EF3C9CF40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1" name="Gráfico 10" descr="Área de Transferência estrutura de tópicos">
              <a:extLst>
                <a:ext uri="{FF2B5EF4-FFF2-40B4-BE49-F238E27FC236}">
                  <a16:creationId xmlns:a16="http://schemas.microsoft.com/office/drawing/2014/main" id="{3B97ED64-5E94-7710-D9A5-920C99529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4DAB543-CF45-AD34-9639-3972A993EF7D}"/>
              </a:ext>
            </a:extLst>
          </p:cNvPr>
          <p:cNvSpPr txBox="1"/>
          <p:nvPr/>
        </p:nvSpPr>
        <p:spPr>
          <a:xfrm>
            <a:off x="2580618" y="63967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gerais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F4F2FB7F-2F48-9337-B6A2-B7803FABAAB3}"/>
              </a:ext>
            </a:extLst>
          </p:cNvPr>
          <p:cNvSpPr/>
          <p:nvPr/>
        </p:nvSpPr>
        <p:spPr>
          <a:xfrm>
            <a:off x="2651206" y="67137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pic>
        <p:nvPicPr>
          <p:cNvPr id="94" name="Gráfico 93" descr="Informações estrutura de tópicos">
            <a:extLst>
              <a:ext uri="{FF2B5EF4-FFF2-40B4-BE49-F238E27FC236}">
                <a16:creationId xmlns:a16="http://schemas.microsoft.com/office/drawing/2014/main" id="{FE66950F-3EEC-1E0B-F397-0E1D99CC207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466358" y="2633190"/>
            <a:ext cx="238501" cy="238501"/>
          </a:xfrm>
          <a:prstGeom prst="rect">
            <a:avLst/>
          </a:prstGeom>
        </p:spPr>
      </p:pic>
      <p:pic>
        <p:nvPicPr>
          <p:cNvPr id="95" name="Gráfico 94" descr="Informações estrutura de tópicos">
            <a:extLst>
              <a:ext uri="{FF2B5EF4-FFF2-40B4-BE49-F238E27FC236}">
                <a16:creationId xmlns:a16="http://schemas.microsoft.com/office/drawing/2014/main" id="{BD8688F4-D09A-204E-6212-12B9BC69BC2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528639" y="2652240"/>
            <a:ext cx="238501" cy="238501"/>
          </a:xfrm>
          <a:prstGeom prst="rect">
            <a:avLst/>
          </a:prstGeom>
        </p:spPr>
      </p:pic>
      <p:pic>
        <p:nvPicPr>
          <p:cNvPr id="96" name="Gráfico 95" descr="Informações estrutura de tópicos">
            <a:extLst>
              <a:ext uri="{FF2B5EF4-FFF2-40B4-BE49-F238E27FC236}">
                <a16:creationId xmlns:a16="http://schemas.microsoft.com/office/drawing/2014/main" id="{9CF9A26B-63D2-9DDE-7CBC-1E359DE8A80B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171801" y="3421773"/>
            <a:ext cx="238501" cy="238501"/>
          </a:xfrm>
          <a:prstGeom prst="rect">
            <a:avLst/>
          </a:prstGeom>
        </p:spPr>
      </p:pic>
      <p:pic>
        <p:nvPicPr>
          <p:cNvPr id="97" name="Gráfico 96" descr="Informações estrutura de tópicos">
            <a:extLst>
              <a:ext uri="{FF2B5EF4-FFF2-40B4-BE49-F238E27FC236}">
                <a16:creationId xmlns:a16="http://schemas.microsoft.com/office/drawing/2014/main" id="{D991799D-BB35-3F63-4CE1-3AD580672A2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15476" y="4191468"/>
            <a:ext cx="238501" cy="23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0670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2E62D-0988-04F9-77E5-6C459F77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B08D3EFF-FC6C-D16E-054B-C22B1378A9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395923C-BE70-B6A3-84B6-EDDF3E0240C4}"/>
              </a:ext>
            </a:extLst>
          </p:cNvPr>
          <p:cNvSpPr/>
          <p:nvPr/>
        </p:nvSpPr>
        <p:spPr>
          <a:xfrm>
            <a:off x="2425802" y="706914"/>
            <a:ext cx="9677196" cy="606058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269B506-51BD-6DB3-6B86-FF35B8C1EE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AE7CB58-8748-41E5-44A6-F00B23A62C28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DD6B84F-B885-58D2-3DD9-32CBA8ACA69A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39CF1FD-E6B6-079B-ED95-4BDDE7FFC59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BAA0D3B-FB31-2BB1-302C-AB24CAC1A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EB55121-FDD9-48E0-FDAC-CC69ABCFEDED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E41BACF-B825-DA49-DC51-966E81F5E982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6A14845-F941-F546-9490-CB1A3E7B65C2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98CAACAC-134C-3EEE-1317-44C28C5B0DA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2F151D2-8740-9A44-59A1-F73F9CE12DB5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DDA3DA43-FA52-FD6C-43BD-2D7E32ECFD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07190BB-29A0-FDD9-9532-FF1133A7CD06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D7CBDDF-F4C1-AD59-02A7-5690F395AB6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20041699-8DB1-B7E1-84CA-4C4EBC0A3B35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A2EBA316-04EC-2CED-6212-6378DA985F6A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4305BA9D-15BC-CA8E-BE8D-CE51553664E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D294157D-EE95-C608-A49F-911874D8C5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1F7F42A1-CA86-879B-7549-7ABE87F033BD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DB93DED-27F0-EF88-1667-04EE7700D847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8D65497-81B5-FC18-A8D2-1A390C70B962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FD542E6-7282-7331-E6A4-B222AC166559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F788986-B1C9-F5E2-7B0A-D81D45DC783E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D7F2261-6F0B-C960-706F-AEB4F4012404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1C445D7E-978B-F914-5496-2559A9603796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Exame Físico</a:t>
            </a:r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73D33E39-32C0-898C-D8FA-3E5138743FEF}"/>
              </a:ext>
            </a:extLst>
          </p:cNvPr>
          <p:cNvSpPr/>
          <p:nvPr/>
        </p:nvSpPr>
        <p:spPr>
          <a:xfrm>
            <a:off x="2581274" y="1405357"/>
            <a:ext cx="9382125" cy="380164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44F2D64E-2F10-46AF-0B80-5804AA0616E0}"/>
              </a:ext>
            </a:extLst>
          </p:cNvPr>
          <p:cNvSpPr txBox="1"/>
          <p:nvPr/>
        </p:nvSpPr>
        <p:spPr>
          <a:xfrm>
            <a:off x="2580618" y="29677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Notas da coleta de sangue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C096FD8C-8D48-869A-39B1-9A3793DE189A}"/>
              </a:ext>
            </a:extLst>
          </p:cNvPr>
          <p:cNvSpPr/>
          <p:nvPr/>
        </p:nvSpPr>
        <p:spPr>
          <a:xfrm>
            <a:off x="2651206" y="32847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4DD39CED-4A93-2DC4-1A70-6577E113DCBB}"/>
              </a:ext>
            </a:extLst>
          </p:cNvPr>
          <p:cNvSpPr txBox="1"/>
          <p:nvPr/>
        </p:nvSpPr>
        <p:spPr>
          <a:xfrm>
            <a:off x="2580618" y="37043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do exame físico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1D5ED484-417E-E98F-6C9B-6E4C25A58784}"/>
              </a:ext>
            </a:extLst>
          </p:cNvPr>
          <p:cNvSpPr/>
          <p:nvPr/>
        </p:nvSpPr>
        <p:spPr>
          <a:xfrm>
            <a:off x="2651206" y="40213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E54BFD1-CFF1-D9F7-E1F0-AA2112CAA9C7}"/>
              </a:ext>
            </a:extLst>
          </p:cNvPr>
          <p:cNvSpPr txBox="1"/>
          <p:nvPr/>
        </p:nvSpPr>
        <p:spPr>
          <a:xfrm>
            <a:off x="2580618" y="444099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gerais</a:t>
            </a:r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1C153B6C-7F5A-2021-0D4A-78C88076D93B}"/>
              </a:ext>
            </a:extLst>
          </p:cNvPr>
          <p:cNvSpPr/>
          <p:nvPr/>
        </p:nvSpPr>
        <p:spPr>
          <a:xfrm>
            <a:off x="2651206" y="4757907"/>
            <a:ext cx="92109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17BB069-16D3-F3AB-528D-37D424F1E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682665"/>
              </p:ext>
            </p:extLst>
          </p:nvPr>
        </p:nvGraphicFramePr>
        <p:xfrm>
          <a:off x="2580618" y="5290858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3532751432"/>
                    </a:ext>
                  </a:extLst>
                </a:gridCol>
                <a:gridCol w="2358206">
                  <a:extLst>
                    <a:ext uri="{9D8B030D-6E8A-4147-A177-3AD203B41FA5}">
                      <a16:colId xmlns:a16="http://schemas.microsoft.com/office/drawing/2014/main" val="2828976762"/>
                    </a:ext>
                  </a:extLst>
                </a:gridCol>
                <a:gridCol w="3848687">
                  <a:extLst>
                    <a:ext uri="{9D8B030D-6E8A-4147-A177-3AD203B41FA5}">
                      <a16:colId xmlns:a16="http://schemas.microsoft.com/office/drawing/2014/main" val="744239311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737387827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EF-002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Regular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18787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EF-001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Bom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592851"/>
                  </a:ext>
                </a:extLst>
              </a:tr>
            </a:tbl>
          </a:graphicData>
        </a:graphic>
      </p:graphicFrame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E4350B1-C5DB-D799-7195-B34C40DE9D4B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1221904-0A59-FD96-F77C-B9D0B5C0244B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riângulo isósceles 6">
            <a:extLst>
              <a:ext uri="{FF2B5EF4-FFF2-40B4-BE49-F238E27FC236}">
                <a16:creationId xmlns:a16="http://schemas.microsoft.com/office/drawing/2014/main" id="{F3C26510-FBDA-A690-C8C9-BE45E398A928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B4A0DED6-436A-B218-BD84-7086FF1F3ACE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2AC19A-A12E-CD34-521E-C85C738EE75F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Vacina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9C3BA48-09C4-88EC-B541-CFADFA4BA33E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8C2A3149-ED24-5B76-21C0-09146F365CB7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5" name="Gráfico 14" descr="Aviso estrutura de tópicos">
              <a:extLst>
                <a:ext uri="{FF2B5EF4-FFF2-40B4-BE49-F238E27FC236}">
                  <a16:creationId xmlns:a16="http://schemas.microsoft.com/office/drawing/2014/main" id="{8887A6BC-11B1-4E39-C0A6-391E660B7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9358C3C2-AC7E-A01F-47DF-A3268923F30D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9" name="Gráfico 18" descr="Casinha de cachorro estrutura de tópicos">
                <a:extLst>
                  <a:ext uri="{FF2B5EF4-FFF2-40B4-BE49-F238E27FC236}">
                    <a16:creationId xmlns:a16="http://schemas.microsoft.com/office/drawing/2014/main" id="{E73F1BDE-CCD7-830E-F601-7A1AD661E2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49F617A6-F994-B9E3-8D13-D6884DE5571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8" name="Gráfico 17" descr="Área de Transferência estrutura de tópicos">
              <a:extLst>
                <a:ext uri="{FF2B5EF4-FFF2-40B4-BE49-F238E27FC236}">
                  <a16:creationId xmlns:a16="http://schemas.microsoft.com/office/drawing/2014/main" id="{FA512745-D5EC-DBFF-24D3-DB45BE5CA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6AF3BD6-532C-45BB-8EA1-107241BE7A6B}"/>
              </a:ext>
            </a:extLst>
          </p:cNvPr>
          <p:cNvSpPr txBox="1"/>
          <p:nvPr/>
        </p:nvSpPr>
        <p:spPr>
          <a:xfrm>
            <a:off x="10930057" y="1528107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2" name="Gráfico 31" descr="Lápis com preenchimento sólido">
            <a:extLst>
              <a:ext uri="{FF2B5EF4-FFF2-40B4-BE49-F238E27FC236}">
                <a16:creationId xmlns:a16="http://schemas.microsoft.com/office/drawing/2014/main" id="{00E23430-E148-2557-EF43-0BF776CC20C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87203" y="1554286"/>
            <a:ext cx="198827" cy="198827"/>
          </a:xfrm>
          <a:prstGeom prst="rect">
            <a:avLst/>
          </a:prstGeom>
        </p:spPr>
      </p:pic>
      <p:pic>
        <p:nvPicPr>
          <p:cNvPr id="33" name="Gráfico 32" descr="Lixo com preenchimento sólido">
            <a:extLst>
              <a:ext uri="{FF2B5EF4-FFF2-40B4-BE49-F238E27FC236}">
                <a16:creationId xmlns:a16="http://schemas.microsoft.com/office/drawing/2014/main" id="{895A43FE-96CB-D270-ED78-36909BEBD41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58861" y="1554287"/>
            <a:ext cx="198827" cy="198827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591EE44E-2B4F-5466-2343-150A6101DD54}"/>
              </a:ext>
            </a:extLst>
          </p:cNvPr>
          <p:cNvSpPr txBox="1"/>
          <p:nvPr/>
        </p:nvSpPr>
        <p:spPr>
          <a:xfrm>
            <a:off x="2572773" y="1818284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0A77C8BB-CBDC-0935-FF7B-B0E14B38609D}"/>
              </a:ext>
            </a:extLst>
          </p:cNvPr>
          <p:cNvSpPr/>
          <p:nvPr/>
        </p:nvSpPr>
        <p:spPr>
          <a:xfrm>
            <a:off x="2643361" y="2135194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EF-003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033D594-323D-E9C7-7D56-B9A81FBE810C}"/>
              </a:ext>
            </a:extLst>
          </p:cNvPr>
          <p:cNvSpPr txBox="1"/>
          <p:nvPr/>
        </p:nvSpPr>
        <p:spPr>
          <a:xfrm>
            <a:off x="4486999" y="1827417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visita associada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46F67DEA-4309-F39C-5258-7EEF48C47705}"/>
              </a:ext>
            </a:extLst>
          </p:cNvPr>
          <p:cNvSpPr/>
          <p:nvPr/>
        </p:nvSpPr>
        <p:spPr>
          <a:xfrm>
            <a:off x="4571978" y="2138389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V-003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D928BC9A-F7D2-6392-45E5-72D8718E0C15}"/>
              </a:ext>
            </a:extLst>
          </p:cNvPr>
          <p:cNvSpPr/>
          <p:nvPr/>
        </p:nvSpPr>
        <p:spPr>
          <a:xfrm>
            <a:off x="7024470" y="2135194"/>
            <a:ext cx="205138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Bom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4DBDEB2-8AC1-936F-6676-C85CA82C6C89}"/>
              </a:ext>
            </a:extLst>
          </p:cNvPr>
          <p:cNvSpPr txBox="1"/>
          <p:nvPr/>
        </p:nvSpPr>
        <p:spPr>
          <a:xfrm>
            <a:off x="6930442" y="182741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geral do cão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9D5A03F8-B955-7AE4-9135-FA1CA54740C9}"/>
              </a:ext>
            </a:extLst>
          </p:cNvPr>
          <p:cNvCxnSpPr>
            <a:cxnSpLocks/>
          </p:cNvCxnSpPr>
          <p:nvPr/>
        </p:nvCxnSpPr>
        <p:spPr>
          <a:xfrm>
            <a:off x="2643361" y="1734063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FF035818-4550-6544-BA4A-2967C6CF11AA}"/>
              </a:ext>
            </a:extLst>
          </p:cNvPr>
          <p:cNvSpPr txBox="1"/>
          <p:nvPr/>
        </p:nvSpPr>
        <p:spPr>
          <a:xfrm>
            <a:off x="2588066" y="1431805"/>
            <a:ext cx="3507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EXAME FÍSICO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33ECB2E4-06A7-EE9C-7F40-8DD5627D5EEC}"/>
              </a:ext>
            </a:extLst>
          </p:cNvPr>
          <p:cNvSpPr/>
          <p:nvPr/>
        </p:nvSpPr>
        <p:spPr>
          <a:xfrm>
            <a:off x="2643949" y="264789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D3385FA6-9936-69F4-F2A9-F602812F5C00}"/>
              </a:ext>
            </a:extLst>
          </p:cNvPr>
          <p:cNvSpPr/>
          <p:nvPr/>
        </p:nvSpPr>
        <p:spPr>
          <a:xfrm>
            <a:off x="5775891" y="265108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00497007-C88B-5640-22B2-9AA0A460A3A5}"/>
              </a:ext>
            </a:extLst>
          </p:cNvPr>
          <p:cNvCxnSpPr>
            <a:cxnSpLocks/>
          </p:cNvCxnSpPr>
          <p:nvPr/>
        </p:nvCxnSpPr>
        <p:spPr>
          <a:xfrm>
            <a:off x="2643360" y="2556948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633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DFB1E-8F07-5FD8-F643-51C86CF85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F3CE1F2-A11B-D287-5AA1-AA218D25CB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877A0AE-6BB2-1FD7-2184-EAC4F2339B54}"/>
              </a:ext>
            </a:extLst>
          </p:cNvPr>
          <p:cNvSpPr/>
          <p:nvPr/>
        </p:nvSpPr>
        <p:spPr>
          <a:xfrm>
            <a:off x="2425802" y="706914"/>
            <a:ext cx="9677196" cy="606058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3FF9A19-A125-5FB9-75E8-B4EE4BB745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BB20151-E867-E913-734D-1EF6269B886A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56747E2-CE17-43A4-CDDE-A37596B57FB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401D12D-172A-3B7B-E9B3-B9F0B0B12FD0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04248AB6-BA40-C317-9BD7-EBFDA4282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0202D71-970F-8246-1447-57115DA7A45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3F08B51-2333-8277-E219-C2BDEDD4D75D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2F21254-5B4C-794F-1C95-29B7D1A24B8A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894A922B-1705-710B-53F6-2EBE6848CCF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40886DD-A1CC-D14B-BAD2-744E9905069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311838BE-43F3-FEA0-7921-3BD2AB0E59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9016AC58-E786-B8FC-7568-17242A798200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DB68B53-41B7-6BE9-D2D5-4A4B0AD368E3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FC6E7B3C-A085-DB98-C7EC-DE870A1470FA}"/>
              </a:ext>
            </a:extLst>
          </p:cNvPr>
          <p:cNvCxnSpPr>
            <a:cxnSpLocks/>
          </p:cNvCxnSpPr>
          <p:nvPr/>
        </p:nvCxnSpPr>
        <p:spPr>
          <a:xfrm>
            <a:off x="3627120" y="1280466"/>
            <a:ext cx="1509236" cy="56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42D901C6-C460-9D9D-04D6-3B514C4C0497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0126FC3-098E-B127-97B4-9B9E700DEC1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FFF02C6-35CD-E825-7153-AE51100656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B48485E-5A92-AC18-4CFC-5B721B7DD55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69116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F2710CF-CC61-2B10-6668-C84B6AB983DB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DEDF312-10DB-62E4-2FAE-96B305453FE1}"/>
              </a:ext>
            </a:extLst>
          </p:cNvPr>
          <p:cNvCxnSpPr>
            <a:cxnSpLocks/>
          </p:cNvCxnSpPr>
          <p:nvPr/>
        </p:nvCxnSpPr>
        <p:spPr>
          <a:xfrm>
            <a:off x="6505472" y="1280466"/>
            <a:ext cx="1408114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8527679-9DCE-958D-7115-575F1835A5DE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945979A3-4775-A8BA-60CE-F9F62D055E36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2F3256A-092F-6CE8-F942-C96CC61FF9A1}"/>
              </a:ext>
            </a:extLst>
          </p:cNvPr>
          <p:cNvSpPr/>
          <p:nvPr/>
        </p:nvSpPr>
        <p:spPr>
          <a:xfrm>
            <a:off x="6505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EBD3CF6-97F1-9791-7B99-C471098BAE7C}"/>
              </a:ext>
            </a:extLst>
          </p:cNvPr>
          <p:cNvSpPr/>
          <p:nvPr/>
        </p:nvSpPr>
        <p:spPr>
          <a:xfrm>
            <a:off x="6481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35AF6B-ACF4-994D-EE83-FBCA2E493772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Vacina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16CF60C-B7DB-1A9B-5F6F-44B413A22EF7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EACCE325-188E-A95A-4305-71F821CDEA8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5" name="Gráfico 14" descr="Aviso estrutura de tópicos">
              <a:extLst>
                <a:ext uri="{FF2B5EF4-FFF2-40B4-BE49-F238E27FC236}">
                  <a16:creationId xmlns:a16="http://schemas.microsoft.com/office/drawing/2014/main" id="{2342904E-BA5D-95D7-F184-EF0E7ED85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8EEC5596-2232-CD96-3679-C12A8F1BC49F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9" name="Gráfico 18" descr="Casinha de cachorro estrutura de tópicos">
                <a:extLst>
                  <a:ext uri="{FF2B5EF4-FFF2-40B4-BE49-F238E27FC236}">
                    <a16:creationId xmlns:a16="http://schemas.microsoft.com/office/drawing/2014/main" id="{7CEC5372-AA15-F6FA-3091-EE1F40BDFC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76CA92E5-3479-276A-B6F5-EA39F3DCB99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8" name="Gráfico 17" descr="Área de Transferência estrutura de tópicos">
              <a:extLst>
                <a:ext uri="{FF2B5EF4-FFF2-40B4-BE49-F238E27FC236}">
                  <a16:creationId xmlns:a16="http://schemas.microsoft.com/office/drawing/2014/main" id="{52230737-DC27-05BE-C3B3-2D1BECE96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05F95AC6-1678-5FCA-7C87-2BDA68E79B76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16434C4D-95A8-8ADC-F805-6BB36588BE75}"/>
              </a:ext>
            </a:extLst>
          </p:cNvPr>
          <p:cNvSpPr/>
          <p:nvPr/>
        </p:nvSpPr>
        <p:spPr>
          <a:xfrm>
            <a:off x="46902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DFB46BC8-645F-875A-647C-9C18F0636AF8}"/>
              </a:ext>
            </a:extLst>
          </p:cNvPr>
          <p:cNvSpPr txBox="1"/>
          <p:nvPr/>
        </p:nvSpPr>
        <p:spPr>
          <a:xfrm>
            <a:off x="2714124" y="1586842"/>
            <a:ext cx="3158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registro de vacina</a:t>
            </a:r>
          </a:p>
        </p:txBody>
      </p: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12EBC2C9-707A-6D99-3C17-2AD499080216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69" name="Retângulo: Cantos Arredondados 68">
              <a:extLst>
                <a:ext uri="{FF2B5EF4-FFF2-40B4-BE49-F238E27FC236}">
                  <a16:creationId xmlns:a16="http://schemas.microsoft.com/office/drawing/2014/main" id="{A2CCD133-E66D-531B-2930-D9D0450E34E5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Animal</a:t>
              </a:r>
            </a:p>
          </p:txBody>
        </p:sp>
        <p:pic>
          <p:nvPicPr>
            <p:cNvPr id="70" name="Gráfico 69" descr="Acento Circunflexo para Cima com preenchimento sólido">
              <a:extLst>
                <a:ext uri="{FF2B5EF4-FFF2-40B4-BE49-F238E27FC236}">
                  <a16:creationId xmlns:a16="http://schemas.microsoft.com/office/drawing/2014/main" id="{AC70D778-90E3-343E-F7AF-235B73027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A039C63D-31DC-884B-1DF9-B532ED9752B4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D173174E-2203-2B92-3E4B-635C59C367F1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CBF4E628-E404-5291-F714-782F6C6556E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4" name="Agrupar 73">
            <a:extLst>
              <a:ext uri="{FF2B5EF4-FFF2-40B4-BE49-F238E27FC236}">
                <a16:creationId xmlns:a16="http://schemas.microsoft.com/office/drawing/2014/main" id="{13352B62-7D02-8DC2-0DFF-61D3E2EC1901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76" name="Retângulo: Cantos Arredondados 75">
              <a:extLst>
                <a:ext uri="{FF2B5EF4-FFF2-40B4-BE49-F238E27FC236}">
                  <a16:creationId xmlns:a16="http://schemas.microsoft.com/office/drawing/2014/main" id="{F0BED444-1004-E912-F62D-AD15C2BAEEA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83" name="Gráfico 82" descr="Acento Circunflexo para Cima com preenchimento sólido">
              <a:extLst>
                <a:ext uri="{FF2B5EF4-FFF2-40B4-BE49-F238E27FC236}">
                  <a16:creationId xmlns:a16="http://schemas.microsoft.com/office/drawing/2014/main" id="{DA1FF6C7-D80B-431E-A84E-858B8FC27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C526BFD6-0A83-601C-0BE2-CD34733D752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85" name="Tabela 84">
            <a:extLst>
              <a:ext uri="{FF2B5EF4-FFF2-40B4-BE49-F238E27FC236}">
                <a16:creationId xmlns:a16="http://schemas.microsoft.com/office/drawing/2014/main" id="{B9C6B707-6A28-6B73-0B46-F1C7DD298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109750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81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206171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278743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64229">
                  <a:extLst>
                    <a:ext uri="{9D8B030D-6E8A-4147-A177-3AD203B41FA5}">
                      <a16:colId xmlns:a16="http://schemas.microsoft.com/office/drawing/2014/main" val="1251805041"/>
                    </a:ext>
                  </a:extLst>
                </a:gridCol>
                <a:gridCol w="1063170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vacina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da aplicação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V8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12/12/2025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Gato 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Raiva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13/11/2024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86" name="Triângulo isósceles 85">
            <a:extLst>
              <a:ext uri="{FF2B5EF4-FFF2-40B4-BE49-F238E27FC236}">
                <a16:creationId xmlns:a16="http://schemas.microsoft.com/office/drawing/2014/main" id="{3C6BA06A-E9D9-FCA0-25AC-91C8C2A92997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5172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0054C-026B-220B-E27C-F39BC630D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8EC3999-9487-31EC-1ACA-3FEE246EF4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6D9C81D8-23E3-B85D-D9E4-4882CC806DDF}"/>
              </a:ext>
            </a:extLst>
          </p:cNvPr>
          <p:cNvSpPr/>
          <p:nvPr/>
        </p:nvSpPr>
        <p:spPr>
          <a:xfrm>
            <a:off x="2425802" y="706914"/>
            <a:ext cx="9677196" cy="606058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06B04F7-221B-F117-DBED-174E2AEF33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07A4DB8-E68A-5DEE-CBED-521F022379A5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D0FA5ECC-06D1-1955-49BA-4C48EE4E9E46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86B96E4-CC15-058E-A1DA-CBE1BE33BE98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697F911-5BDD-EFC6-BF3B-8E4A4DB8A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A385976-07B4-8297-F1F5-FDF3D72486AD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7183826-FB58-DED4-34D0-655CF1AC294A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11D0E45B-EF39-10D6-233C-15CF677E746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4AB484C-99BD-1F37-D4CB-14EAEC28CE7D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7045A52-97B3-A497-EE62-B03A4032CC0D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03D908F9-08E2-950B-BA9A-6882DBFDC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F708B57-8F1A-6C8C-9170-AA48D960BF4F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F8EE2739-BE31-761B-AA23-635A6EEE906B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VETERINÁRIO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1B8761C2-95E3-390D-5C4B-1FA958AA9305}"/>
              </a:ext>
            </a:extLst>
          </p:cNvPr>
          <p:cNvCxnSpPr>
            <a:cxnSpLocks/>
          </p:cNvCxnSpPr>
          <p:nvPr/>
        </p:nvCxnSpPr>
        <p:spPr>
          <a:xfrm>
            <a:off x="3627120" y="1280466"/>
            <a:ext cx="1509236" cy="56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FD255913-01A2-E26D-000E-F4B7DF7A8535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036B072C-C830-811A-B361-D652DEA361C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7654D43-3335-BBC2-4FA0-34613B5D36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AC3A445-6172-3178-8E64-7F29D28AE949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69116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7902AF2-443C-7FB4-69A8-C4D1FF85B04F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Visita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BA59F10-3294-226C-E923-418FF12F9111}"/>
              </a:ext>
            </a:extLst>
          </p:cNvPr>
          <p:cNvSpPr txBox="1"/>
          <p:nvPr/>
        </p:nvSpPr>
        <p:spPr>
          <a:xfrm>
            <a:off x="3694316" y="83917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C798908D-C693-92A2-56B1-8754E4DB96D0}"/>
              </a:ext>
            </a:extLst>
          </p:cNvPr>
          <p:cNvSpPr txBox="1"/>
          <p:nvPr/>
        </p:nvSpPr>
        <p:spPr>
          <a:xfrm>
            <a:off x="5139246" y="849202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Exame Físico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8120F86-2AD2-77D7-38F9-D634D3D129CE}"/>
              </a:ext>
            </a:extLst>
          </p:cNvPr>
          <p:cNvSpPr/>
          <p:nvPr/>
        </p:nvSpPr>
        <p:spPr>
          <a:xfrm>
            <a:off x="6505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6D827951-2190-25F5-1F69-09390636AA1A}"/>
              </a:ext>
            </a:extLst>
          </p:cNvPr>
          <p:cNvSpPr/>
          <p:nvPr/>
        </p:nvSpPr>
        <p:spPr>
          <a:xfrm>
            <a:off x="6481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EA0E11A-FC5D-F77F-2C67-DACFDDD03AE7}"/>
              </a:ext>
            </a:extLst>
          </p:cNvPr>
          <p:cNvSpPr txBox="1"/>
          <p:nvPr/>
        </p:nvSpPr>
        <p:spPr>
          <a:xfrm>
            <a:off x="6526416" y="83917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Vacina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ED1EB21-BD7B-987E-681D-F40ACD65D2A3}"/>
              </a:ext>
            </a:extLst>
          </p:cNvPr>
          <p:cNvSpPr/>
          <p:nvPr/>
        </p:nvSpPr>
        <p:spPr>
          <a:xfrm>
            <a:off x="0" y="3214746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2C364A3-60AD-D420-1E43-175C139C3357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5" name="Gráfico 14" descr="Aviso estrutura de tópicos">
              <a:extLst>
                <a:ext uri="{FF2B5EF4-FFF2-40B4-BE49-F238E27FC236}">
                  <a16:creationId xmlns:a16="http://schemas.microsoft.com/office/drawing/2014/main" id="{ED9EE431-56DC-4F0A-7889-924B9446E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0443A785-80F1-2790-587B-ECB83192E3BF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9" name="Gráfico 18" descr="Casinha de cachorro estrutura de tópicos">
                <a:extLst>
                  <a:ext uri="{FF2B5EF4-FFF2-40B4-BE49-F238E27FC236}">
                    <a16:creationId xmlns:a16="http://schemas.microsoft.com/office/drawing/2014/main" id="{B4C89147-C9E1-4FCC-63D1-5A6C5535AB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BD74A604-1102-12ED-1ABB-69DB8D4D247E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18" name="Gráfico 17" descr="Área de Transferência estrutura de tópicos">
              <a:extLst>
                <a:ext uri="{FF2B5EF4-FFF2-40B4-BE49-F238E27FC236}">
                  <a16:creationId xmlns:a16="http://schemas.microsoft.com/office/drawing/2014/main" id="{81178DC3-5A10-3C0A-DCCB-0A435C33D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9D0B8CD3-56AE-D018-AAA0-EC90EE8BD480}"/>
              </a:ext>
            </a:extLst>
          </p:cNvPr>
          <p:cNvCxnSpPr>
            <a:cxnSpLocks/>
          </p:cNvCxnSpPr>
          <p:nvPr/>
        </p:nvCxnSpPr>
        <p:spPr>
          <a:xfrm>
            <a:off x="6505472" y="1280466"/>
            <a:ext cx="1408114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AE122817-16D8-6769-1B8C-C8DCAB9DB5F9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1AC7A854-7F9D-1C39-6F92-D3AF1C01D816}"/>
              </a:ext>
            </a:extLst>
          </p:cNvPr>
          <p:cNvSpPr/>
          <p:nvPr/>
        </p:nvSpPr>
        <p:spPr>
          <a:xfrm>
            <a:off x="46902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4FB6D8B8-874F-D495-405A-1E756278132A}"/>
              </a:ext>
            </a:extLst>
          </p:cNvPr>
          <p:cNvSpPr txBox="1"/>
          <p:nvPr/>
        </p:nvSpPr>
        <p:spPr>
          <a:xfrm>
            <a:off x="2714124" y="1586842"/>
            <a:ext cx="3158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registro de vacina</a:t>
            </a:r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31659592-628E-D1FD-59E5-E4F488CA6AAC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id="{16076991-DDDA-AB84-EB99-4A460F93777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Animal</a:t>
              </a:r>
            </a:p>
          </p:txBody>
        </p:sp>
        <p:pic>
          <p:nvPicPr>
            <p:cNvPr id="37" name="Gráfico 36" descr="Acento Circunflexo para Cima com preenchimento sólido">
              <a:extLst>
                <a:ext uri="{FF2B5EF4-FFF2-40B4-BE49-F238E27FC236}">
                  <a16:creationId xmlns:a16="http://schemas.microsoft.com/office/drawing/2014/main" id="{4FB11712-8BAF-E15C-14B5-FE0CE77BC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BFF11C32-A166-F65C-203C-520EEC90766C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E6DACED8-2316-402B-718B-4AF8999AC423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E165B3E-4110-DCBB-A5E9-6D91EFA5B276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659AD56A-A833-6F27-5732-C02DBC0988CE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43" name="Retângulo: Cantos Arredondados 42">
              <a:extLst>
                <a:ext uri="{FF2B5EF4-FFF2-40B4-BE49-F238E27FC236}">
                  <a16:creationId xmlns:a16="http://schemas.microsoft.com/office/drawing/2014/main" id="{4625302B-2D53-38A2-A479-57E7D94CCB75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44" name="Gráfico 43" descr="Acento Circunflexo para Cima com preenchimento sólido">
              <a:extLst>
                <a:ext uri="{FF2B5EF4-FFF2-40B4-BE49-F238E27FC236}">
                  <a16:creationId xmlns:a16="http://schemas.microsoft.com/office/drawing/2014/main" id="{C31BA9F8-DD52-E75D-ADE3-983C8AB05D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CDF97BE6-7594-69EA-92D3-5CC78147D43F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90553554-85B6-5605-7837-F802FEE632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335886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81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206171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2278743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264229">
                  <a:extLst>
                    <a:ext uri="{9D8B030D-6E8A-4147-A177-3AD203B41FA5}">
                      <a16:colId xmlns:a16="http://schemas.microsoft.com/office/drawing/2014/main" val="1251805041"/>
                    </a:ext>
                  </a:extLst>
                </a:gridCol>
                <a:gridCol w="1063170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vacina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de aplicação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V8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12/12/2025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Gato 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Raiva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13/11/2024</a:t>
                      </a:r>
                      <a:endParaRPr lang="pt-BR" sz="1400" b="0" i="0" u="none" strike="noStrike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41CA90A0-14F4-EE10-23B3-DCF280427111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1E13B792-FF80-2FBD-B6A0-094C99E192B2}"/>
              </a:ext>
            </a:extLst>
          </p:cNvPr>
          <p:cNvSpPr/>
          <p:nvPr/>
        </p:nvSpPr>
        <p:spPr>
          <a:xfrm>
            <a:off x="2593769" y="4667952"/>
            <a:ext cx="9382125" cy="1992339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83960FFF-06B1-1D37-E680-1A0B961BE51E}"/>
              </a:ext>
            </a:extLst>
          </p:cNvPr>
          <p:cNvCxnSpPr>
            <a:cxnSpLocks/>
          </p:cNvCxnSpPr>
          <p:nvPr/>
        </p:nvCxnSpPr>
        <p:spPr>
          <a:xfrm>
            <a:off x="2643361" y="5061456"/>
            <a:ext cx="7702735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65C869B8-6256-98B2-403E-852B8A5EA54E}"/>
              </a:ext>
            </a:extLst>
          </p:cNvPr>
          <p:cNvSpPr txBox="1"/>
          <p:nvPr/>
        </p:nvSpPr>
        <p:spPr>
          <a:xfrm>
            <a:off x="2588066" y="4759198"/>
            <a:ext cx="47271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SOBRE A VACINA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DE8266D4-1915-B8C3-8DFF-320F1428C212}"/>
              </a:ext>
            </a:extLst>
          </p:cNvPr>
          <p:cNvSpPr txBox="1"/>
          <p:nvPr/>
        </p:nvSpPr>
        <p:spPr>
          <a:xfrm>
            <a:off x="2572773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F1F22DE7-7D22-F894-F764-FBFEA26D3922}"/>
              </a:ext>
            </a:extLst>
          </p:cNvPr>
          <p:cNvSpPr/>
          <p:nvPr/>
        </p:nvSpPr>
        <p:spPr>
          <a:xfrm>
            <a:off x="2643361" y="5479670"/>
            <a:ext cx="141376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4C13ACE-6CC3-841B-DEE9-576B3ABD51D5}"/>
              </a:ext>
            </a:extLst>
          </p:cNvPr>
          <p:cNvSpPr txBox="1"/>
          <p:nvPr/>
        </p:nvSpPr>
        <p:spPr>
          <a:xfrm>
            <a:off x="4123423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FD1E3641-BDEA-0EA0-EF77-366D78427BDC}"/>
              </a:ext>
            </a:extLst>
          </p:cNvPr>
          <p:cNvSpPr/>
          <p:nvPr/>
        </p:nvSpPr>
        <p:spPr>
          <a:xfrm>
            <a:off x="4190318" y="5479670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Gato 1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D6BD78D2-BC5C-FC15-6CB1-A07171B976F5}"/>
              </a:ext>
            </a:extLst>
          </p:cNvPr>
          <p:cNvSpPr txBox="1"/>
          <p:nvPr/>
        </p:nvSpPr>
        <p:spPr>
          <a:xfrm>
            <a:off x="6395294" y="5162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vacina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523E4E62-9942-2325-F738-05202024EEEB}"/>
              </a:ext>
            </a:extLst>
          </p:cNvPr>
          <p:cNvSpPr/>
          <p:nvPr/>
        </p:nvSpPr>
        <p:spPr>
          <a:xfrm>
            <a:off x="6470385" y="5479670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Raiva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24AECCDF-6F41-1001-1F5E-F63DB7FB6B80}"/>
              </a:ext>
            </a:extLst>
          </p:cNvPr>
          <p:cNvSpPr txBox="1"/>
          <p:nvPr/>
        </p:nvSpPr>
        <p:spPr>
          <a:xfrm>
            <a:off x="8655358" y="516326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aplicação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BA28DC5C-15B5-32DF-914B-CD505E291F3F}"/>
              </a:ext>
            </a:extLst>
          </p:cNvPr>
          <p:cNvSpPr/>
          <p:nvPr/>
        </p:nvSpPr>
        <p:spPr>
          <a:xfrm>
            <a:off x="8738645" y="5480173"/>
            <a:ext cx="213840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262626"/>
                </a:solidFill>
                <a:latin typeface="Aptos" panose="020B0004020202020204" pitchFamily="34" charset="0"/>
              </a:rPr>
              <a:t>13/11/2024</a:t>
            </a:r>
            <a:endParaRPr lang="pt-BR" sz="1400" dirty="0">
              <a:latin typeface="Aptos" panose="020B0004020202020204" pitchFamily="34" charset="0"/>
            </a:endParaRP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A16501B1-762E-74DD-4A80-E2DDAA4CB0C5}"/>
              </a:ext>
            </a:extLst>
          </p:cNvPr>
          <p:cNvSpPr txBox="1"/>
          <p:nvPr/>
        </p:nvSpPr>
        <p:spPr>
          <a:xfrm>
            <a:off x="10973599" y="4793812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69" name="Gráfico 68" descr="Lápis com preenchimento sólido">
            <a:extLst>
              <a:ext uri="{FF2B5EF4-FFF2-40B4-BE49-F238E27FC236}">
                <a16:creationId xmlns:a16="http://schemas.microsoft.com/office/drawing/2014/main" id="{45A12B00-85FD-EB59-3F33-EAA08702649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30745" y="4819991"/>
            <a:ext cx="198827" cy="198827"/>
          </a:xfrm>
          <a:prstGeom prst="rect">
            <a:avLst/>
          </a:prstGeom>
        </p:spPr>
      </p:pic>
      <p:pic>
        <p:nvPicPr>
          <p:cNvPr id="70" name="Gráfico 69" descr="Lixo com preenchimento sólido">
            <a:extLst>
              <a:ext uri="{FF2B5EF4-FFF2-40B4-BE49-F238E27FC236}">
                <a16:creationId xmlns:a16="http://schemas.microsoft.com/office/drawing/2014/main" id="{D4152825-6113-1268-494A-BE44B638A15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802403" y="4819992"/>
            <a:ext cx="198827" cy="198827"/>
          </a:xfrm>
          <a:prstGeom prst="rect">
            <a:avLst/>
          </a:prstGeom>
        </p:spPr>
      </p:pic>
      <p:sp>
        <p:nvSpPr>
          <p:cNvPr id="71" name="CaixaDeTexto 70">
            <a:extLst>
              <a:ext uri="{FF2B5EF4-FFF2-40B4-BE49-F238E27FC236}">
                <a16:creationId xmlns:a16="http://schemas.microsoft.com/office/drawing/2014/main" id="{7DE906A1-7FE0-B0D3-8F8B-ED6C73A2486A}"/>
              </a:ext>
            </a:extLst>
          </p:cNvPr>
          <p:cNvSpPr txBox="1"/>
          <p:nvPr/>
        </p:nvSpPr>
        <p:spPr>
          <a:xfrm>
            <a:off x="4208029" y="5920646"/>
            <a:ext cx="24606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8B284F1E-1C71-E5FE-76D7-270F0D0DD672}"/>
              </a:ext>
            </a:extLst>
          </p:cNvPr>
          <p:cNvSpPr/>
          <p:nvPr/>
        </p:nvSpPr>
        <p:spPr>
          <a:xfrm>
            <a:off x="4222942" y="6237556"/>
            <a:ext cx="762001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DDF2FD06-158B-8CCF-F21F-F4A29864CA10}"/>
              </a:ext>
            </a:extLst>
          </p:cNvPr>
          <p:cNvSpPr txBox="1"/>
          <p:nvPr/>
        </p:nvSpPr>
        <p:spPr>
          <a:xfrm>
            <a:off x="2570626" y="59089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3AC481CA-E608-994E-734C-02AF7B0D6D36}"/>
              </a:ext>
            </a:extLst>
          </p:cNvPr>
          <p:cNvSpPr/>
          <p:nvPr/>
        </p:nvSpPr>
        <p:spPr>
          <a:xfrm>
            <a:off x="2641214" y="6225906"/>
            <a:ext cx="147781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23149186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FEFCC-431E-E8DD-7660-7612EA0FD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603D68B-E4EA-9AD8-E31D-6DF0F014CF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1D64DF7-9BA3-03B6-6B59-8D28FF4FFB9B}"/>
              </a:ext>
            </a:extLst>
          </p:cNvPr>
          <p:cNvGrpSpPr/>
          <p:nvPr/>
        </p:nvGrpSpPr>
        <p:grpSpPr>
          <a:xfrm>
            <a:off x="2425801" y="674131"/>
            <a:ext cx="9677197" cy="5596040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B8399BD1-2E21-9078-8216-77A014DE8074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E5B283AD-F5CB-8DE7-BC6D-1CE6D5F823C4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05218D42-7BB9-3B4F-87B0-08CFEA3BC5FA}"/>
                </a:ext>
              </a:extLst>
            </p:cNvPr>
            <p:cNvSpPr/>
            <p:nvPr/>
          </p:nvSpPr>
          <p:spPr>
            <a:xfrm>
              <a:off x="2433639" y="732037"/>
              <a:ext cx="1345220" cy="501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A14C0372-FEDE-4B6C-68D2-7AE17B2D10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ED2322E-BF61-22D8-CC27-2B43EC80A406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2286348-B854-79FD-0F56-1514B3FE5172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D24F5AF-13BB-94D4-C48C-D251CD8C029C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E1EBF6EE-A2D6-713A-78BA-D56E4DD4DF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7F5CF8A1-58CB-1566-59EA-B66FFFE12E0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F667A2A-B156-D0BC-D228-CE090D0B5224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983C5E4-4CBF-F851-3FB6-85FDA13CF4EC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1E68F7C-FB0A-7FEE-7F7D-A080A21DE50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9429718-4B09-8FE9-3795-0A18AF017DD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7B46C5DE-A393-4F0B-0DE3-1AE4A64FCA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5C10A41-3F0E-5564-960F-7BAF09450275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F8D194E-3A95-3346-C87B-05E7C6AE8D1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363B0D7-84B0-4913-26AB-34714C04D5D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CCA1679-CBBC-6BAB-F649-C1959225204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38AF87E-5153-9D21-E196-6A4D1453C2C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8FEAAFBB-DDB4-7399-AFC0-C9F8A5AEC2F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B071228F-AAC1-103A-6C0A-784574BB67FF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EFC5656-9BC9-B44E-5249-72157541AA05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BE20F7DA-C89E-2AB8-7DCD-F3D07D4AAF4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5FB8BA5-185F-F4AF-8A97-795EAD5FC30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78552DCF-7B46-8164-046E-4891F4024E81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5D97845-565A-F109-0F53-A8F55617ED99}"/>
              </a:ext>
            </a:extLst>
          </p:cNvPr>
          <p:cNvSpPr txBox="1"/>
          <p:nvPr/>
        </p:nvSpPr>
        <p:spPr>
          <a:xfrm>
            <a:off x="2714124" y="1586842"/>
            <a:ext cx="3812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resultado de exame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316E147E-8FC4-9252-03EC-6936425D9A6A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1B52229A-0F83-2D50-E3DE-0D60B1A3D9D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C0850E31-0AE6-F4BD-503E-42CDD44A2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EB67ADB-7393-DD7E-ED92-1A5312042595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444FF80-BA3B-8D24-1F31-423E2FC44AEA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BA6F7ED-A44C-A72F-8E49-AFDE2990DAFC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DE94AC1-A897-C8D4-8A68-85D0E6AB9C8C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20A10DC9-724B-07C0-501C-BCDE191552C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03FC1C5E-CC22-1EDE-081A-2C52E4C853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D218178-FABC-4D8B-3C56-CC7E6626D437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F7BFCB44-F882-F6E3-E1F3-347BF52A0899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237270BE-AFB7-D06A-8F31-2216680035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188569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3582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38486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2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63442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Cão 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95346"/>
                  </a:ext>
                </a:extLst>
              </a:tr>
            </a:tbl>
          </a:graphicData>
        </a:graphic>
      </p:graphicFrame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E1C67993-DB77-EEB9-8FBB-548E1209FDC9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8D6674B-E1ED-2BAC-8FF0-F4AD0AA42EAC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89CB094-7743-923C-D539-D938532D8F9F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9C063C5-5D13-F8AA-4575-E51A9CA16BD5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4AA15CB0-5C68-F5E0-5E80-B1A293383488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6" name="Gráfico 25" descr="Aviso estrutura de tópicos">
              <a:extLst>
                <a:ext uri="{FF2B5EF4-FFF2-40B4-BE49-F238E27FC236}">
                  <a16:creationId xmlns:a16="http://schemas.microsoft.com/office/drawing/2014/main" id="{ECCFA5F5-43F4-D869-BB01-025C11567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62A2D5F8-22A5-7683-F987-6827E8477C3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0" name="Gráfico 39" descr="Casinha de cachorro estrutura de tópicos">
                <a:extLst>
                  <a:ext uri="{FF2B5EF4-FFF2-40B4-BE49-F238E27FC236}">
                    <a16:creationId xmlns:a16="http://schemas.microsoft.com/office/drawing/2014/main" id="{326E3806-B264-8641-1F8D-03832E24D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DC8B2AE0-BDBD-9F20-EE6C-78C05CD8AA4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F82467C4-6B82-184F-9463-139FAB5E2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E7DE656-7E20-77EB-AB8C-2AD53C1998B0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7DA0708-3F96-ED52-6902-7ED6AEABF51F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</p:spTree>
    <p:extLst>
      <p:ext uri="{BB962C8B-B14F-4D97-AF65-F5344CB8AC3E}">
        <p14:creationId xmlns:p14="http://schemas.microsoft.com/office/powerpoint/2010/main" val="14387640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E9E6-273F-0940-41B5-B88AEDEA7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701CAC5-257C-F02A-1265-8C7574455C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462E8D2-0065-F9DC-E249-DFA38B0B8547}"/>
              </a:ext>
            </a:extLst>
          </p:cNvPr>
          <p:cNvGrpSpPr/>
          <p:nvPr/>
        </p:nvGrpSpPr>
        <p:grpSpPr>
          <a:xfrm>
            <a:off x="2425801" y="674130"/>
            <a:ext cx="9677197" cy="6931769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37EC7B10-BA3A-8D67-C7B7-F5420D801C11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1EF76A77-D568-0989-4CEB-6FF9BD2A85E6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EDD819B3-0D6F-E39C-B42E-15629465007B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92BF8FFF-5385-6CB0-8F90-1D4EE81469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6FA23DB-4DE6-C70C-0A48-01DA04AC6321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A1B5B55-FE68-D449-ECF5-96BE7B4CFA59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5DBFB592-3617-AC03-D530-4CDBBB248D71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C25F33F2-3775-01A2-A55F-8BB238C443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AF64451-5860-2D37-A9FD-2E11B7D2EDD9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9FA318E-B28E-5408-24CD-9BDD0D8F1F8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7B31F34-BDAE-A25B-E2CD-A8B74BDA1B3E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0906C4D-0545-E6CA-1F13-215DF94ADE31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FE09D1AC-AF44-5503-FC34-351E6642F306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292289D0-FBDA-49D6-26BF-A59511D19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4313A50B-66B7-9730-8565-0826BD8E402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4AE0E5F-6C62-F44D-9D5C-21F824237A0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CB8109D2-0701-D18A-D942-79B86EAE38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B1F2CA8A-0DC5-CB6B-78FB-21280776D0C1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510C949-B1E9-777F-810E-462778995B44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0CA2CBF7-C01E-0FF8-9FB6-7000CDD2A7FD}"/>
              </a:ext>
            </a:extLst>
          </p:cNvPr>
          <p:cNvSpPr txBox="1"/>
          <p:nvPr/>
        </p:nvSpPr>
        <p:spPr>
          <a:xfrm>
            <a:off x="2714124" y="1586842"/>
            <a:ext cx="38122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resultado de exame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0A16CED8-928E-6B61-2BE3-AEB3A7DB34D9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D3203BEE-4741-9337-B72A-95B7310D0A5C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15E06C0F-D646-B31F-421D-BB907770D7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768B6F1-83E7-D821-C593-2B88B7C264B8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38FCF3B-BB9E-A033-7144-591C5AECE82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A1AF195-2091-E9E7-6BC8-BDAFD732B355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0FE15B5D-F6DF-74D4-37B5-88D4BA4C8A9C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AC047598-83AD-00BE-6B3E-4289EFA263D7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CEF08EC6-9454-DAE8-C987-AEB1166B55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ACDA77A-06EF-241D-A040-5481B243956A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30A2DFC-9C95-71D5-2F4F-C117B6659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738034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2358206">
                  <a:extLst>
                    <a:ext uri="{9D8B030D-6E8A-4147-A177-3AD203B41FA5}">
                      <a16:colId xmlns:a16="http://schemas.microsoft.com/office/drawing/2014/main" val="3620830050"/>
                    </a:ext>
                  </a:extLst>
                </a:gridCol>
                <a:gridCol w="384868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RE-003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V-003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6478791"/>
                  </a:ext>
                </a:extLst>
              </a:tr>
            </a:tbl>
          </a:graphicData>
        </a:graphic>
      </p:graphicFrame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B109F4C1-45FB-FB20-C004-6360345494C7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0C0D5F6B-D4CF-25A8-1085-CDFA51D17734}"/>
              </a:ext>
            </a:extLst>
          </p:cNvPr>
          <p:cNvSpPr/>
          <p:nvPr/>
        </p:nvSpPr>
        <p:spPr>
          <a:xfrm>
            <a:off x="2581274" y="4204794"/>
            <a:ext cx="9382125" cy="336794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6DA53763-E508-005E-4E74-93ABBC5DC92F}"/>
              </a:ext>
            </a:extLst>
          </p:cNvPr>
          <p:cNvSpPr txBox="1"/>
          <p:nvPr/>
        </p:nvSpPr>
        <p:spPr>
          <a:xfrm>
            <a:off x="10930057" y="4327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76" name="Gráfico 75" descr="Lápis com preenchimento sólido">
            <a:extLst>
              <a:ext uri="{FF2B5EF4-FFF2-40B4-BE49-F238E27FC236}">
                <a16:creationId xmlns:a16="http://schemas.microsoft.com/office/drawing/2014/main" id="{B6EC10B6-43A0-8BB2-9B4C-FB819DC78C5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87203" y="4353723"/>
            <a:ext cx="198827" cy="198827"/>
          </a:xfrm>
          <a:prstGeom prst="rect">
            <a:avLst/>
          </a:prstGeom>
        </p:spPr>
      </p:pic>
      <p:pic>
        <p:nvPicPr>
          <p:cNvPr id="77" name="Gráfico 76" descr="Lixo com preenchimento sólido">
            <a:extLst>
              <a:ext uri="{FF2B5EF4-FFF2-40B4-BE49-F238E27FC236}">
                <a16:creationId xmlns:a16="http://schemas.microsoft.com/office/drawing/2014/main" id="{6AF6F228-E837-D575-BA3D-5CA85719FD6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58861" y="4353724"/>
            <a:ext cx="198827" cy="198827"/>
          </a:xfrm>
          <a:prstGeom prst="rect">
            <a:avLst/>
          </a:prstGeom>
        </p:spPr>
      </p:pic>
      <p:sp>
        <p:nvSpPr>
          <p:cNvPr id="78" name="CaixaDeTexto 77">
            <a:extLst>
              <a:ext uri="{FF2B5EF4-FFF2-40B4-BE49-F238E27FC236}">
                <a16:creationId xmlns:a16="http://schemas.microsoft.com/office/drawing/2014/main" id="{39B1C451-86E0-1AE1-6A90-C1E8114D15E7}"/>
              </a:ext>
            </a:extLst>
          </p:cNvPr>
          <p:cNvSpPr txBox="1"/>
          <p:nvPr/>
        </p:nvSpPr>
        <p:spPr>
          <a:xfrm>
            <a:off x="2572773" y="46177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D8CF9085-2496-1002-B340-F1997B6D6464}"/>
              </a:ext>
            </a:extLst>
          </p:cNvPr>
          <p:cNvSpPr/>
          <p:nvPr/>
        </p:nvSpPr>
        <p:spPr>
          <a:xfrm>
            <a:off x="2643361" y="4934631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RE-002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AF6D69FF-1FEA-84D0-1DA2-915602F4B83E}"/>
              </a:ext>
            </a:extLst>
          </p:cNvPr>
          <p:cNvSpPr txBox="1"/>
          <p:nvPr/>
        </p:nvSpPr>
        <p:spPr>
          <a:xfrm>
            <a:off x="4486999" y="46268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686E4616-0DA2-93F0-FB9D-263594F40954}"/>
              </a:ext>
            </a:extLst>
          </p:cNvPr>
          <p:cNvSpPr/>
          <p:nvPr/>
        </p:nvSpPr>
        <p:spPr>
          <a:xfrm>
            <a:off x="4571978" y="4937826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F6D384DD-99FC-8C66-D98A-307C882C218B}"/>
              </a:ext>
            </a:extLst>
          </p:cNvPr>
          <p:cNvCxnSpPr>
            <a:cxnSpLocks/>
          </p:cNvCxnSpPr>
          <p:nvPr/>
        </p:nvCxnSpPr>
        <p:spPr>
          <a:xfrm>
            <a:off x="2643361" y="4533500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E88DE05A-D04A-34BC-990F-ABF512E68D11}"/>
              </a:ext>
            </a:extLst>
          </p:cNvPr>
          <p:cNvSpPr txBox="1"/>
          <p:nvPr/>
        </p:nvSpPr>
        <p:spPr>
          <a:xfrm>
            <a:off x="2588065" y="4231242"/>
            <a:ext cx="3187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RESULTADO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E03131BE-07D2-5694-C20F-90E6C3861D95}"/>
              </a:ext>
            </a:extLst>
          </p:cNvPr>
          <p:cNvSpPr txBox="1"/>
          <p:nvPr/>
        </p:nvSpPr>
        <p:spPr>
          <a:xfrm>
            <a:off x="2573361" y="57541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Eritrócitos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4DE9B24C-ADCA-9EAA-61EE-7A6145C08416}"/>
              </a:ext>
            </a:extLst>
          </p:cNvPr>
          <p:cNvSpPr/>
          <p:nvPr/>
        </p:nvSpPr>
        <p:spPr>
          <a:xfrm>
            <a:off x="2643949" y="60710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1157AB4A-0B92-210F-B306-F61F7F92E057}"/>
              </a:ext>
            </a:extLst>
          </p:cNvPr>
          <p:cNvSpPr txBox="1"/>
          <p:nvPr/>
        </p:nvSpPr>
        <p:spPr>
          <a:xfrm>
            <a:off x="5690912" y="57632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Hemoglobina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1D6A68F1-CED6-449F-CE8A-34B0BD172666}"/>
              </a:ext>
            </a:extLst>
          </p:cNvPr>
          <p:cNvSpPr/>
          <p:nvPr/>
        </p:nvSpPr>
        <p:spPr>
          <a:xfrm>
            <a:off x="5775891" y="607420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EE230523-21AC-36A1-E9C1-7A58BC3E47B7}"/>
              </a:ext>
            </a:extLst>
          </p:cNvPr>
          <p:cNvSpPr/>
          <p:nvPr/>
        </p:nvSpPr>
        <p:spPr>
          <a:xfrm>
            <a:off x="8907833" y="60710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0FADDE63-A223-7C65-57F2-303C80A00E19}"/>
              </a:ext>
            </a:extLst>
          </p:cNvPr>
          <p:cNvSpPr txBox="1"/>
          <p:nvPr/>
        </p:nvSpPr>
        <p:spPr>
          <a:xfrm>
            <a:off x="8813805" y="576323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Hematócrito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E7CA6BBE-8029-A1A3-FA55-6082C9E4E29D}"/>
              </a:ext>
            </a:extLst>
          </p:cNvPr>
          <p:cNvSpPr txBox="1"/>
          <p:nvPr/>
        </p:nvSpPr>
        <p:spPr>
          <a:xfrm>
            <a:off x="2573361" y="650925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VCM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F385EB48-EA8A-0FA2-B7C2-CA63831C9858}"/>
              </a:ext>
            </a:extLst>
          </p:cNvPr>
          <p:cNvSpPr/>
          <p:nvPr/>
        </p:nvSpPr>
        <p:spPr>
          <a:xfrm>
            <a:off x="2643949" y="682616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13042B6F-EF97-5362-62E7-2D09D085A8AC}"/>
              </a:ext>
            </a:extLst>
          </p:cNvPr>
          <p:cNvSpPr txBox="1"/>
          <p:nvPr/>
        </p:nvSpPr>
        <p:spPr>
          <a:xfrm>
            <a:off x="5690912" y="651838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HCM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B8E4B31F-D4E5-2AD6-F5E7-DA45B4AF0EEB}"/>
              </a:ext>
            </a:extLst>
          </p:cNvPr>
          <p:cNvSpPr/>
          <p:nvPr/>
        </p:nvSpPr>
        <p:spPr>
          <a:xfrm>
            <a:off x="5775891" y="682935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5350E468-ACED-ECFC-C4A2-3FD1060252C8}"/>
              </a:ext>
            </a:extLst>
          </p:cNvPr>
          <p:cNvSpPr/>
          <p:nvPr/>
        </p:nvSpPr>
        <p:spPr>
          <a:xfrm>
            <a:off x="8907833" y="682616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214F9067-1E4F-4089-68AB-4D87409451B7}"/>
              </a:ext>
            </a:extLst>
          </p:cNvPr>
          <p:cNvSpPr txBox="1"/>
          <p:nvPr/>
        </p:nvSpPr>
        <p:spPr>
          <a:xfrm>
            <a:off x="8813805" y="651838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CHCM (%)</a:t>
            </a:r>
          </a:p>
        </p:txBody>
      </p:sp>
      <p:sp>
        <p:nvSpPr>
          <p:cNvPr id="110" name="Retângulo: Cantos Arredondados 109">
            <a:extLst>
              <a:ext uri="{FF2B5EF4-FFF2-40B4-BE49-F238E27FC236}">
                <a16:creationId xmlns:a16="http://schemas.microsoft.com/office/drawing/2014/main" id="{A63F2979-8F25-2602-26F2-AEF05748079D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1" name="Triângulo isósceles 110">
            <a:extLst>
              <a:ext uri="{FF2B5EF4-FFF2-40B4-BE49-F238E27FC236}">
                <a16:creationId xmlns:a16="http://schemas.microsoft.com/office/drawing/2014/main" id="{120CEA3C-CA6B-71BE-C855-BB0D4D64E331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793D74D8-C229-34D8-2995-3B58CE66A49C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3" name="Triângulo isósceles 112">
            <a:extLst>
              <a:ext uri="{FF2B5EF4-FFF2-40B4-BE49-F238E27FC236}">
                <a16:creationId xmlns:a16="http://schemas.microsoft.com/office/drawing/2014/main" id="{925FF9D0-F5B5-91A8-9C0C-446EE9B4B6EF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162D92D0-1673-E189-DD75-B6D771FC87C2}"/>
              </a:ext>
            </a:extLst>
          </p:cNvPr>
          <p:cNvSpPr txBox="1"/>
          <p:nvPr/>
        </p:nvSpPr>
        <p:spPr>
          <a:xfrm>
            <a:off x="6874599" y="46141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115" name="Retângulo: Cantos Arredondados 114">
            <a:extLst>
              <a:ext uri="{FF2B5EF4-FFF2-40B4-BE49-F238E27FC236}">
                <a16:creationId xmlns:a16="http://schemas.microsoft.com/office/drawing/2014/main" id="{46D11FD0-3A43-5E67-57F1-8FD6D31BBDA1}"/>
              </a:ext>
            </a:extLst>
          </p:cNvPr>
          <p:cNvSpPr/>
          <p:nvPr/>
        </p:nvSpPr>
        <p:spPr>
          <a:xfrm>
            <a:off x="6959577" y="4925126"/>
            <a:ext cx="316112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FA8FC45-AEEA-7595-76AB-51D60C7C0A18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C978BC76-ECB5-06C9-0F0C-5693D8FBFB02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6" name="Gráfico 25" descr="Aviso estrutura de tópicos">
              <a:extLst>
                <a:ext uri="{FF2B5EF4-FFF2-40B4-BE49-F238E27FC236}">
                  <a16:creationId xmlns:a16="http://schemas.microsoft.com/office/drawing/2014/main" id="{66CC2FE7-809B-57A0-C21C-57DA5AA21C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B2CB0947-3516-5322-9CAF-A0539DBCA6B1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0" name="Gráfico 39" descr="Casinha de cachorro estrutura de tópicos">
                <a:extLst>
                  <a:ext uri="{FF2B5EF4-FFF2-40B4-BE49-F238E27FC236}">
                    <a16:creationId xmlns:a16="http://schemas.microsoft.com/office/drawing/2014/main" id="{8469C6A7-A0C0-1E63-8121-7FB1E99D62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BF94CEF0-5921-1E3C-4CF4-37F3BDC99F32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E8B00F45-8029-395D-2F9C-19CE7152FF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pic>
        <p:nvPicPr>
          <p:cNvPr id="42" name="Gráfico 41" descr="Informações estrutura de tópicos">
            <a:extLst>
              <a:ext uri="{FF2B5EF4-FFF2-40B4-BE49-F238E27FC236}">
                <a16:creationId xmlns:a16="http://schemas.microsoft.com/office/drawing/2014/main" id="{20967644-0BD0-03DF-C3A1-5B5C09DADC9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123458" y="6546627"/>
            <a:ext cx="238501" cy="238501"/>
          </a:xfrm>
          <a:prstGeom prst="rect">
            <a:avLst/>
          </a:prstGeom>
        </p:spPr>
      </p:pic>
      <p:pic>
        <p:nvPicPr>
          <p:cNvPr id="43" name="Gráfico 42" descr="Informações estrutura de tópicos">
            <a:extLst>
              <a:ext uri="{FF2B5EF4-FFF2-40B4-BE49-F238E27FC236}">
                <a16:creationId xmlns:a16="http://schemas.microsoft.com/office/drawing/2014/main" id="{3A708F3E-E819-E1CE-B124-E3D58296133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266708" y="6546627"/>
            <a:ext cx="238501" cy="238501"/>
          </a:xfrm>
          <a:prstGeom prst="rect">
            <a:avLst/>
          </a:prstGeom>
        </p:spPr>
      </p:pic>
      <p:pic>
        <p:nvPicPr>
          <p:cNvPr id="44" name="Gráfico 43" descr="Informações estrutura de tópicos">
            <a:extLst>
              <a:ext uri="{FF2B5EF4-FFF2-40B4-BE49-F238E27FC236}">
                <a16:creationId xmlns:a16="http://schemas.microsoft.com/office/drawing/2014/main" id="{605B9090-B922-797D-AC72-2F04A876C08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788960" y="6546627"/>
            <a:ext cx="238501" cy="238501"/>
          </a:xfrm>
          <a:prstGeom prst="rect">
            <a:avLst/>
          </a:prstGeom>
        </p:spPr>
      </p:pic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17E65CBD-AB1F-ABFD-DA83-3360FBE0A459}"/>
              </a:ext>
            </a:extLst>
          </p:cNvPr>
          <p:cNvCxnSpPr>
            <a:cxnSpLocks/>
          </p:cNvCxnSpPr>
          <p:nvPr/>
        </p:nvCxnSpPr>
        <p:spPr>
          <a:xfrm>
            <a:off x="2643361" y="5728912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986D010-8D32-3115-504C-349A0E715484}"/>
              </a:ext>
            </a:extLst>
          </p:cNvPr>
          <p:cNvSpPr txBox="1"/>
          <p:nvPr/>
        </p:nvSpPr>
        <p:spPr>
          <a:xfrm>
            <a:off x="2588066" y="5426654"/>
            <a:ext cx="2111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HEMOGRAMA</a:t>
            </a:r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525D03D7-D875-846E-B621-5985EC816EF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FF5193A3-A9F6-28A5-4B8D-41D5080B2B1A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7326700C-C094-CD04-85AB-7A15F8B80B49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AB6992DC-3FBA-4D41-1795-51CC5EC050B7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D826562E-FF07-B9B5-F5F0-2C7D50D38DD9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de Exames</a:t>
            </a:r>
          </a:p>
        </p:txBody>
      </p: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9EF1C644-192B-F4AB-5858-7512CF8903C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8934DCC-AE71-1E75-940F-BE857F23FAE8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1F992A0F-6E1F-B5D9-C996-483E2842072E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7ADBFF82-B846-45D7-7740-12F7C7C6A991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CA74A784-94E4-DFD2-8628-FDD51F7EA0DE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638177FE-FA19-E223-D625-D76902642A17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</p:spTree>
    <p:extLst>
      <p:ext uri="{BB962C8B-B14F-4D97-AF65-F5344CB8AC3E}">
        <p14:creationId xmlns:p14="http://schemas.microsoft.com/office/powerpoint/2010/main" val="38878436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62EF5-A7A7-4974-F390-D305B737D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746AA73-E632-0D48-CD89-807ED093FE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C20C4B4-036A-967D-4A82-8B188083C12E}"/>
              </a:ext>
            </a:extLst>
          </p:cNvPr>
          <p:cNvGrpSpPr/>
          <p:nvPr/>
        </p:nvGrpSpPr>
        <p:grpSpPr>
          <a:xfrm>
            <a:off x="2425801" y="674130"/>
            <a:ext cx="9677197" cy="6931769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D2E94D10-4642-91E5-35CD-1943D3A8BC7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810074A3-B093-6AF1-C992-360EFCE59FBA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C1F78170-4DFA-5FCB-443F-D3A0577CC668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B2BBBB9-1A4D-1104-6979-0F1B6FC0AE5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7E71B24-7436-C4EE-F068-8EE6FD5D3EA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61377D5-B5F3-96A8-0CA7-F655F30F9D40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3F139631-556F-5EE3-44EA-B280FD0C4BA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B1DB20E-F7A8-FFF9-90AA-41BD790B7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52D17E8-D8ED-6DA5-0882-211F86F451AD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DB37459-2792-5971-5F26-9465E0FAB0A0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C1C83DC-6565-3CCC-D398-3E3FDA3E86D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40E8F050-D213-5531-5ACF-F6301C261BC9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B9D419B-EE5A-529C-8E29-9A638BC55732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D63B228-D376-B6AA-A4C8-75D46677A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F1DE24E5-7FC4-9DDE-06BA-DF6D1489B4E0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967CED58-E00E-1F53-F8E4-3CF255B41536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FB3333C-3A78-2663-AE79-932BC2382E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44AAF5F5-FD5C-D06D-BCAC-1F9C84C7F280}"/>
              </a:ext>
            </a:extLst>
          </p:cNvPr>
          <p:cNvSpPr/>
          <p:nvPr/>
        </p:nvSpPr>
        <p:spPr>
          <a:xfrm>
            <a:off x="2581274" y="1385394"/>
            <a:ext cx="9382125" cy="623627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0EE04135-43A0-1695-5D57-83AE26BD77D6}"/>
              </a:ext>
            </a:extLst>
          </p:cNvPr>
          <p:cNvSpPr txBox="1"/>
          <p:nvPr/>
        </p:nvSpPr>
        <p:spPr>
          <a:xfrm>
            <a:off x="10930057" y="15081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76" name="Gráfico 75" descr="Lápis com preenchimento sólido">
            <a:extLst>
              <a:ext uri="{FF2B5EF4-FFF2-40B4-BE49-F238E27FC236}">
                <a16:creationId xmlns:a16="http://schemas.microsoft.com/office/drawing/2014/main" id="{3DEF6766-92D2-D5A5-E73E-102991D6D9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87203" y="1534323"/>
            <a:ext cx="198827" cy="198827"/>
          </a:xfrm>
          <a:prstGeom prst="rect">
            <a:avLst/>
          </a:prstGeom>
        </p:spPr>
      </p:pic>
      <p:pic>
        <p:nvPicPr>
          <p:cNvPr id="77" name="Gráfico 76" descr="Lixo com preenchimento sólido">
            <a:extLst>
              <a:ext uri="{FF2B5EF4-FFF2-40B4-BE49-F238E27FC236}">
                <a16:creationId xmlns:a16="http://schemas.microsoft.com/office/drawing/2014/main" id="{86BECB2C-38A3-6319-46B3-4FA4199C19A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58861" y="1534324"/>
            <a:ext cx="198827" cy="198827"/>
          </a:xfrm>
          <a:prstGeom prst="rect">
            <a:avLst/>
          </a:prstGeom>
        </p:spPr>
      </p:pic>
      <p:sp>
        <p:nvSpPr>
          <p:cNvPr id="78" name="CaixaDeTexto 77">
            <a:extLst>
              <a:ext uri="{FF2B5EF4-FFF2-40B4-BE49-F238E27FC236}">
                <a16:creationId xmlns:a16="http://schemas.microsoft.com/office/drawing/2014/main" id="{85191301-7D29-C0E4-08A2-10D075A40033}"/>
              </a:ext>
            </a:extLst>
          </p:cNvPr>
          <p:cNvSpPr txBox="1"/>
          <p:nvPr/>
        </p:nvSpPr>
        <p:spPr>
          <a:xfrm>
            <a:off x="2572773" y="17983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03616EB8-BC37-3694-8E78-0160B18F9F69}"/>
              </a:ext>
            </a:extLst>
          </p:cNvPr>
          <p:cNvSpPr/>
          <p:nvPr/>
        </p:nvSpPr>
        <p:spPr>
          <a:xfrm>
            <a:off x="2643361" y="2115231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RE-002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2D8084AE-776C-92DE-4B3C-C6A881CB42CB}"/>
              </a:ext>
            </a:extLst>
          </p:cNvPr>
          <p:cNvSpPr txBox="1"/>
          <p:nvPr/>
        </p:nvSpPr>
        <p:spPr>
          <a:xfrm>
            <a:off x="4486999" y="18074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DE6F945E-2A43-6FCA-71FB-BA49DBCCF30F}"/>
              </a:ext>
            </a:extLst>
          </p:cNvPr>
          <p:cNvSpPr/>
          <p:nvPr/>
        </p:nvSpPr>
        <p:spPr>
          <a:xfrm>
            <a:off x="4571978" y="2118426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93229A27-ADE4-9CE5-BD24-3110F4ADEAE8}"/>
              </a:ext>
            </a:extLst>
          </p:cNvPr>
          <p:cNvCxnSpPr>
            <a:cxnSpLocks/>
          </p:cNvCxnSpPr>
          <p:nvPr/>
        </p:nvCxnSpPr>
        <p:spPr>
          <a:xfrm>
            <a:off x="2643361" y="1714100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4B952DF2-FEAC-C11D-BC74-FD4FF405D736}"/>
              </a:ext>
            </a:extLst>
          </p:cNvPr>
          <p:cNvSpPr txBox="1"/>
          <p:nvPr/>
        </p:nvSpPr>
        <p:spPr>
          <a:xfrm>
            <a:off x="2588065" y="1411842"/>
            <a:ext cx="3187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RESULTADO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A1C25508-09EF-493E-57CD-36EB6DA0A7A0}"/>
              </a:ext>
            </a:extLst>
          </p:cNvPr>
          <p:cNvSpPr txBox="1"/>
          <p:nvPr/>
        </p:nvSpPr>
        <p:spPr>
          <a:xfrm>
            <a:off x="2573361" y="29360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Eritrócitos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4CD612D0-E3D2-4827-4816-25AE86AD77E7}"/>
              </a:ext>
            </a:extLst>
          </p:cNvPr>
          <p:cNvSpPr/>
          <p:nvPr/>
        </p:nvSpPr>
        <p:spPr>
          <a:xfrm>
            <a:off x="2643949" y="32529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B49549E6-30FF-C235-0661-80AA76C0C027}"/>
              </a:ext>
            </a:extLst>
          </p:cNvPr>
          <p:cNvSpPr txBox="1"/>
          <p:nvPr/>
        </p:nvSpPr>
        <p:spPr>
          <a:xfrm>
            <a:off x="5690912" y="294517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Hemoglobina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1526FA02-9235-45E4-D18C-80CFAC89F531}"/>
              </a:ext>
            </a:extLst>
          </p:cNvPr>
          <p:cNvSpPr/>
          <p:nvPr/>
        </p:nvSpPr>
        <p:spPr>
          <a:xfrm>
            <a:off x="5775891" y="325614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CC27E140-EB27-7FBA-8ED5-3728BDF921AC}"/>
              </a:ext>
            </a:extLst>
          </p:cNvPr>
          <p:cNvSpPr/>
          <p:nvPr/>
        </p:nvSpPr>
        <p:spPr>
          <a:xfrm>
            <a:off x="8907833" y="32529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E5FD2CFF-94B7-916B-EA76-3BC2C1026D19}"/>
              </a:ext>
            </a:extLst>
          </p:cNvPr>
          <p:cNvSpPr txBox="1"/>
          <p:nvPr/>
        </p:nvSpPr>
        <p:spPr>
          <a:xfrm>
            <a:off x="8813805" y="29451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Hematócrito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BC8E7E7F-B0BE-2877-54A1-9A364F0CAFE8}"/>
              </a:ext>
            </a:extLst>
          </p:cNvPr>
          <p:cNvSpPr txBox="1"/>
          <p:nvPr/>
        </p:nvSpPr>
        <p:spPr>
          <a:xfrm>
            <a:off x="2573361" y="369441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VCM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9B139466-EB8F-B5EE-1C0D-258C741E84A8}"/>
              </a:ext>
            </a:extLst>
          </p:cNvPr>
          <p:cNvSpPr/>
          <p:nvPr/>
        </p:nvSpPr>
        <p:spPr>
          <a:xfrm>
            <a:off x="2643949" y="401132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200BB1E4-E5BE-8E5C-D904-B30921B2A7FF}"/>
              </a:ext>
            </a:extLst>
          </p:cNvPr>
          <p:cNvSpPr txBox="1"/>
          <p:nvPr/>
        </p:nvSpPr>
        <p:spPr>
          <a:xfrm>
            <a:off x="5690912" y="370354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HCM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779A7BD1-478D-9391-4A56-39A596B86B65}"/>
              </a:ext>
            </a:extLst>
          </p:cNvPr>
          <p:cNvSpPr/>
          <p:nvPr/>
        </p:nvSpPr>
        <p:spPr>
          <a:xfrm>
            <a:off x="5775891" y="401451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45647BF8-5FC8-7077-1895-3AD7D93B3B6D}"/>
              </a:ext>
            </a:extLst>
          </p:cNvPr>
          <p:cNvSpPr/>
          <p:nvPr/>
        </p:nvSpPr>
        <p:spPr>
          <a:xfrm>
            <a:off x="8907833" y="401132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53CAABBD-810A-1079-E59A-9771F52B09A1}"/>
              </a:ext>
            </a:extLst>
          </p:cNvPr>
          <p:cNvSpPr txBox="1"/>
          <p:nvPr/>
        </p:nvSpPr>
        <p:spPr>
          <a:xfrm>
            <a:off x="8813805" y="370354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CHCM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(%)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A39E594-06CF-6EF6-C35B-675E0C79D0C9}"/>
              </a:ext>
            </a:extLst>
          </p:cNvPr>
          <p:cNvSpPr txBox="1"/>
          <p:nvPr/>
        </p:nvSpPr>
        <p:spPr>
          <a:xfrm>
            <a:off x="2573361" y="44790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Plaquetas (/µL)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F80146E-87F4-07AB-456D-0EA9EB2BAC2B}"/>
              </a:ext>
            </a:extLst>
          </p:cNvPr>
          <p:cNvSpPr/>
          <p:nvPr/>
        </p:nvSpPr>
        <p:spPr>
          <a:xfrm>
            <a:off x="2643949" y="47960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A8C63A6-A172-F22D-FA3F-BF4E68E85C46}"/>
              </a:ext>
            </a:extLst>
          </p:cNvPr>
          <p:cNvSpPr txBox="1"/>
          <p:nvPr/>
        </p:nvSpPr>
        <p:spPr>
          <a:xfrm>
            <a:off x="5690912" y="44882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Leucócitos (/µL)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35E6989-D966-9E74-F920-67E17192C8A3}"/>
              </a:ext>
            </a:extLst>
          </p:cNvPr>
          <p:cNvSpPr/>
          <p:nvPr/>
        </p:nvSpPr>
        <p:spPr>
          <a:xfrm>
            <a:off x="5775891" y="47991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F038A9A0-FE21-CCB2-682B-7B3B7208DEAC}"/>
              </a:ext>
            </a:extLst>
          </p:cNvPr>
          <p:cNvSpPr/>
          <p:nvPr/>
        </p:nvSpPr>
        <p:spPr>
          <a:xfrm>
            <a:off x="8907833" y="47960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F2FBDCC-ECE9-F3E9-3A87-94F09A7A3D72}"/>
              </a:ext>
            </a:extLst>
          </p:cNvPr>
          <p:cNvSpPr txBox="1"/>
          <p:nvPr/>
        </p:nvSpPr>
        <p:spPr>
          <a:xfrm>
            <a:off x="8813805" y="44882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Bastonetes (/µL)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3B2D181-7BA9-680E-61D0-15A9CAF527A1}"/>
              </a:ext>
            </a:extLst>
          </p:cNvPr>
          <p:cNvSpPr txBox="1"/>
          <p:nvPr/>
        </p:nvSpPr>
        <p:spPr>
          <a:xfrm>
            <a:off x="2573361" y="52755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Segmentados (/µL)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C225654A-3579-33C3-02A4-6367EF573C76}"/>
              </a:ext>
            </a:extLst>
          </p:cNvPr>
          <p:cNvSpPr/>
          <p:nvPr/>
        </p:nvSpPr>
        <p:spPr>
          <a:xfrm>
            <a:off x="2643949" y="55924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DC6050E5-A97B-5B8D-36C0-AE930FEB2702}"/>
              </a:ext>
            </a:extLst>
          </p:cNvPr>
          <p:cNvSpPr txBox="1"/>
          <p:nvPr/>
        </p:nvSpPr>
        <p:spPr>
          <a:xfrm>
            <a:off x="5690912" y="528469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Segmentados (%)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1FC6D505-6DD3-0600-5B69-8ADFC0F29CB6}"/>
              </a:ext>
            </a:extLst>
          </p:cNvPr>
          <p:cNvSpPr/>
          <p:nvPr/>
        </p:nvSpPr>
        <p:spPr>
          <a:xfrm>
            <a:off x="5775891" y="559566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CBAC3D57-D07D-A551-B4D6-0A5A22C1DB32}"/>
              </a:ext>
            </a:extLst>
          </p:cNvPr>
          <p:cNvSpPr/>
          <p:nvPr/>
        </p:nvSpPr>
        <p:spPr>
          <a:xfrm>
            <a:off x="8907833" y="55924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9E028DD-5E2D-2DCB-FBBD-EB2D751A48D8}"/>
              </a:ext>
            </a:extLst>
          </p:cNvPr>
          <p:cNvSpPr txBox="1"/>
          <p:nvPr/>
        </p:nvSpPr>
        <p:spPr>
          <a:xfrm>
            <a:off x="8813805" y="528469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Linfócitos (/µL)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19F3209-C236-DB3C-4CA6-A9F1F7B8B4C3}"/>
              </a:ext>
            </a:extLst>
          </p:cNvPr>
          <p:cNvSpPr txBox="1"/>
          <p:nvPr/>
        </p:nvSpPr>
        <p:spPr>
          <a:xfrm>
            <a:off x="2573361" y="6062960"/>
            <a:ext cx="3023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Linfócitos (%)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11CE3443-FB49-4BCD-43D2-FEBA01173CDD}"/>
              </a:ext>
            </a:extLst>
          </p:cNvPr>
          <p:cNvSpPr/>
          <p:nvPr/>
        </p:nvSpPr>
        <p:spPr>
          <a:xfrm>
            <a:off x="2643949" y="63798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06A8256-16DC-6E62-707C-5F5C47B59617}"/>
              </a:ext>
            </a:extLst>
          </p:cNvPr>
          <p:cNvSpPr txBox="1"/>
          <p:nvPr/>
        </p:nvSpPr>
        <p:spPr>
          <a:xfrm>
            <a:off x="5690912" y="6072093"/>
            <a:ext cx="3047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Monócitos (/µL)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D0647147-9FBC-A648-B25D-0FD70421D2AE}"/>
              </a:ext>
            </a:extLst>
          </p:cNvPr>
          <p:cNvSpPr/>
          <p:nvPr/>
        </p:nvSpPr>
        <p:spPr>
          <a:xfrm>
            <a:off x="5775891" y="638306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FA8D6446-732C-9E91-5829-B41608A92289}"/>
              </a:ext>
            </a:extLst>
          </p:cNvPr>
          <p:cNvSpPr/>
          <p:nvPr/>
        </p:nvSpPr>
        <p:spPr>
          <a:xfrm>
            <a:off x="8907833" y="63798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C211B1AF-3342-70DD-6E17-5C203A3CA5D7}"/>
              </a:ext>
            </a:extLst>
          </p:cNvPr>
          <p:cNvSpPr txBox="1"/>
          <p:nvPr/>
        </p:nvSpPr>
        <p:spPr>
          <a:xfrm>
            <a:off x="8813805" y="6072093"/>
            <a:ext cx="3056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Monócitos (%)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F8A11D5D-43F6-A125-BB41-B73D220F6863}"/>
              </a:ext>
            </a:extLst>
          </p:cNvPr>
          <p:cNvSpPr txBox="1"/>
          <p:nvPr/>
        </p:nvSpPr>
        <p:spPr>
          <a:xfrm>
            <a:off x="2573361" y="6866691"/>
            <a:ext cx="3023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Eosinófilos (/µL)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A64C1E26-4FBB-9C57-A646-A464481CCA66}"/>
              </a:ext>
            </a:extLst>
          </p:cNvPr>
          <p:cNvSpPr/>
          <p:nvPr/>
        </p:nvSpPr>
        <p:spPr>
          <a:xfrm>
            <a:off x="2643949" y="71836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A03D40F5-B99C-9F65-602C-B05D5ACE3008}"/>
              </a:ext>
            </a:extLst>
          </p:cNvPr>
          <p:cNvSpPr txBox="1"/>
          <p:nvPr/>
        </p:nvSpPr>
        <p:spPr>
          <a:xfrm>
            <a:off x="5690912" y="6875824"/>
            <a:ext cx="3047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Eosinófilos (/µL)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11C4CBF1-4BB8-69B8-9FAE-7FC3533F5493}"/>
              </a:ext>
            </a:extLst>
          </p:cNvPr>
          <p:cNvSpPr/>
          <p:nvPr/>
        </p:nvSpPr>
        <p:spPr>
          <a:xfrm>
            <a:off x="5775891" y="71867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86CCA67A-C7EC-AF88-B545-6112A70EDCB3}"/>
              </a:ext>
            </a:extLst>
          </p:cNvPr>
          <p:cNvSpPr/>
          <p:nvPr/>
        </p:nvSpPr>
        <p:spPr>
          <a:xfrm>
            <a:off x="8907833" y="71836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73E95BC5-501E-0B6D-A9FB-85BCFE86ABCF}"/>
              </a:ext>
            </a:extLst>
          </p:cNvPr>
          <p:cNvSpPr txBox="1"/>
          <p:nvPr/>
        </p:nvSpPr>
        <p:spPr>
          <a:xfrm>
            <a:off x="8813805" y="6875824"/>
            <a:ext cx="3056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Basófilos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1" name="Retângulo: Cantos Arredondados 120">
            <a:extLst>
              <a:ext uri="{FF2B5EF4-FFF2-40B4-BE49-F238E27FC236}">
                <a16:creationId xmlns:a16="http://schemas.microsoft.com/office/drawing/2014/main" id="{7E6FB8BA-B78A-8892-8A01-4A91C168F251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2" name="Triângulo isósceles 121">
            <a:extLst>
              <a:ext uri="{FF2B5EF4-FFF2-40B4-BE49-F238E27FC236}">
                <a16:creationId xmlns:a16="http://schemas.microsoft.com/office/drawing/2014/main" id="{F744436D-6129-03A1-D07B-5FD065DC86BF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3" name="Triângulo isósceles 122">
            <a:extLst>
              <a:ext uri="{FF2B5EF4-FFF2-40B4-BE49-F238E27FC236}">
                <a16:creationId xmlns:a16="http://schemas.microsoft.com/office/drawing/2014/main" id="{FF42B9F2-8C5B-2BAE-AE4D-AAE0BF17A3BF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4" name="Retângulo: Cantos Arredondados 123">
            <a:extLst>
              <a:ext uri="{FF2B5EF4-FFF2-40B4-BE49-F238E27FC236}">
                <a16:creationId xmlns:a16="http://schemas.microsoft.com/office/drawing/2014/main" id="{CD728E63-4D35-CD86-8EC1-09BE8027F74C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2BC2C058-B571-3DFD-C23C-11CDD1850479}"/>
              </a:ext>
            </a:extLst>
          </p:cNvPr>
          <p:cNvSpPr txBox="1"/>
          <p:nvPr/>
        </p:nvSpPr>
        <p:spPr>
          <a:xfrm>
            <a:off x="6874599" y="17947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126" name="Retângulo: Cantos Arredondados 125">
            <a:extLst>
              <a:ext uri="{FF2B5EF4-FFF2-40B4-BE49-F238E27FC236}">
                <a16:creationId xmlns:a16="http://schemas.microsoft.com/office/drawing/2014/main" id="{E7EF574F-2ED8-E060-FCCE-5791E65C078C}"/>
              </a:ext>
            </a:extLst>
          </p:cNvPr>
          <p:cNvSpPr/>
          <p:nvPr/>
        </p:nvSpPr>
        <p:spPr>
          <a:xfrm>
            <a:off x="6959577" y="2105726"/>
            <a:ext cx="316112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Gráfico 4" descr="Informações estrutura de tópicos">
            <a:extLst>
              <a:ext uri="{FF2B5EF4-FFF2-40B4-BE49-F238E27FC236}">
                <a16:creationId xmlns:a16="http://schemas.microsoft.com/office/drawing/2014/main" id="{D55C9B66-C0BC-1E13-E89C-DCCE6D7435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23458" y="3733578"/>
            <a:ext cx="238501" cy="238501"/>
          </a:xfrm>
          <a:prstGeom prst="rect">
            <a:avLst/>
          </a:prstGeom>
        </p:spPr>
      </p:pic>
      <p:pic>
        <p:nvPicPr>
          <p:cNvPr id="6" name="Gráfico 5" descr="Informações estrutura de tópicos">
            <a:extLst>
              <a:ext uri="{FF2B5EF4-FFF2-40B4-BE49-F238E27FC236}">
                <a16:creationId xmlns:a16="http://schemas.microsoft.com/office/drawing/2014/main" id="{5717C11F-2DEA-B294-0CC1-878DDF8C829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266708" y="3733578"/>
            <a:ext cx="238501" cy="238501"/>
          </a:xfrm>
          <a:prstGeom prst="rect">
            <a:avLst/>
          </a:prstGeom>
        </p:spPr>
      </p:pic>
      <p:pic>
        <p:nvPicPr>
          <p:cNvPr id="7" name="Gráfico 6" descr="Informações estrutura de tópicos">
            <a:extLst>
              <a:ext uri="{FF2B5EF4-FFF2-40B4-BE49-F238E27FC236}">
                <a16:creationId xmlns:a16="http://schemas.microsoft.com/office/drawing/2014/main" id="{9B4BCDEF-BF58-C409-E2D5-6564FDD914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749056" y="3733578"/>
            <a:ext cx="238501" cy="238501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1EB273C9-92BB-9DE4-58BA-2F6DA5728AA7}"/>
              </a:ext>
            </a:extLst>
          </p:cNvPr>
          <p:cNvCxnSpPr>
            <a:cxnSpLocks/>
          </p:cNvCxnSpPr>
          <p:nvPr/>
        </p:nvCxnSpPr>
        <p:spPr>
          <a:xfrm>
            <a:off x="2643361" y="2909512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7603CFE-215A-1DB2-3AD7-88DA4F5DFE40}"/>
              </a:ext>
            </a:extLst>
          </p:cNvPr>
          <p:cNvSpPr txBox="1"/>
          <p:nvPr/>
        </p:nvSpPr>
        <p:spPr>
          <a:xfrm>
            <a:off x="2588066" y="2607254"/>
            <a:ext cx="2111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HEMOGRAMA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0486658-6D60-FE61-52FC-C0B8ADB1A597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4AB066AD-031D-33BA-2FD6-FE7F21209300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7" name="Gráfico 36" descr="Aviso estrutura de tópicos">
              <a:extLst>
                <a:ext uri="{FF2B5EF4-FFF2-40B4-BE49-F238E27FC236}">
                  <a16:creationId xmlns:a16="http://schemas.microsoft.com/office/drawing/2014/main" id="{C97993ED-9013-649C-872F-D7D13CBEC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6" name="Agrupar 65">
              <a:extLst>
                <a:ext uri="{FF2B5EF4-FFF2-40B4-BE49-F238E27FC236}">
                  <a16:creationId xmlns:a16="http://schemas.microsoft.com/office/drawing/2014/main" id="{6174EC70-AA7B-6A05-5A75-6140961F0F19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9" name="Gráfico 68" descr="Casinha de cachorro estrutura de tópicos">
                <a:extLst>
                  <a:ext uri="{FF2B5EF4-FFF2-40B4-BE49-F238E27FC236}">
                    <a16:creationId xmlns:a16="http://schemas.microsoft.com/office/drawing/2014/main" id="{5E25B3FF-366D-4699-5289-ECD832E519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0" name="CaixaDeTexto 69">
                <a:extLst>
                  <a:ext uri="{FF2B5EF4-FFF2-40B4-BE49-F238E27FC236}">
                    <a16:creationId xmlns:a16="http://schemas.microsoft.com/office/drawing/2014/main" id="{A7E7D0D8-95BD-7203-DD95-B4807C39A44F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68" name="Gráfico 67" descr="Área de Transferência estrutura de tópicos">
              <a:extLst>
                <a:ext uri="{FF2B5EF4-FFF2-40B4-BE49-F238E27FC236}">
                  <a16:creationId xmlns:a16="http://schemas.microsoft.com/office/drawing/2014/main" id="{7739DEB0-FCC5-D7ED-5D8F-FB4A630F1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103" name="Conector reto 102">
            <a:extLst>
              <a:ext uri="{FF2B5EF4-FFF2-40B4-BE49-F238E27FC236}">
                <a16:creationId xmlns:a16="http://schemas.microsoft.com/office/drawing/2014/main" id="{9C87EFB9-6B9C-E27C-E150-66D59938357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ector reto 109">
            <a:extLst>
              <a:ext uri="{FF2B5EF4-FFF2-40B4-BE49-F238E27FC236}">
                <a16:creationId xmlns:a16="http://schemas.microsoft.com/office/drawing/2014/main" id="{5176D7FE-0104-7F7F-E389-5D10E29D7CB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ector reto 110">
            <a:extLst>
              <a:ext uri="{FF2B5EF4-FFF2-40B4-BE49-F238E27FC236}">
                <a16:creationId xmlns:a16="http://schemas.microsoft.com/office/drawing/2014/main" id="{E1F8C1D2-2BC2-31FB-5113-D1A65EC0CE3C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to 111">
            <a:extLst>
              <a:ext uri="{FF2B5EF4-FFF2-40B4-BE49-F238E27FC236}">
                <a16:creationId xmlns:a16="http://schemas.microsoft.com/office/drawing/2014/main" id="{CA2DBAB0-EABD-0BE7-2130-50F7F580A239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82357683-67D2-6CF0-C3D2-F78C0DA2BBD4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de Exames</a:t>
            </a:r>
          </a:p>
        </p:txBody>
      </p:sp>
      <p:cxnSp>
        <p:nvCxnSpPr>
          <p:cNvPr id="114" name="Conector reto 113">
            <a:extLst>
              <a:ext uri="{FF2B5EF4-FFF2-40B4-BE49-F238E27FC236}">
                <a16:creationId xmlns:a16="http://schemas.microsoft.com/office/drawing/2014/main" id="{27A79652-831B-8F0F-88F3-31F2E2013A47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B69BC30E-020A-B253-6ECA-A2610B415FEA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19" name="CaixaDeTexto 118">
            <a:extLst>
              <a:ext uri="{FF2B5EF4-FFF2-40B4-BE49-F238E27FC236}">
                <a16:creationId xmlns:a16="http://schemas.microsoft.com/office/drawing/2014/main" id="{212FF94B-B3EC-B429-DE1C-DB443CD57147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1C95CF11-BD49-2781-0FB3-F6DBC28B901D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127" name="CaixaDeTexto 126">
            <a:extLst>
              <a:ext uri="{FF2B5EF4-FFF2-40B4-BE49-F238E27FC236}">
                <a16:creationId xmlns:a16="http://schemas.microsoft.com/office/drawing/2014/main" id="{41B65509-ADB6-B469-6423-D0BD5DFCB6AF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128" name="CaixaDeTexto 127">
            <a:extLst>
              <a:ext uri="{FF2B5EF4-FFF2-40B4-BE49-F238E27FC236}">
                <a16:creationId xmlns:a16="http://schemas.microsoft.com/office/drawing/2014/main" id="{C7C5E7EB-81E2-AFC1-92C3-40196B56B2BA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</p:spTree>
    <p:extLst>
      <p:ext uri="{BB962C8B-B14F-4D97-AF65-F5344CB8AC3E}">
        <p14:creationId xmlns:p14="http://schemas.microsoft.com/office/powerpoint/2010/main" val="1860744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0612E-FB55-B9D1-E695-650DE44BF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4692633-F035-19CD-02A8-FD2362BC8A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BF3D14F2-56C2-BD46-9184-CBE2093A38EF}"/>
              </a:ext>
            </a:extLst>
          </p:cNvPr>
          <p:cNvGrpSpPr/>
          <p:nvPr/>
        </p:nvGrpSpPr>
        <p:grpSpPr>
          <a:xfrm>
            <a:off x="2425801" y="674131"/>
            <a:ext cx="9677197" cy="6093364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429F5181-4B79-450A-27A0-DA31DEEB7AB4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4C3D1C80-62EA-6951-2EB2-5FE5BE45B284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83035DC-C50E-494F-9E3A-44FCD6ED9E33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E43B04C4-ACF6-2863-A749-AA5FC27C17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8CC7140-E7BD-705D-0BE1-7CBC75D69E08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3662B68-DDC0-CE9D-6166-1691A352B4D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6FAB294F-739D-471E-B8DD-266E9767D4B4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26B78AFC-216A-8042-4427-B9CAE1BD68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E009349-A8BE-093F-C7EF-54DE681E63F0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C35BF38-6716-CF2C-99C4-30916DAA3F8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38CE588-C142-3600-5EFF-EF667742C698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2E26B5C7-6DFF-E0EB-CC98-C11381F208E0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0929ED6-275A-33CE-F32D-194A055FC8BD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FD4B405-174E-742C-1848-CDE15A0B0D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E0D17727-08E2-E7B6-ABE7-67B34346659A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ADEB09F-9E69-13EE-050A-C93610E22E0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5FDA6B7-5871-EF7C-8E0B-8E9B2B6DEB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74B2EFAA-1BE1-00DF-42C3-ED5C91BC337C}"/>
              </a:ext>
            </a:extLst>
          </p:cNvPr>
          <p:cNvSpPr/>
          <p:nvPr/>
        </p:nvSpPr>
        <p:spPr>
          <a:xfrm>
            <a:off x="2581274" y="1385394"/>
            <a:ext cx="9382125" cy="4037449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AB6164E8-87AB-9E7A-8D56-CC718D647257}"/>
              </a:ext>
            </a:extLst>
          </p:cNvPr>
          <p:cNvSpPr txBox="1"/>
          <p:nvPr/>
        </p:nvSpPr>
        <p:spPr>
          <a:xfrm>
            <a:off x="2573361" y="2692329"/>
            <a:ext cx="3023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Eosinófilos (/µL)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89C931C3-05B4-A2F3-8983-B874BB6C10B2}"/>
              </a:ext>
            </a:extLst>
          </p:cNvPr>
          <p:cNvSpPr/>
          <p:nvPr/>
        </p:nvSpPr>
        <p:spPr>
          <a:xfrm>
            <a:off x="2643949" y="300923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424EFD9B-897D-FF6F-79D9-A5008FC729F0}"/>
              </a:ext>
            </a:extLst>
          </p:cNvPr>
          <p:cNvSpPr txBox="1"/>
          <p:nvPr/>
        </p:nvSpPr>
        <p:spPr>
          <a:xfrm>
            <a:off x="5690912" y="2701462"/>
            <a:ext cx="3047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Eosinófilos (/µL)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69DEB914-FAC3-EFFA-A52E-FE0D67B413E5}"/>
              </a:ext>
            </a:extLst>
          </p:cNvPr>
          <p:cNvSpPr/>
          <p:nvPr/>
        </p:nvSpPr>
        <p:spPr>
          <a:xfrm>
            <a:off x="5775891" y="3012434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0295DB81-36C7-EBC9-FDAA-5B43BB4A67AB}"/>
              </a:ext>
            </a:extLst>
          </p:cNvPr>
          <p:cNvSpPr/>
          <p:nvPr/>
        </p:nvSpPr>
        <p:spPr>
          <a:xfrm>
            <a:off x="8907833" y="3009239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10058066-FC6C-0C13-9E43-F698575C5D93}"/>
              </a:ext>
            </a:extLst>
          </p:cNvPr>
          <p:cNvSpPr txBox="1"/>
          <p:nvPr/>
        </p:nvSpPr>
        <p:spPr>
          <a:xfrm>
            <a:off x="8813805" y="2701462"/>
            <a:ext cx="3056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Basófilos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46A55878-5EA1-7B3F-D6F5-69BF9A166E4B}"/>
              </a:ext>
            </a:extLst>
          </p:cNvPr>
          <p:cNvCxnSpPr>
            <a:cxnSpLocks/>
          </p:cNvCxnSpPr>
          <p:nvPr/>
        </p:nvCxnSpPr>
        <p:spPr>
          <a:xfrm>
            <a:off x="2643361" y="3694047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AB8EEB03-A300-B981-5FAB-0F3C4B23F04B}"/>
              </a:ext>
            </a:extLst>
          </p:cNvPr>
          <p:cNvSpPr txBox="1"/>
          <p:nvPr/>
        </p:nvSpPr>
        <p:spPr>
          <a:xfrm>
            <a:off x="2588066" y="3391789"/>
            <a:ext cx="21110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BIOQUÍMICO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DCEB7C-B2CE-CA7D-7598-399CFFDFE6EF}"/>
              </a:ext>
            </a:extLst>
          </p:cNvPr>
          <p:cNvSpPr txBox="1"/>
          <p:nvPr/>
        </p:nvSpPr>
        <p:spPr>
          <a:xfrm>
            <a:off x="2573361" y="3801107"/>
            <a:ext cx="3023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D4F2EB0-57F8-50CC-E153-BB7D84A58E26}"/>
              </a:ext>
            </a:extLst>
          </p:cNvPr>
          <p:cNvSpPr/>
          <p:nvPr/>
        </p:nvSpPr>
        <p:spPr>
          <a:xfrm>
            <a:off x="2643949" y="411801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1C06B9-0F9E-6EEC-2368-D136211B5125}"/>
              </a:ext>
            </a:extLst>
          </p:cNvPr>
          <p:cNvSpPr txBox="1"/>
          <p:nvPr/>
        </p:nvSpPr>
        <p:spPr>
          <a:xfrm>
            <a:off x="5690912" y="3810240"/>
            <a:ext cx="3047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Creatinina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CE93D34-DAD8-DF8A-083A-82F1D3B4BC33}"/>
              </a:ext>
            </a:extLst>
          </p:cNvPr>
          <p:cNvSpPr/>
          <p:nvPr/>
        </p:nvSpPr>
        <p:spPr>
          <a:xfrm>
            <a:off x="5775891" y="412121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49E90A8-A5C2-9827-38E7-0AE131B0DA4B}"/>
              </a:ext>
            </a:extLst>
          </p:cNvPr>
          <p:cNvSpPr/>
          <p:nvPr/>
        </p:nvSpPr>
        <p:spPr>
          <a:xfrm>
            <a:off x="8907833" y="411801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02B34B0-7DFD-FC69-7F0C-68DEFBD64E45}"/>
              </a:ext>
            </a:extLst>
          </p:cNvPr>
          <p:cNvSpPr txBox="1"/>
          <p:nvPr/>
        </p:nvSpPr>
        <p:spPr>
          <a:xfrm>
            <a:off x="8813805" y="3810240"/>
            <a:ext cx="30561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Fosfatase alcalina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678A47C5-9A20-A9D7-E50C-AF4C87F813C5}"/>
              </a:ext>
            </a:extLst>
          </p:cNvPr>
          <p:cNvSpPr txBox="1"/>
          <p:nvPr/>
        </p:nvSpPr>
        <p:spPr>
          <a:xfrm>
            <a:off x="2573361" y="4576395"/>
            <a:ext cx="30235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Proteínas totais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A6DE085E-14C9-ABC5-D5C3-0C6FEB570B28}"/>
              </a:ext>
            </a:extLst>
          </p:cNvPr>
          <p:cNvSpPr/>
          <p:nvPr/>
        </p:nvSpPr>
        <p:spPr>
          <a:xfrm>
            <a:off x="2643949" y="489330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09818AD-CD31-2A79-0CE7-D906C23E9AC5}"/>
              </a:ext>
            </a:extLst>
          </p:cNvPr>
          <p:cNvSpPr txBox="1"/>
          <p:nvPr/>
        </p:nvSpPr>
        <p:spPr>
          <a:xfrm>
            <a:off x="5690912" y="4585528"/>
            <a:ext cx="3047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Ureia</a:t>
            </a:r>
          </a:p>
          <a:p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407B3BAA-93BF-F520-0A4F-307C8E6BA40D}"/>
              </a:ext>
            </a:extLst>
          </p:cNvPr>
          <p:cNvSpPr/>
          <p:nvPr/>
        </p:nvSpPr>
        <p:spPr>
          <a:xfrm>
            <a:off x="5775891" y="489650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graphicFrame>
        <p:nvGraphicFramePr>
          <p:cNvPr id="114" name="Tabela 113">
            <a:extLst>
              <a:ext uri="{FF2B5EF4-FFF2-40B4-BE49-F238E27FC236}">
                <a16:creationId xmlns:a16="http://schemas.microsoft.com/office/drawing/2014/main" id="{11927C23-43B7-5AF5-DDC1-A358793C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692263"/>
              </p:ext>
            </p:extLst>
          </p:nvPr>
        </p:nvGraphicFramePr>
        <p:xfrm>
          <a:off x="2588066" y="5502555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19">
                  <a:extLst>
                    <a:ext uri="{9D8B030D-6E8A-4147-A177-3AD203B41FA5}">
                      <a16:colId xmlns:a16="http://schemas.microsoft.com/office/drawing/2014/main" val="41957781"/>
                    </a:ext>
                  </a:extLst>
                </a:gridCol>
                <a:gridCol w="2358206">
                  <a:extLst>
                    <a:ext uri="{9D8B030D-6E8A-4147-A177-3AD203B41FA5}">
                      <a16:colId xmlns:a16="http://schemas.microsoft.com/office/drawing/2014/main" val="231748149"/>
                    </a:ext>
                  </a:extLst>
                </a:gridCol>
                <a:gridCol w="3848687">
                  <a:extLst>
                    <a:ext uri="{9D8B030D-6E8A-4147-A177-3AD203B41FA5}">
                      <a16:colId xmlns:a16="http://schemas.microsoft.com/office/drawing/2014/main" val="1671825921"/>
                    </a:ext>
                  </a:extLst>
                </a:gridCol>
                <a:gridCol w="1282112">
                  <a:extLst>
                    <a:ext uri="{9D8B030D-6E8A-4147-A177-3AD203B41FA5}">
                      <a16:colId xmlns:a16="http://schemas.microsoft.com/office/drawing/2014/main" val="1026185633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RE-001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1400" b="0" i="0" u="none" strike="noStrike" kern="1200" dirty="0">
                          <a:solidFill>
                            <a:srgbClr val="262626"/>
                          </a:solidFill>
                          <a:effectLst/>
                          <a:latin typeface="Aptos" panose="020B0004020202020204" pitchFamily="34" charset="0"/>
                        </a:rPr>
                        <a:t>V-001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816699"/>
                  </a:ext>
                </a:extLst>
              </a:tr>
            </a:tbl>
          </a:graphicData>
        </a:graphic>
      </p:graphicFrame>
      <p:sp>
        <p:nvSpPr>
          <p:cNvPr id="118" name="Retângulo: Cantos Arredondados 117">
            <a:extLst>
              <a:ext uri="{FF2B5EF4-FFF2-40B4-BE49-F238E27FC236}">
                <a16:creationId xmlns:a16="http://schemas.microsoft.com/office/drawing/2014/main" id="{7681B9E4-8E4A-A9A1-3F9E-1C6A8A3ED32C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9" name="Triângulo isósceles 118">
            <a:extLst>
              <a:ext uri="{FF2B5EF4-FFF2-40B4-BE49-F238E27FC236}">
                <a16:creationId xmlns:a16="http://schemas.microsoft.com/office/drawing/2014/main" id="{030E17E4-52E2-64B0-64EB-AD752C4B8A36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0" name="Triângulo isósceles 119">
            <a:extLst>
              <a:ext uri="{FF2B5EF4-FFF2-40B4-BE49-F238E27FC236}">
                <a16:creationId xmlns:a16="http://schemas.microsoft.com/office/drawing/2014/main" id="{C7B054AB-9A63-909C-1207-472A26C4534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1" name="Retângulo: Cantos Arredondados 120">
            <a:extLst>
              <a:ext uri="{FF2B5EF4-FFF2-40B4-BE49-F238E27FC236}">
                <a16:creationId xmlns:a16="http://schemas.microsoft.com/office/drawing/2014/main" id="{EFD2C170-A259-CFD1-8CCA-5A883A34E099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6C28F4-DB82-6174-1211-F7818132D3E6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02F3054E-E4C9-1844-8FDE-5792CA2FD937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6" name="Gráfico 25" descr="Aviso estrutura de tópicos">
              <a:extLst>
                <a:ext uri="{FF2B5EF4-FFF2-40B4-BE49-F238E27FC236}">
                  <a16:creationId xmlns:a16="http://schemas.microsoft.com/office/drawing/2014/main" id="{70C8D95F-2BDC-69B0-8A1C-18F093661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F9E60411-D1BC-ED4A-2446-392927B5292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0" name="Gráfico 39" descr="Casinha de cachorro estrutura de tópicos">
                <a:extLst>
                  <a:ext uri="{FF2B5EF4-FFF2-40B4-BE49-F238E27FC236}">
                    <a16:creationId xmlns:a16="http://schemas.microsoft.com/office/drawing/2014/main" id="{A0495EEE-EF0E-6229-79AD-68442E1D98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1" name="CaixaDeTexto 40">
                <a:extLst>
                  <a:ext uri="{FF2B5EF4-FFF2-40B4-BE49-F238E27FC236}">
                    <a16:creationId xmlns:a16="http://schemas.microsoft.com/office/drawing/2014/main" id="{C7D87F5B-0CF6-7FA3-EE8B-3C5A3B8EC67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0987B81A-658E-4100-DF1E-B9CD0A857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2603756C-E284-BF04-CC97-1F660BFB8573}"/>
              </a:ext>
            </a:extLst>
          </p:cNvPr>
          <p:cNvSpPr txBox="1"/>
          <p:nvPr/>
        </p:nvSpPr>
        <p:spPr>
          <a:xfrm>
            <a:off x="10930057" y="15081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43" name="Gráfico 42" descr="Lápis com preenchimento sólido">
            <a:extLst>
              <a:ext uri="{FF2B5EF4-FFF2-40B4-BE49-F238E27FC236}">
                <a16:creationId xmlns:a16="http://schemas.microsoft.com/office/drawing/2014/main" id="{E185BCD8-FA0C-9F6B-413B-5580BF93723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87203" y="1534323"/>
            <a:ext cx="198827" cy="198827"/>
          </a:xfrm>
          <a:prstGeom prst="rect">
            <a:avLst/>
          </a:prstGeom>
        </p:spPr>
      </p:pic>
      <p:pic>
        <p:nvPicPr>
          <p:cNvPr id="44" name="Gráfico 43" descr="Lixo com preenchimento sólido">
            <a:extLst>
              <a:ext uri="{FF2B5EF4-FFF2-40B4-BE49-F238E27FC236}">
                <a16:creationId xmlns:a16="http://schemas.microsoft.com/office/drawing/2014/main" id="{FE771401-A89F-E1A9-0AFD-6429669F7F3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58861" y="1534324"/>
            <a:ext cx="198827" cy="198827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C10B93A6-6B9C-5E27-DDAC-E65F07E660DA}"/>
              </a:ext>
            </a:extLst>
          </p:cNvPr>
          <p:cNvSpPr txBox="1"/>
          <p:nvPr/>
        </p:nvSpPr>
        <p:spPr>
          <a:xfrm>
            <a:off x="2572773" y="17983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28B4F725-A3FA-DB7E-0CDA-DED1F559CA94}"/>
              </a:ext>
            </a:extLst>
          </p:cNvPr>
          <p:cNvSpPr/>
          <p:nvPr/>
        </p:nvSpPr>
        <p:spPr>
          <a:xfrm>
            <a:off x="2643361" y="2115231"/>
            <a:ext cx="171844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RE-002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172BB85-5AC7-7D10-B3C4-2A099FF93967}"/>
              </a:ext>
            </a:extLst>
          </p:cNvPr>
          <p:cNvSpPr txBox="1"/>
          <p:nvPr/>
        </p:nvSpPr>
        <p:spPr>
          <a:xfrm>
            <a:off x="4486999" y="18074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D18AB840-C0A3-E770-CD56-E914C2718120}"/>
              </a:ext>
            </a:extLst>
          </p:cNvPr>
          <p:cNvSpPr/>
          <p:nvPr/>
        </p:nvSpPr>
        <p:spPr>
          <a:xfrm>
            <a:off x="4571978" y="2118426"/>
            <a:ext cx="215146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7CEEFAC0-8591-3C15-6F14-A4ABEB7D2EE7}"/>
              </a:ext>
            </a:extLst>
          </p:cNvPr>
          <p:cNvCxnSpPr>
            <a:cxnSpLocks/>
          </p:cNvCxnSpPr>
          <p:nvPr/>
        </p:nvCxnSpPr>
        <p:spPr>
          <a:xfrm>
            <a:off x="2643361" y="1714100"/>
            <a:ext cx="7694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7E1E7C19-D073-29B0-D809-657586552C74}"/>
              </a:ext>
            </a:extLst>
          </p:cNvPr>
          <p:cNvSpPr txBox="1"/>
          <p:nvPr/>
        </p:nvSpPr>
        <p:spPr>
          <a:xfrm>
            <a:off x="2588065" y="1411842"/>
            <a:ext cx="31878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RESULTADO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8430553-115C-363C-0F7A-D0E2424AE44E}"/>
              </a:ext>
            </a:extLst>
          </p:cNvPr>
          <p:cNvSpPr txBox="1"/>
          <p:nvPr/>
        </p:nvSpPr>
        <p:spPr>
          <a:xfrm>
            <a:off x="6874599" y="179475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B28D9DFD-B727-0441-4B59-2CA37983F34D}"/>
              </a:ext>
            </a:extLst>
          </p:cNvPr>
          <p:cNvSpPr/>
          <p:nvPr/>
        </p:nvSpPr>
        <p:spPr>
          <a:xfrm>
            <a:off x="6959577" y="2105726"/>
            <a:ext cx="316112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DCC40B43-BE56-3B92-2F80-F778895B1480}"/>
              </a:ext>
            </a:extLst>
          </p:cNvPr>
          <p:cNvCxnSpPr>
            <a:cxnSpLocks/>
          </p:cNvCxnSpPr>
          <p:nvPr/>
        </p:nvCxnSpPr>
        <p:spPr>
          <a:xfrm>
            <a:off x="2643361" y="2642010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9" name="Gráfico 78" descr="Informações estrutura de tópicos">
            <a:extLst>
              <a:ext uri="{FF2B5EF4-FFF2-40B4-BE49-F238E27FC236}">
                <a16:creationId xmlns:a16="http://schemas.microsoft.com/office/drawing/2014/main" id="{BCAD95A4-60E1-CCF4-E372-58146211395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994867" y="3833596"/>
            <a:ext cx="238501" cy="238501"/>
          </a:xfrm>
          <a:prstGeom prst="rect">
            <a:avLst/>
          </a:prstGeom>
        </p:spPr>
      </p:pic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FB0A1A9D-2D69-F944-A0FD-9B35333EA59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AC3868DA-BF93-45F3-43D9-A76573878A6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to 83">
            <a:extLst>
              <a:ext uri="{FF2B5EF4-FFF2-40B4-BE49-F238E27FC236}">
                <a16:creationId xmlns:a16="http://schemas.microsoft.com/office/drawing/2014/main" id="{75DDBA67-A6CD-0AE4-1349-80100057AA8D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to 84">
            <a:extLst>
              <a:ext uri="{FF2B5EF4-FFF2-40B4-BE49-F238E27FC236}">
                <a16:creationId xmlns:a16="http://schemas.microsoft.com/office/drawing/2014/main" id="{2E7D9DCE-DECE-7F58-4CAD-5248474CA299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16546D38-64E3-5E3A-FFA9-6EE19DC87E38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de Exames</a:t>
            </a:r>
          </a:p>
        </p:txBody>
      </p:sp>
      <p:cxnSp>
        <p:nvCxnSpPr>
          <p:cNvPr id="87" name="Conector reto 86">
            <a:extLst>
              <a:ext uri="{FF2B5EF4-FFF2-40B4-BE49-F238E27FC236}">
                <a16:creationId xmlns:a16="http://schemas.microsoft.com/office/drawing/2014/main" id="{1E05BBB8-136B-7221-85C5-DE92760A83C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E84C06C5-16FC-83CF-8F8D-69862B4E10F5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67611618-434B-28E6-3081-99D2CAB25A1C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A1179527-357B-FE6F-02C7-8E54A2FAA5B7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B593B569-E444-B0EE-70FC-853D286ED6B4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76A52CC8-8B64-C977-79C1-60EC83FE063E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</p:spTree>
    <p:extLst>
      <p:ext uri="{BB962C8B-B14F-4D97-AF65-F5344CB8AC3E}">
        <p14:creationId xmlns:p14="http://schemas.microsoft.com/office/powerpoint/2010/main" val="12367714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35742-DCD7-3985-1455-F512017E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D088BF7-85A2-BB6F-EF19-14AC5AC6F8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57E80E88-333F-5631-0D7C-D582B376830C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45A1F3A-6220-4B9D-012E-E9A47F08CD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5DCA443-0F3E-7011-24CD-6CF35CB5A66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DDDBF96-2900-7011-5090-D53B0C3EC9CD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F503E8B8-B1EA-04E2-BA65-EABCFCEAA4AE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ED39A7A-AA25-223D-A28F-9BF70DB26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A99243B-B923-9DE5-CA87-2AC58E147122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254CB04-0BE3-B5E2-7387-9E5E18AF9654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ADC4D4F-4D5B-EE30-9438-BD0B6591AEB9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6D73BDB-B384-D644-69E4-183A582AB05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344FC3C-586B-E3CA-ABE5-91A83766F6EA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3AFCF381-A0EE-F630-B202-C144014535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9CE3F0C5-9F0A-2558-46B5-19DB87F03A1A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F352F97-1301-97D7-BA65-7749E662374A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5071167-6141-8B63-7198-7FB39F00E4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C53E43B-17BA-FCA5-ECF1-EFBEC8C831C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2F22526-BCD1-8EF4-0811-DEE190EEEA6D}"/>
              </a:ext>
            </a:extLst>
          </p:cNvPr>
          <p:cNvSpPr txBox="1"/>
          <p:nvPr/>
        </p:nvSpPr>
        <p:spPr>
          <a:xfrm>
            <a:off x="2714124" y="1586842"/>
            <a:ext cx="3222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resultado sorológico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E5ECB186-5637-79EA-4E5E-DEC6935CC7A4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3723BE15-778E-AA8F-7B14-F4E58ABCAE8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437FA9B7-ADD3-A88B-3B1C-BD7492507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DF8C5BB-31FD-8684-6E3B-D146AA718765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642D6EA-275E-4B6C-1553-F06A2099E263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CF75A6D-2FDA-CE12-4479-FA2DF51E0D56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B755A16-FC63-50EE-FD7C-1A23BF7D4EB0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FB53090A-E0AF-8A9C-8BE1-491463E12913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971DE39-0549-B91A-67ED-B9350AFC4B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90A3C37-9738-BDFA-2B82-ECF93060CC51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66F0BDAE-2E8A-6D65-0F17-16D3AF0223EA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graphicFrame>
        <p:nvGraphicFramePr>
          <p:cNvPr id="38" name="Tabela 37">
            <a:extLst>
              <a:ext uri="{FF2B5EF4-FFF2-40B4-BE49-F238E27FC236}">
                <a16:creationId xmlns:a16="http://schemas.microsoft.com/office/drawing/2014/main" id="{E680D4C2-F14A-DCEF-7E26-5DB46B1F1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917634"/>
              </p:ext>
            </p:extLst>
          </p:nvPr>
        </p:nvGraphicFramePr>
        <p:xfrm>
          <a:off x="2581274" y="3655397"/>
          <a:ext cx="9382126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27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172854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367051">
                  <a:extLst>
                    <a:ext uri="{9D8B030D-6E8A-4147-A177-3AD203B41FA5}">
                      <a16:colId xmlns:a16="http://schemas.microsoft.com/office/drawing/2014/main" val="2186254257"/>
                    </a:ext>
                  </a:extLst>
                </a:gridCol>
                <a:gridCol w="1164206">
                  <a:extLst>
                    <a:ext uri="{9D8B030D-6E8A-4147-A177-3AD203B41FA5}">
                      <a16:colId xmlns:a16="http://schemas.microsoft.com/office/drawing/2014/main" val="192838191"/>
                    </a:ext>
                  </a:extLst>
                </a:gridCol>
                <a:gridCol w="1709622">
                  <a:extLst>
                    <a:ext uri="{9D8B030D-6E8A-4147-A177-3AD203B41FA5}">
                      <a16:colId xmlns:a16="http://schemas.microsoft.com/office/drawing/2014/main" val="3801871339"/>
                    </a:ext>
                  </a:extLst>
                </a:gridCol>
                <a:gridCol w="132442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Teste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Interpretação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ELISA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Positivo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IFA</a:t>
                      </a:r>
                      <a:endParaRPr lang="pt-BR" sz="14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Positivo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</a:tbl>
          </a:graphicData>
        </a:graphic>
      </p:graphicFrame>
      <p:sp>
        <p:nvSpPr>
          <p:cNvPr id="39" name="Triângulo isósceles 38">
            <a:extLst>
              <a:ext uri="{FF2B5EF4-FFF2-40B4-BE49-F238E27FC236}">
                <a16:creationId xmlns:a16="http://schemas.microsoft.com/office/drawing/2014/main" id="{1F3541F1-34FA-2DB5-9C34-9D082580D45E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A6DC643-3C98-B877-6B1E-B3514480E7A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7D7A78C1-A773-0E56-03E2-C83DF9D7BB04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7663A545-3DCA-1171-EDFA-70DF68E7D3D1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926999D3-511A-30AA-E6F9-6C834AE7A7E5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AD18A86B-62C3-50EB-C6BD-2CE5B52C3714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52EA4CE8-6178-A048-11BA-4275AB9396EC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A953B81C-13A9-60AD-7AA8-9C8A74A79405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93DE60BE-9F9F-2452-E66D-7876D7C923B3}"/>
              </a:ext>
            </a:extLst>
          </p:cNvPr>
          <p:cNvSpPr/>
          <p:nvPr/>
        </p:nvSpPr>
        <p:spPr>
          <a:xfrm>
            <a:off x="3700464" y="728664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4EECD8AA-3207-AC6B-2423-66D302A88327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Sorologia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5F1303B-3111-10CF-6421-119A548F5522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DFF604E-1B6E-B0CA-7339-BD56F9F4FA74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A14AB313-E6B6-9B5C-5FDC-4BB984461A6B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7D4D0221-5A7B-0094-5D39-4E8278E32B72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ED49E94F-0278-14F1-961E-3DA564D7F6EB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793701E4-E9C7-CC4E-1794-062272409580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5" name="Gráfico 54" descr="Aviso estrutura de tópicos">
              <a:extLst>
                <a:ext uri="{FF2B5EF4-FFF2-40B4-BE49-F238E27FC236}">
                  <a16:creationId xmlns:a16="http://schemas.microsoft.com/office/drawing/2014/main" id="{2DEFF5FE-1BE5-3C99-A394-DC050A2A0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DEE494D9-4C82-A519-07EB-1AE4650DEBBC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1" name="Gráfico 60" descr="Casinha de cachorro estrutura de tópicos">
                <a:extLst>
                  <a:ext uri="{FF2B5EF4-FFF2-40B4-BE49-F238E27FC236}">
                    <a16:creationId xmlns:a16="http://schemas.microsoft.com/office/drawing/2014/main" id="{20019FAC-82B6-F4E4-1C4F-EB05176626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D84CADB6-7575-A508-2F25-963349918B5A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59" name="Gráfico 58" descr="Área de Transferência estrutura de tópicos">
              <a:extLst>
                <a:ext uri="{FF2B5EF4-FFF2-40B4-BE49-F238E27FC236}">
                  <a16:creationId xmlns:a16="http://schemas.microsoft.com/office/drawing/2014/main" id="{9DA287E3-973B-C8AA-E132-2F15EEE57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37430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843AA-D401-04CD-954E-ECDEAF3DA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4DE2D14-B98A-B500-896D-CF5C169D03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C802197-BCE8-1114-705C-C11BC645D2C3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2B6B56E-9FC6-A6B3-4426-07B7F108A3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D7BEDB5-34CA-1174-54C8-870123DDF1B7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56382AB-EF8D-5ED5-A2A5-542501FE23D3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0F3A197-21E5-A5F3-60C0-E85EFE2566A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733D38B-E876-5C16-389C-06666B7CB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DE35C46-CCD8-C37C-D99D-8A8EA1D204A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7E82AE5-A02C-4A5B-B10E-F528F980393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761CC4D-5F52-29EE-1542-39633D42263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96DB754-7C89-4D37-6944-4571471016C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572EEF2-520F-F5FC-D40E-6315072FAFB3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8E21731-07C0-F222-363E-DEFB99B4A2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59616111-D532-0E41-5AAD-5224812C698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1D5C46D-3BBE-E6C0-D5D7-3C05BD209D9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F4672438-3C30-2622-15D5-CEDD8EEBA2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309B611-BCDC-A4DB-FBB4-078D0C8479B9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DD1D57C-E09D-1FD2-A324-EC78A3B451A5}"/>
              </a:ext>
            </a:extLst>
          </p:cNvPr>
          <p:cNvSpPr txBox="1"/>
          <p:nvPr/>
        </p:nvSpPr>
        <p:spPr>
          <a:xfrm>
            <a:off x="2714124" y="1586842"/>
            <a:ext cx="3222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resultado sorológico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7830EFE4-6DCA-1DFB-EDE4-B48E067261E0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8BA2111F-ABC6-498D-353A-51B0E194920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6086E27A-24F4-4707-C4F8-8FE9C4911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1EE219F-E95E-863B-52A4-B6FCF1E3DDD9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C08612E-2F97-9476-4CE7-8A933BC9BAB6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FD1AA51-92F4-C422-6E1B-43A44CDE49E1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95740A7-0549-210C-BBBA-C8ACFB3C4E6D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2D8CD0A-51BE-505F-CDBF-3441950F5F78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FD4022F-FB3D-A43A-A5D1-F2A2EC561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F67F189-696F-D1BB-216D-357EFBD2D51F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B910C5DF-5657-B9B5-378E-242DB48E6C8A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graphicFrame>
        <p:nvGraphicFramePr>
          <p:cNvPr id="38" name="Tabela 37">
            <a:extLst>
              <a:ext uri="{FF2B5EF4-FFF2-40B4-BE49-F238E27FC236}">
                <a16:creationId xmlns:a16="http://schemas.microsoft.com/office/drawing/2014/main" id="{08CD7366-0EF9-493D-9D8B-491183F37D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391710"/>
              </p:ext>
            </p:extLst>
          </p:nvPr>
        </p:nvGraphicFramePr>
        <p:xfrm>
          <a:off x="2581274" y="3655397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271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1728547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367051">
                  <a:extLst>
                    <a:ext uri="{9D8B030D-6E8A-4147-A177-3AD203B41FA5}">
                      <a16:colId xmlns:a16="http://schemas.microsoft.com/office/drawing/2014/main" val="2186254257"/>
                    </a:ext>
                  </a:extLst>
                </a:gridCol>
                <a:gridCol w="1164206">
                  <a:extLst>
                    <a:ext uri="{9D8B030D-6E8A-4147-A177-3AD203B41FA5}">
                      <a16:colId xmlns:a16="http://schemas.microsoft.com/office/drawing/2014/main" val="192838191"/>
                    </a:ext>
                  </a:extLst>
                </a:gridCol>
                <a:gridCol w="1709622">
                  <a:extLst>
                    <a:ext uri="{9D8B030D-6E8A-4147-A177-3AD203B41FA5}">
                      <a16:colId xmlns:a16="http://schemas.microsoft.com/office/drawing/2014/main" val="3801871339"/>
                    </a:ext>
                  </a:extLst>
                </a:gridCol>
                <a:gridCol w="132442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Teste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Interpretação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39" name="Triângulo isósceles 38">
            <a:extLst>
              <a:ext uri="{FF2B5EF4-FFF2-40B4-BE49-F238E27FC236}">
                <a16:creationId xmlns:a16="http://schemas.microsoft.com/office/drawing/2014/main" id="{8119AA52-5344-7AFD-8EE2-BD1B38FDE7C2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848F9A0A-395D-9B30-9631-72C2623B1829}"/>
              </a:ext>
            </a:extLst>
          </p:cNvPr>
          <p:cNvSpPr/>
          <p:nvPr/>
        </p:nvSpPr>
        <p:spPr>
          <a:xfrm>
            <a:off x="2596578" y="4202515"/>
            <a:ext cx="9382125" cy="194381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7FD96B10-F5D2-B8FD-F6A4-100CFAFF0C28}"/>
              </a:ext>
            </a:extLst>
          </p:cNvPr>
          <p:cNvSpPr txBox="1"/>
          <p:nvPr/>
        </p:nvSpPr>
        <p:spPr>
          <a:xfrm>
            <a:off x="10919961" y="43252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1" name="Gráfico 80" descr="Lápis com preenchimento sólido">
            <a:extLst>
              <a:ext uri="{FF2B5EF4-FFF2-40B4-BE49-F238E27FC236}">
                <a16:creationId xmlns:a16="http://schemas.microsoft.com/office/drawing/2014/main" id="{32DF4469-C585-5DE7-B45C-77576D9B16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51707" y="4351443"/>
            <a:ext cx="198827" cy="198827"/>
          </a:xfrm>
          <a:prstGeom prst="rect">
            <a:avLst/>
          </a:prstGeom>
        </p:spPr>
      </p:pic>
      <p:pic>
        <p:nvPicPr>
          <p:cNvPr id="82" name="Gráfico 81" descr="Lixo com preenchimento sólido">
            <a:extLst>
              <a:ext uri="{FF2B5EF4-FFF2-40B4-BE49-F238E27FC236}">
                <a16:creationId xmlns:a16="http://schemas.microsoft.com/office/drawing/2014/main" id="{6A54D787-6C16-87F0-6F8B-2BB603B94F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23365" y="4351444"/>
            <a:ext cx="198827" cy="198827"/>
          </a:xfrm>
          <a:prstGeom prst="rect">
            <a:avLst/>
          </a:prstGeom>
        </p:spPr>
      </p:pic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24EA7E98-AA73-A01B-AAF7-74AB69C41149}"/>
              </a:ext>
            </a:extLst>
          </p:cNvPr>
          <p:cNvCxnSpPr>
            <a:cxnSpLocks/>
          </p:cNvCxnSpPr>
          <p:nvPr/>
        </p:nvCxnSpPr>
        <p:spPr>
          <a:xfrm>
            <a:off x="2658665" y="453122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001F1E40-ABFF-F601-6FF4-F1EAE7D038DF}"/>
              </a:ext>
            </a:extLst>
          </p:cNvPr>
          <p:cNvSpPr txBox="1"/>
          <p:nvPr/>
        </p:nvSpPr>
        <p:spPr>
          <a:xfrm>
            <a:off x="2603370" y="422896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EF5260E4-427C-9DA1-53C8-7B8C4650BC4A}"/>
              </a:ext>
            </a:extLst>
          </p:cNvPr>
          <p:cNvSpPr txBox="1"/>
          <p:nvPr/>
        </p:nvSpPr>
        <p:spPr>
          <a:xfrm>
            <a:off x="2594128" y="46121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84D54506-AA2F-CBBE-1F5C-1154F6B77518}"/>
              </a:ext>
            </a:extLst>
          </p:cNvPr>
          <p:cNvSpPr/>
          <p:nvPr/>
        </p:nvSpPr>
        <p:spPr>
          <a:xfrm>
            <a:off x="2679107" y="492314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1C82054D-E948-C3F9-5DB5-69283D887A67}"/>
              </a:ext>
            </a:extLst>
          </p:cNvPr>
          <p:cNvSpPr/>
          <p:nvPr/>
        </p:nvSpPr>
        <p:spPr>
          <a:xfrm>
            <a:off x="3740949" y="491994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03B2B752-D37C-190C-3F81-76285D449E70}"/>
              </a:ext>
            </a:extLst>
          </p:cNvPr>
          <p:cNvSpPr txBox="1"/>
          <p:nvPr/>
        </p:nvSpPr>
        <p:spPr>
          <a:xfrm>
            <a:off x="3646921" y="46121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29C79000-400E-FEE0-703A-B328DD44AC30}"/>
              </a:ext>
            </a:extLst>
          </p:cNvPr>
          <p:cNvSpPr txBox="1"/>
          <p:nvPr/>
        </p:nvSpPr>
        <p:spPr>
          <a:xfrm>
            <a:off x="5337328" y="46121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 associado</a:t>
            </a:r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15A8C957-A891-0465-0E6F-3C1631DE0C7B}"/>
              </a:ext>
            </a:extLst>
          </p:cNvPr>
          <p:cNvSpPr/>
          <p:nvPr/>
        </p:nvSpPr>
        <p:spPr>
          <a:xfrm>
            <a:off x="5422307" y="4923141"/>
            <a:ext cx="235976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1 </a:t>
            </a:r>
            <a:r>
              <a:rPr lang="pt-BR" sz="12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189EA533-F6F3-7222-09CA-401378FC4D77}"/>
              </a:ext>
            </a:extLst>
          </p:cNvPr>
          <p:cNvSpPr/>
          <p:nvPr/>
        </p:nvSpPr>
        <p:spPr>
          <a:xfrm>
            <a:off x="7906550" y="4919946"/>
            <a:ext cx="92255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2425CF9F-15D6-9AF5-8425-257D1FFA668D}"/>
              </a:ext>
            </a:extLst>
          </p:cNvPr>
          <p:cNvSpPr txBox="1"/>
          <p:nvPr/>
        </p:nvSpPr>
        <p:spPr>
          <a:xfrm>
            <a:off x="7812521" y="46121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Teste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F0460E19-5079-043C-A4C3-9EEBF4C0046A}"/>
              </a:ext>
            </a:extLst>
          </p:cNvPr>
          <p:cNvSpPr/>
          <p:nvPr/>
        </p:nvSpPr>
        <p:spPr>
          <a:xfrm>
            <a:off x="9036849" y="491994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26F6026B-4959-660B-5055-5639E9824FD2}"/>
              </a:ext>
            </a:extLst>
          </p:cNvPr>
          <p:cNvSpPr txBox="1"/>
          <p:nvPr/>
        </p:nvSpPr>
        <p:spPr>
          <a:xfrm>
            <a:off x="8942821" y="46121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Interpretação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B385835-D6D4-9A08-2916-0B55F8D0B9F7}"/>
              </a:ext>
            </a:extLst>
          </p:cNvPr>
          <p:cNvSpPr txBox="1"/>
          <p:nvPr/>
        </p:nvSpPr>
        <p:spPr>
          <a:xfrm>
            <a:off x="2580752" y="533828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Agente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05FC77A-E234-075B-FE88-0DFBB14FE353}"/>
              </a:ext>
            </a:extLst>
          </p:cNvPr>
          <p:cNvSpPr/>
          <p:nvPr/>
        </p:nvSpPr>
        <p:spPr>
          <a:xfrm>
            <a:off x="2651340" y="565519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Ehrlichia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canis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28F3B0A-8BF2-48E6-848A-9EB25DBAFDDF}"/>
              </a:ext>
            </a:extLst>
          </p:cNvPr>
          <p:cNvSpPr txBox="1"/>
          <p:nvPr/>
        </p:nvSpPr>
        <p:spPr>
          <a:xfrm>
            <a:off x="5698303" y="534741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Ponto de Corte (PC)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3372DE3-353A-AC73-47A9-9966CBFC8907}"/>
              </a:ext>
            </a:extLst>
          </p:cNvPr>
          <p:cNvSpPr/>
          <p:nvPr/>
        </p:nvSpPr>
        <p:spPr>
          <a:xfrm>
            <a:off x="5783282" y="565839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0,430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6AF34AC1-0C89-8167-E6AA-FE84819F28A3}"/>
              </a:ext>
            </a:extLst>
          </p:cNvPr>
          <p:cNvSpPr/>
          <p:nvPr/>
        </p:nvSpPr>
        <p:spPr>
          <a:xfrm>
            <a:off x="8915224" y="565519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D.O. = 1,780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9C0077E-0023-D5ED-B5AB-31DD0A1B0193}"/>
              </a:ext>
            </a:extLst>
          </p:cNvPr>
          <p:cNvSpPr txBox="1"/>
          <p:nvPr/>
        </p:nvSpPr>
        <p:spPr>
          <a:xfrm>
            <a:off x="8821196" y="534741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graphicFrame>
        <p:nvGraphicFramePr>
          <p:cNvPr id="43" name="Tabela 42">
            <a:extLst>
              <a:ext uri="{FF2B5EF4-FFF2-40B4-BE49-F238E27FC236}">
                <a16:creationId xmlns:a16="http://schemas.microsoft.com/office/drawing/2014/main" id="{B18FC6DC-5D1F-C36B-7627-1F04D2C51D64}"/>
              </a:ext>
            </a:extLst>
          </p:cNvPr>
          <p:cNvGraphicFramePr>
            <a:graphicFrameLocks noGrp="1"/>
          </p:cNvGraphicFramePr>
          <p:nvPr/>
        </p:nvGraphicFramePr>
        <p:xfrm>
          <a:off x="2603370" y="6194133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271">
                  <a:extLst>
                    <a:ext uri="{9D8B030D-6E8A-4147-A177-3AD203B41FA5}">
                      <a16:colId xmlns:a16="http://schemas.microsoft.com/office/drawing/2014/main" val="595352168"/>
                    </a:ext>
                  </a:extLst>
                </a:gridCol>
                <a:gridCol w="1728547">
                  <a:extLst>
                    <a:ext uri="{9D8B030D-6E8A-4147-A177-3AD203B41FA5}">
                      <a16:colId xmlns:a16="http://schemas.microsoft.com/office/drawing/2014/main" val="307841073"/>
                    </a:ext>
                  </a:extLst>
                </a:gridCol>
                <a:gridCol w="2367051">
                  <a:extLst>
                    <a:ext uri="{9D8B030D-6E8A-4147-A177-3AD203B41FA5}">
                      <a16:colId xmlns:a16="http://schemas.microsoft.com/office/drawing/2014/main" val="516849653"/>
                    </a:ext>
                  </a:extLst>
                </a:gridCol>
                <a:gridCol w="1164206">
                  <a:extLst>
                    <a:ext uri="{9D8B030D-6E8A-4147-A177-3AD203B41FA5}">
                      <a16:colId xmlns:a16="http://schemas.microsoft.com/office/drawing/2014/main" val="4211906545"/>
                    </a:ext>
                  </a:extLst>
                </a:gridCol>
                <a:gridCol w="1709622">
                  <a:extLst>
                    <a:ext uri="{9D8B030D-6E8A-4147-A177-3AD203B41FA5}">
                      <a16:colId xmlns:a16="http://schemas.microsoft.com/office/drawing/2014/main" val="3458489184"/>
                    </a:ext>
                  </a:extLst>
                </a:gridCol>
                <a:gridCol w="1324429">
                  <a:extLst>
                    <a:ext uri="{9D8B030D-6E8A-4147-A177-3AD203B41FA5}">
                      <a16:colId xmlns:a16="http://schemas.microsoft.com/office/drawing/2014/main" val="4115035246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4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</a:rPr>
                        <a:t>IFA</a:t>
                      </a:r>
                      <a:endParaRPr lang="pt-BR" sz="14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Positivo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97298"/>
                  </a:ext>
                </a:extLst>
              </a:tr>
            </a:tbl>
          </a:graphicData>
        </a:graphic>
      </p:graphicFrame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AAEF849D-86D9-B540-E072-CFD95670816A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C2F82288-8F26-3125-66C0-D76986F20A2B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A46BC945-9FB2-1323-EB29-B2173E19F51E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D6ED5BE7-8ACC-3199-A108-414B52643678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5887628-5889-9F31-DE48-14FBC1E465B2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DFFB150B-396D-D371-7544-EABA93CDDBE8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79B2DA8C-A245-4114-2838-18895EDE2D97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2D1C294C-4826-62BF-7D93-4FD82207AA6B}"/>
              </a:ext>
            </a:extLst>
          </p:cNvPr>
          <p:cNvSpPr/>
          <p:nvPr/>
        </p:nvSpPr>
        <p:spPr>
          <a:xfrm>
            <a:off x="3700464" y="728664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4C2933B4-1635-FF47-4064-C5F81B3079A9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Resultados Sorologia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C13898B2-7126-5435-4711-81E0408DDBD8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5F9DBC99-FCBE-CF85-DF7D-98BB82232C4F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443547D5-F362-9813-6907-382ED2A19631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C353C7D1-ABB1-4AD9-DCFA-82B4A2E8AD4E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AECA7BAC-45F1-CE84-5CF5-27AEB1822F24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1C407254-D2D8-EF71-CE25-C14CEA764D1C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66" name="Gráfico 65" descr="Aviso estrutura de tópicos">
              <a:extLst>
                <a:ext uri="{FF2B5EF4-FFF2-40B4-BE49-F238E27FC236}">
                  <a16:creationId xmlns:a16="http://schemas.microsoft.com/office/drawing/2014/main" id="{96C05DD8-9993-650E-CA9E-97945D8B03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2" name="Agrupar 71">
              <a:extLst>
                <a:ext uri="{FF2B5EF4-FFF2-40B4-BE49-F238E27FC236}">
                  <a16:creationId xmlns:a16="http://schemas.microsoft.com/office/drawing/2014/main" id="{87CC6D28-5A29-FD31-FB80-DDD6AB7211A3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74" name="Gráfico 73" descr="Casinha de cachorro estrutura de tópicos">
                <a:extLst>
                  <a:ext uri="{FF2B5EF4-FFF2-40B4-BE49-F238E27FC236}">
                    <a16:creationId xmlns:a16="http://schemas.microsoft.com/office/drawing/2014/main" id="{36036BD5-DD1D-A088-7C42-F8AB42A51F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6" name="CaixaDeTexto 75">
                <a:extLst>
                  <a:ext uri="{FF2B5EF4-FFF2-40B4-BE49-F238E27FC236}">
                    <a16:creationId xmlns:a16="http://schemas.microsoft.com/office/drawing/2014/main" id="{90B5C34B-CE86-2CE1-69A7-3FC243BB46D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3" name="Gráfico 72" descr="Área de Transferência estrutura de tópicos">
              <a:extLst>
                <a:ext uri="{FF2B5EF4-FFF2-40B4-BE49-F238E27FC236}">
                  <a16:creationId xmlns:a16="http://schemas.microsoft.com/office/drawing/2014/main" id="{FC52DD42-E310-69AB-951A-D864AD1A4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67020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9DC4E-8513-5BC3-666F-A3C6E2C9F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7DB50AE-FF92-13A1-0C85-F194C58273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08EB307-1A3A-31CB-3E7E-3D63880CB3F1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146BC0E-460D-25F8-4BFD-676390DA69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499EC1D-9375-CD50-8424-667F3602EA46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E0DB35D-CFC1-3C56-48A3-9868E21022DB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FAF6206-83FC-CE27-89C9-A0ACEF0EDE54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AC68E597-3AFF-9AE3-0AC8-F16D1C069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AAF3B7F-BAD5-BBA1-E50B-3D0E7C5F0C3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196DF67-37A0-8137-5DBE-D346CEA886D8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8F85CF5-AD7C-813A-D4DF-86C96BD3EB38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C388142-A7FB-B479-9A6F-8271139F1E00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4B20ABA-D034-30C0-200E-E07259B47E43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6BDB4D84-E7F7-8FA0-6464-E0EA9F9197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8F56D7D-8C4F-184E-BE72-87AC2BE905A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749B2D2-E2DE-F87F-FFDB-6CD158ABAA14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C091AA1D-11D5-0600-5A77-0433886D0E0D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8DC58466-9351-3BD9-60AE-295970938209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2049224-E04E-2DBF-D30C-948E745028F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27E9C316-E386-85CB-53C9-6A9A6A0C31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1444968-4707-DD68-CF33-EA5478399A70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2CE21E2-FD8B-930E-F84F-9FD13952D048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03A658D-7C08-5761-F94D-44603C19A285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F755086E-89EC-2D7A-069A-B8405874E0CF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17CB9BC-749F-7CAA-4BA6-36E30481A626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9BDFCBD6-6BC7-D7D8-3234-52C49863083C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7FE4758A-28E3-F56E-44D5-B7E8F18EB51B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995BD781-BA7E-7B9D-1CCE-A799B7C063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76519892-50A6-1366-2749-A401C6346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77382"/>
              </p:ext>
            </p:extLst>
          </p:nvPr>
        </p:nvGraphicFramePr>
        <p:xfrm>
          <a:off x="2581275" y="3655397"/>
          <a:ext cx="9382124" cy="2919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22757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75731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7360262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189490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69E4FA5-FF2E-4A5B-B79F-BD761A9F271F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D178D556-BFEA-273A-DD4C-FE1486BEF0E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1176CEA-C978-3696-5A75-789BD254D3F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6F7F3E2-D20A-BA78-6A2A-E8E3BF4EF74D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2D78B5B5-30EB-FDC2-D1F3-8CFE14BE63E5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5D7EDAFF-1607-FBD8-CE5D-2C21CA19C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92B3DFA8-833E-EE2A-B046-779EA32A3F28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38520E61-D669-7525-8796-14CD12D92B66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7179B86-CF67-6292-072D-6DD0415D59DE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5924887-2A83-84AB-31F7-9514EEB24E8C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90567FD-34F9-707B-8944-C35C31A9C71E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B980DDC-46A1-F219-3881-26C0F2D7EE9D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Ectoparasitos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F6D4CFD-5C37-54EA-52F4-28844DE80FF0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BF20B22C-3A60-EB44-7D22-48580CE21609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0E95D8A-E6B9-35DC-69DB-D9F7C5CF03A4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E09306AC-C0F6-AAF8-5443-5E7A1AFDF154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7EF1486-7806-369B-BD78-43B8AF9A67B4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8" name="Agrupar 37">
            <a:extLst>
              <a:ext uri="{FF2B5EF4-FFF2-40B4-BE49-F238E27FC236}">
                <a16:creationId xmlns:a16="http://schemas.microsoft.com/office/drawing/2014/main" id="{780D7158-DE27-22CA-795C-E907F80C5CBF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9" name="Gráfico 38" descr="Aviso estrutura de tópicos">
              <a:extLst>
                <a:ext uri="{FF2B5EF4-FFF2-40B4-BE49-F238E27FC236}">
                  <a16:creationId xmlns:a16="http://schemas.microsoft.com/office/drawing/2014/main" id="{DCE17360-F361-D407-932F-3BA7C910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DD2E53DE-64D4-706C-B3B6-DB15E9F6906D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2" name="Gráfico 41" descr="Casinha de cachorro estrutura de tópicos">
                <a:extLst>
                  <a:ext uri="{FF2B5EF4-FFF2-40B4-BE49-F238E27FC236}">
                    <a16:creationId xmlns:a16="http://schemas.microsoft.com/office/drawing/2014/main" id="{424A0F4B-C90B-7DD3-402A-41A84E5200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2304F494-6A5C-EE51-DC65-D2D7A9B6331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1" name="Gráfico 40" descr="Área de Transferência estrutura de tópicos">
              <a:extLst>
                <a:ext uri="{FF2B5EF4-FFF2-40B4-BE49-F238E27FC236}">
                  <a16:creationId xmlns:a16="http://schemas.microsoft.com/office/drawing/2014/main" id="{BE727A59-8A1A-49D2-AFE6-852A22B87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674559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5105B-4F0D-FA82-6C3E-9C968EBA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9DF9C3C-91EF-6247-E548-0B58013D6C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A1EC05CB-4B7A-DB86-8B7D-CDD1735C2F8E}"/>
              </a:ext>
            </a:extLst>
          </p:cNvPr>
          <p:cNvSpPr/>
          <p:nvPr/>
        </p:nvSpPr>
        <p:spPr>
          <a:xfrm>
            <a:off x="2425802" y="711675"/>
            <a:ext cx="9677196" cy="6371212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624E3D5-6E0B-0EDE-E11C-7D4BC3D0AF0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FACB7C3-4C4C-CC76-52ED-10BA9E5543ED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DC8A449-7987-EF82-83BA-1CD92688F9D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DA2CF5B-38B0-81BF-ADB3-4142DA342637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F434986D-BBFC-A52A-BC45-60C4B1277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FBE8BCA-92C7-FF92-236F-43E49BFF9AE7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F0A5DA7-BF90-5ADF-5335-1569895F7826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6872369-6EB6-03B5-2672-A2F25EB482E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17FBBB3-FFB9-4F8D-C99C-0F5AF7F96460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955C0DB-C2E1-9614-D12C-E54F6A00196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0D7CCE9-F253-D095-4CB3-4326957C8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704F9DC-1C17-0C24-0914-EB96ED50CBCD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2C873AA-F4F9-1C21-4834-E6996845B2E8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2207FF2C-3653-EAF2-39BE-C51781C4807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3216EE0E-64A0-C33D-7B1F-51E42F98B9FD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4E79B04-2911-51F9-BF0F-1BCAFFCDE6C4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F198E64-AACD-7F69-0C7C-0CCA427A3E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779D4B6-85BB-5732-5FCA-C46DA6B1D575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17F0EB91-CBBA-1FBA-A65D-C9F7B05767AA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C3116ECF-A2B6-4155-8567-E1732ECA6591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1924555-7889-967E-84BA-2499E9F6FF0C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5371A4E-CA8C-117B-1360-03BDDCC19291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016FE75A-A11A-CF04-710D-B56B8F54239D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929DF821-8D2D-A427-9AF5-881EEEBA50B8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3350C532-A7E5-610B-8F55-D4B96FF9C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A7AA72FE-3FC7-30FC-15E2-8C9D422F4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858828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EB0B76C-4316-BCBB-60E1-1461795392E7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555C026-3D58-9B77-C955-E7692E80221B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179D998-312B-2DC8-82B6-1F8A364C108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2709B62-BBA4-EB72-C849-D8C18450BE27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BA979B41-EC2D-C8CF-A844-BE37A6769FF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0629EA75-1972-E17B-4DA2-AE6157D81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A79A888-6667-7D3D-66B2-841B63C6DA00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18E89697-C6FC-4559-AEC5-FEE0439F97AB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75522D9-1B81-49AD-EDEE-49F84980660B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BE979A92-BF33-B368-5529-58427E0F3858}"/>
              </a:ext>
            </a:extLst>
          </p:cNvPr>
          <p:cNvSpPr/>
          <p:nvPr/>
        </p:nvSpPr>
        <p:spPr>
          <a:xfrm>
            <a:off x="2581274" y="47127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BCFD7365-927E-212B-C3CA-CF60826A38BD}"/>
              </a:ext>
            </a:extLst>
          </p:cNvPr>
          <p:cNvSpPr txBox="1"/>
          <p:nvPr/>
        </p:nvSpPr>
        <p:spPr>
          <a:xfrm>
            <a:off x="10726857" y="4835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ED0DB9F6-7409-059C-6BC3-9D3FAFC935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617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11585002-6A4A-D7E6-6DC4-AFAD4EE49B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61724"/>
            <a:ext cx="198827" cy="198827"/>
          </a:xfrm>
          <a:prstGeom prst="rect">
            <a:avLst/>
          </a:prstGeom>
        </p:spPr>
      </p:pic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DB1380A0-23BA-54E7-8040-94B89754D975}"/>
              </a:ext>
            </a:extLst>
          </p:cNvPr>
          <p:cNvCxnSpPr>
            <a:cxnSpLocks/>
          </p:cNvCxnSpPr>
          <p:nvPr/>
        </p:nvCxnSpPr>
        <p:spPr>
          <a:xfrm>
            <a:off x="2643361" y="5041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82E14DA3-25AE-B0FF-3EC9-56401924C319}"/>
              </a:ext>
            </a:extLst>
          </p:cNvPr>
          <p:cNvSpPr txBox="1"/>
          <p:nvPr/>
        </p:nvSpPr>
        <p:spPr>
          <a:xfrm>
            <a:off x="2588066" y="4739242"/>
            <a:ext cx="47526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ECTOPARASITOS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C6C35360-FD06-9663-D3E5-42AB270E2A9E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87A95635-5A1C-B2FD-9142-D664BB0B383E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1CAAA6E3-8CA6-1331-DB04-A0016566624A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1990EC0B-E072-05B0-6CE1-CD79BC1FB032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7C4BC54D-F617-CD43-EFF3-CC7FB150E698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05BCB5C8-F7D4-F749-81D6-1033B670FD3E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E0A8083-0F01-A3FB-30BB-104FC7278762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Ectoparasitos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75D8ACCD-0D6C-42AD-81C3-E89B5130126C}"/>
              </a:ext>
            </a:extLst>
          </p:cNvPr>
          <p:cNvSpPr txBox="1"/>
          <p:nvPr/>
        </p:nvSpPr>
        <p:spPr>
          <a:xfrm>
            <a:off x="2572773" y="51288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ED414D65-87A0-FD43-8C30-094BC3D67F40}"/>
              </a:ext>
            </a:extLst>
          </p:cNvPr>
          <p:cNvSpPr/>
          <p:nvPr/>
        </p:nvSpPr>
        <p:spPr>
          <a:xfrm>
            <a:off x="2643361" y="5445806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AE-002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57C3A628-352E-4565-D691-66B8603A11F6}"/>
              </a:ext>
            </a:extLst>
          </p:cNvPr>
          <p:cNvSpPr/>
          <p:nvPr/>
        </p:nvSpPr>
        <p:spPr>
          <a:xfrm>
            <a:off x="4586069" y="5445806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DA192412-1978-7E3F-576B-71BF0B6E7214}"/>
              </a:ext>
            </a:extLst>
          </p:cNvPr>
          <p:cNvSpPr txBox="1"/>
          <p:nvPr/>
        </p:nvSpPr>
        <p:spPr>
          <a:xfrm>
            <a:off x="44920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E093B42-C278-E15B-8B59-DC59E8403E07}"/>
              </a:ext>
            </a:extLst>
          </p:cNvPr>
          <p:cNvSpPr/>
          <p:nvPr/>
        </p:nvSpPr>
        <p:spPr>
          <a:xfrm>
            <a:off x="7481670" y="5445806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0B59E162-5175-0417-7B3B-A449D324C85E}"/>
              </a:ext>
            </a:extLst>
          </p:cNvPr>
          <p:cNvSpPr txBox="1"/>
          <p:nvPr/>
        </p:nvSpPr>
        <p:spPr>
          <a:xfrm>
            <a:off x="73876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 associado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E44DF808-508A-390F-B1BC-CA4C6C5D6FEF}"/>
              </a:ext>
            </a:extLst>
          </p:cNvPr>
          <p:cNvSpPr txBox="1"/>
          <p:nvPr/>
        </p:nvSpPr>
        <p:spPr>
          <a:xfrm>
            <a:off x="2578824" y="664644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B2D56B07-BBCD-076C-6B61-AD90BA95B45D}"/>
              </a:ext>
            </a:extLst>
          </p:cNvPr>
          <p:cNvSpPr/>
          <p:nvPr/>
        </p:nvSpPr>
        <p:spPr>
          <a:xfrm>
            <a:off x="2663803" y="6957421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468414B1-AD17-DBAA-B02A-0C094CD06AD7}"/>
              </a:ext>
            </a:extLst>
          </p:cNvPr>
          <p:cNvSpPr/>
          <p:nvPr/>
        </p:nvSpPr>
        <p:spPr>
          <a:xfrm>
            <a:off x="4233645" y="695422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CC950521-AA2C-916C-4AF9-05BE7DCCB093}"/>
              </a:ext>
            </a:extLst>
          </p:cNvPr>
          <p:cNvSpPr txBox="1"/>
          <p:nvPr/>
        </p:nvSpPr>
        <p:spPr>
          <a:xfrm>
            <a:off x="4139617" y="664644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F8802B91-B758-7D3D-E425-8A017A15D5C6}"/>
              </a:ext>
            </a:extLst>
          </p:cNvPr>
          <p:cNvSpPr txBox="1"/>
          <p:nvPr/>
        </p:nvSpPr>
        <p:spPr>
          <a:xfrm>
            <a:off x="5703024" y="664644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ninfas</a:t>
            </a:r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783E4BFB-5F73-ADB6-6FAF-3D6105A7D63A}"/>
              </a:ext>
            </a:extLst>
          </p:cNvPr>
          <p:cNvSpPr/>
          <p:nvPr/>
        </p:nvSpPr>
        <p:spPr>
          <a:xfrm>
            <a:off x="5788003" y="6957421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6CE8726E-5B91-4885-9AB8-1744FCE15847}"/>
              </a:ext>
            </a:extLst>
          </p:cNvPr>
          <p:cNvSpPr/>
          <p:nvPr/>
        </p:nvSpPr>
        <p:spPr>
          <a:xfrm>
            <a:off x="7357845" y="695422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2E4C92A2-883A-AF0D-3058-736501978FAA}"/>
              </a:ext>
            </a:extLst>
          </p:cNvPr>
          <p:cNvSpPr txBox="1"/>
          <p:nvPr/>
        </p:nvSpPr>
        <p:spPr>
          <a:xfrm>
            <a:off x="7263817" y="664644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larvas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55873FCA-EF5F-849A-932B-244EFC3DB01C}"/>
              </a:ext>
            </a:extLst>
          </p:cNvPr>
          <p:cNvSpPr/>
          <p:nvPr/>
        </p:nvSpPr>
        <p:spPr>
          <a:xfrm>
            <a:off x="8919945" y="695422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85E1BADC-0F00-7AA4-8CF9-E32A8DC2795C}"/>
              </a:ext>
            </a:extLst>
          </p:cNvPr>
          <p:cNvSpPr txBox="1"/>
          <p:nvPr/>
        </p:nvSpPr>
        <p:spPr>
          <a:xfrm>
            <a:off x="8825917" y="664644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ovos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5D25EA9A-B5A6-B010-D33C-F997178E80BE}"/>
              </a:ext>
            </a:extLst>
          </p:cNvPr>
          <p:cNvSpPr txBox="1"/>
          <p:nvPr/>
        </p:nvSpPr>
        <p:spPr>
          <a:xfrm>
            <a:off x="2573361" y="586293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80DC554A-D331-0C11-A347-A8CA24B0DC49}"/>
              </a:ext>
            </a:extLst>
          </p:cNvPr>
          <p:cNvSpPr/>
          <p:nvPr/>
        </p:nvSpPr>
        <p:spPr>
          <a:xfrm>
            <a:off x="2643949" y="617984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DA2E9319-A7A2-937D-E33B-681FDDAF6441}"/>
              </a:ext>
            </a:extLst>
          </p:cNvPr>
          <p:cNvSpPr txBox="1"/>
          <p:nvPr/>
        </p:nvSpPr>
        <p:spPr>
          <a:xfrm>
            <a:off x="5690912" y="587206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106" name="Retângulo: Cantos Arredondados 105">
            <a:extLst>
              <a:ext uri="{FF2B5EF4-FFF2-40B4-BE49-F238E27FC236}">
                <a16:creationId xmlns:a16="http://schemas.microsoft.com/office/drawing/2014/main" id="{5568FFD6-5A4B-C451-53BA-9631AE0B3828}"/>
              </a:ext>
            </a:extLst>
          </p:cNvPr>
          <p:cNvSpPr/>
          <p:nvPr/>
        </p:nvSpPr>
        <p:spPr>
          <a:xfrm>
            <a:off x="5775891" y="618304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07" name="Retângulo: Cantos Arredondados 106">
            <a:extLst>
              <a:ext uri="{FF2B5EF4-FFF2-40B4-BE49-F238E27FC236}">
                <a16:creationId xmlns:a16="http://schemas.microsoft.com/office/drawing/2014/main" id="{0B7BD9E5-C337-BFFB-8FAF-200C16E5ED41}"/>
              </a:ext>
            </a:extLst>
          </p:cNvPr>
          <p:cNvSpPr/>
          <p:nvPr/>
        </p:nvSpPr>
        <p:spPr>
          <a:xfrm>
            <a:off x="8907833" y="617984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685F9D81-3EB9-4265-FE17-93D56BBA000D}"/>
              </a:ext>
            </a:extLst>
          </p:cNvPr>
          <p:cNvSpPr txBox="1"/>
          <p:nvPr/>
        </p:nvSpPr>
        <p:spPr>
          <a:xfrm>
            <a:off x="8813805" y="587206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Subespécie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89683415-EDBA-EFF8-FAD8-ED30741C55F7}"/>
              </a:ext>
            </a:extLst>
          </p:cNvPr>
          <p:cNvSpPr txBox="1"/>
          <p:nvPr/>
        </p:nvSpPr>
        <p:spPr>
          <a:xfrm>
            <a:off x="2578824" y="74370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110" name="Retângulo: Cantos Arredondados 109">
            <a:extLst>
              <a:ext uri="{FF2B5EF4-FFF2-40B4-BE49-F238E27FC236}">
                <a16:creationId xmlns:a16="http://schemas.microsoft.com/office/drawing/2014/main" id="{0752C899-F1B5-352E-50E7-49B62CFD90C0}"/>
              </a:ext>
            </a:extLst>
          </p:cNvPr>
          <p:cNvSpPr/>
          <p:nvPr/>
        </p:nvSpPr>
        <p:spPr>
          <a:xfrm>
            <a:off x="2663803" y="774799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6000CA8-24C8-8E08-BCD2-1824EF538FF6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746499F-C7F2-08E7-24D5-F49F1DEF5C1D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FDC6B088-D048-BF86-5991-3C99732769A4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F3B6DC77-40D9-EF92-80ED-90894AB24F43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E025225-C104-93D9-B586-5080159E728C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3B54AE57-1E94-3535-D6AD-1DA406440D6A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3" name="Gráfico 42" descr="Aviso estrutura de tópicos">
              <a:extLst>
                <a:ext uri="{FF2B5EF4-FFF2-40B4-BE49-F238E27FC236}">
                  <a16:creationId xmlns:a16="http://schemas.microsoft.com/office/drawing/2014/main" id="{DDCE6813-952A-88D2-AA49-BD49D2B72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4" name="Agrupar 43">
              <a:extLst>
                <a:ext uri="{FF2B5EF4-FFF2-40B4-BE49-F238E27FC236}">
                  <a16:creationId xmlns:a16="http://schemas.microsoft.com/office/drawing/2014/main" id="{2C267C38-FFB3-7991-54D8-A32071C02F1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6" name="Gráfico 45" descr="Casinha de cachorro estrutura de tópicos">
                <a:extLst>
                  <a:ext uri="{FF2B5EF4-FFF2-40B4-BE49-F238E27FC236}">
                    <a16:creationId xmlns:a16="http://schemas.microsoft.com/office/drawing/2014/main" id="{498AAAE8-846E-2927-F646-97FAFE537B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6DD6EA32-7211-B787-556E-BC1F4717706D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5" name="Gráfico 44" descr="Área de Transferência estrutura de tópicos">
              <a:extLst>
                <a:ext uri="{FF2B5EF4-FFF2-40B4-BE49-F238E27FC236}">
                  <a16:creationId xmlns:a16="http://schemas.microsoft.com/office/drawing/2014/main" id="{84D8B3B9-83F7-8994-BC1C-E35C142B1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902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9ED43-6D27-C26C-929F-47FEEB300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C8C100F-3D89-CD3B-4BE6-19EFDA514D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42A0D78-BE4E-F9E0-0B12-89810911139C}"/>
              </a:ext>
            </a:extLst>
          </p:cNvPr>
          <p:cNvSpPr/>
          <p:nvPr/>
        </p:nvSpPr>
        <p:spPr>
          <a:xfrm>
            <a:off x="2425802" y="711675"/>
            <a:ext cx="9677196" cy="607336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581E546-25B2-BA07-9E96-BB116AA477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A54D40A-4739-2970-A6AE-B0E65A25FE1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58FD30C-5525-4660-7FB5-C6CEEAD41D10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C2D789A-D05E-1DF3-5FBE-0CC91A0A5D20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D66C89E7-AB47-E0D3-5479-F5093FAFE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EFAEE61-7D6A-E194-7C5A-07F25ECDB3D1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DCB58DE-9740-9CE1-1200-665B95C08B07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091F0D1-4508-D153-B730-CCED30B36A9C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AD2F6616-1B7A-C678-D017-2899AB1C2FD8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544E580-D67F-245E-EE34-FA71820B5963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0433B239-ABFA-F9DA-4835-F7307A4693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062ECD4-53EA-A09B-5A14-45E92F8144A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66BB13BD-A7A6-34A2-F6FD-106A3E29A58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7F9ED204-86BF-C918-E3FE-3FE371377DE8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44C136CA-AF34-DC1D-38A5-D997183DB299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97787B4-8F67-906F-CA69-0B5AF428092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D9BD9C5-165B-419F-F42C-9B77A7F62B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4D094BA-CD15-2D7D-32BB-D58B3524D16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9472141-30E5-ED5C-EA3B-9C87219F9B32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9DDC293A-AE85-7F3C-2D44-AC111A7720A7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F916C839-5747-9742-BC8D-B1A03367B4D8}"/>
              </a:ext>
            </a:extLst>
          </p:cNvPr>
          <p:cNvSpPr/>
          <p:nvPr/>
        </p:nvSpPr>
        <p:spPr>
          <a:xfrm>
            <a:off x="2581274" y="1410794"/>
            <a:ext cx="9382125" cy="3570781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34EA59FD-EA99-230F-653C-D2933F379F2B}"/>
              </a:ext>
            </a:extLst>
          </p:cNvPr>
          <p:cNvSpPr txBox="1"/>
          <p:nvPr/>
        </p:nvSpPr>
        <p:spPr>
          <a:xfrm>
            <a:off x="10726857" y="1533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70DC2093-7335-7608-5A5E-065B1E4476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8603" y="15597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219E4511-3CFE-DF51-2132-9AC43C7C80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30261" y="1559724"/>
            <a:ext cx="198827" cy="198827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432D79C9-AEF8-D8B8-04AB-EB48F7D132B3}"/>
              </a:ext>
            </a:extLst>
          </p:cNvPr>
          <p:cNvSpPr txBox="1"/>
          <p:nvPr/>
        </p:nvSpPr>
        <p:spPr>
          <a:xfrm>
            <a:off x="2572773" y="18237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944896BA-EDAB-3A5D-EFC9-20BF79ACF008}"/>
              </a:ext>
            </a:extLst>
          </p:cNvPr>
          <p:cNvSpPr/>
          <p:nvPr/>
        </p:nvSpPr>
        <p:spPr>
          <a:xfrm>
            <a:off x="2643361" y="21406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AF-002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2EC32DBD-A598-AC6B-BF27-76A6D18B0D08}"/>
              </a:ext>
            </a:extLst>
          </p:cNvPr>
          <p:cNvSpPr/>
          <p:nvPr/>
        </p:nvSpPr>
        <p:spPr>
          <a:xfrm>
            <a:off x="4586069" y="2140631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FED8E446-D5F1-D243-0392-5F810F023061}"/>
              </a:ext>
            </a:extLst>
          </p:cNvPr>
          <p:cNvSpPr txBox="1"/>
          <p:nvPr/>
        </p:nvSpPr>
        <p:spPr>
          <a:xfrm>
            <a:off x="4492042" y="1832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887BFACE-6658-CC51-0E53-B1C11003A3FD}"/>
              </a:ext>
            </a:extLst>
          </p:cNvPr>
          <p:cNvCxnSpPr>
            <a:cxnSpLocks/>
          </p:cNvCxnSpPr>
          <p:nvPr/>
        </p:nvCxnSpPr>
        <p:spPr>
          <a:xfrm>
            <a:off x="2643361" y="1739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EAC5072C-29F6-9DA3-F9F9-52852F480154}"/>
              </a:ext>
            </a:extLst>
          </p:cNvPr>
          <p:cNvSpPr txBox="1"/>
          <p:nvPr/>
        </p:nvSpPr>
        <p:spPr>
          <a:xfrm>
            <a:off x="2588066" y="1437242"/>
            <a:ext cx="42572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ECTOPARASITOS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2332EFCD-C69E-968A-5FCD-645F7E0701DB}"/>
              </a:ext>
            </a:extLst>
          </p:cNvPr>
          <p:cNvSpPr/>
          <p:nvPr/>
        </p:nvSpPr>
        <p:spPr>
          <a:xfrm>
            <a:off x="7481670" y="2140631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D77E74F0-303C-A3B1-E477-5675715358B0}"/>
              </a:ext>
            </a:extLst>
          </p:cNvPr>
          <p:cNvSpPr txBox="1"/>
          <p:nvPr/>
        </p:nvSpPr>
        <p:spPr>
          <a:xfrm>
            <a:off x="7387642" y="1832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 associado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0B95AAB-90CA-5F74-3382-78AB9CD0AF09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B017CF19-211D-741D-D908-1A917FEAFA07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B317FAA8-2A2F-BA4F-E91E-445715DE5F2C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27DAFD4-0866-8C0C-0139-76F69105C259}"/>
              </a:ext>
            </a:extLst>
          </p:cNvPr>
          <p:cNvSpPr/>
          <p:nvPr/>
        </p:nvSpPr>
        <p:spPr>
          <a:xfrm>
            <a:off x="12130336" y="2567246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98FB514-414C-F660-16AE-72F4DE1CD4B4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0651411-6AF8-3F2E-B1EC-C1212CB70CEA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76E5EBE2-ED70-C50B-038E-2D131F996E83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Ectoparasitos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54EADA3-2244-B734-FC8E-9F664C2F0C77}"/>
              </a:ext>
            </a:extLst>
          </p:cNvPr>
          <p:cNvSpPr txBox="1"/>
          <p:nvPr/>
        </p:nvSpPr>
        <p:spPr>
          <a:xfrm>
            <a:off x="2578824" y="334127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CA461B4-FCCF-5B89-379F-C9CFDCC57492}"/>
              </a:ext>
            </a:extLst>
          </p:cNvPr>
          <p:cNvSpPr/>
          <p:nvPr/>
        </p:nvSpPr>
        <p:spPr>
          <a:xfrm>
            <a:off x="2663803" y="365224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7A266F5-E18B-653E-A32B-3BA07EFEF1DE}"/>
              </a:ext>
            </a:extLst>
          </p:cNvPr>
          <p:cNvSpPr/>
          <p:nvPr/>
        </p:nvSpPr>
        <p:spPr>
          <a:xfrm>
            <a:off x="4233645" y="3649051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42B503C1-3057-E063-783A-9CC53FA48B72}"/>
              </a:ext>
            </a:extLst>
          </p:cNvPr>
          <p:cNvSpPr txBox="1"/>
          <p:nvPr/>
        </p:nvSpPr>
        <p:spPr>
          <a:xfrm>
            <a:off x="4139617" y="33412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53CB1FAE-C5A9-9608-DB04-94D105388FA7}"/>
              </a:ext>
            </a:extLst>
          </p:cNvPr>
          <p:cNvSpPr txBox="1"/>
          <p:nvPr/>
        </p:nvSpPr>
        <p:spPr>
          <a:xfrm>
            <a:off x="5703024" y="334127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ninfas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06B01149-B41C-7FEC-9D91-20D60988E4E6}"/>
              </a:ext>
            </a:extLst>
          </p:cNvPr>
          <p:cNvSpPr/>
          <p:nvPr/>
        </p:nvSpPr>
        <p:spPr>
          <a:xfrm>
            <a:off x="5788003" y="3652246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7F0F21E8-41F8-6E41-8FBC-4E6A4E4430F0}"/>
              </a:ext>
            </a:extLst>
          </p:cNvPr>
          <p:cNvSpPr/>
          <p:nvPr/>
        </p:nvSpPr>
        <p:spPr>
          <a:xfrm>
            <a:off x="7357845" y="3649051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378B919E-D1C5-6822-A9A6-34AC1D6DF3D9}"/>
              </a:ext>
            </a:extLst>
          </p:cNvPr>
          <p:cNvSpPr txBox="1"/>
          <p:nvPr/>
        </p:nvSpPr>
        <p:spPr>
          <a:xfrm>
            <a:off x="7263817" y="33412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larvas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8F6C96A6-2DA3-BDD1-CC36-A93B2C50FB17}"/>
              </a:ext>
            </a:extLst>
          </p:cNvPr>
          <p:cNvSpPr/>
          <p:nvPr/>
        </p:nvSpPr>
        <p:spPr>
          <a:xfrm>
            <a:off x="8919945" y="3649051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5771B477-AA82-DF3C-DB8D-5E979F74CE42}"/>
              </a:ext>
            </a:extLst>
          </p:cNvPr>
          <p:cNvSpPr txBox="1"/>
          <p:nvPr/>
        </p:nvSpPr>
        <p:spPr>
          <a:xfrm>
            <a:off x="8825917" y="33412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ovos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DC80FE0-7F32-99D4-A612-5D1A2E108A51}"/>
              </a:ext>
            </a:extLst>
          </p:cNvPr>
          <p:cNvSpPr txBox="1"/>
          <p:nvPr/>
        </p:nvSpPr>
        <p:spPr>
          <a:xfrm>
            <a:off x="2573361" y="255776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3BAAD5B3-A2D2-7B37-4B85-7B91F08E0204}"/>
              </a:ext>
            </a:extLst>
          </p:cNvPr>
          <p:cNvSpPr/>
          <p:nvPr/>
        </p:nvSpPr>
        <p:spPr>
          <a:xfrm>
            <a:off x="2643949" y="28746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7F3C3DE8-7072-1DF7-59B1-86EC0AF176B8}"/>
              </a:ext>
            </a:extLst>
          </p:cNvPr>
          <p:cNvSpPr txBox="1"/>
          <p:nvPr/>
        </p:nvSpPr>
        <p:spPr>
          <a:xfrm>
            <a:off x="5690912" y="2566893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EFD31E01-203C-59D6-7220-73C755E4407E}"/>
              </a:ext>
            </a:extLst>
          </p:cNvPr>
          <p:cNvSpPr/>
          <p:nvPr/>
        </p:nvSpPr>
        <p:spPr>
          <a:xfrm>
            <a:off x="5775891" y="287786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22732FB9-2A7D-00C6-71D3-CE5F54907109}"/>
              </a:ext>
            </a:extLst>
          </p:cNvPr>
          <p:cNvSpPr/>
          <p:nvPr/>
        </p:nvSpPr>
        <p:spPr>
          <a:xfrm>
            <a:off x="8907833" y="287467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E764D63B-0792-B199-3353-5CCCEA83D585}"/>
              </a:ext>
            </a:extLst>
          </p:cNvPr>
          <p:cNvSpPr txBox="1"/>
          <p:nvPr/>
        </p:nvSpPr>
        <p:spPr>
          <a:xfrm>
            <a:off x="8813805" y="2566893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Subespécie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C6CD2208-DB35-EB81-3451-10A0E23AA652}"/>
              </a:ext>
            </a:extLst>
          </p:cNvPr>
          <p:cNvSpPr txBox="1"/>
          <p:nvPr/>
        </p:nvSpPr>
        <p:spPr>
          <a:xfrm>
            <a:off x="2578824" y="407469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FA81209F-8EDA-54DD-64DA-D4AA38B23D93}"/>
              </a:ext>
            </a:extLst>
          </p:cNvPr>
          <p:cNvSpPr/>
          <p:nvPr/>
        </p:nvSpPr>
        <p:spPr>
          <a:xfrm>
            <a:off x="2663803" y="4385671"/>
            <a:ext cx="92061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graphicFrame>
        <p:nvGraphicFramePr>
          <p:cNvPr id="80" name="Tabela 79">
            <a:extLst>
              <a:ext uri="{FF2B5EF4-FFF2-40B4-BE49-F238E27FC236}">
                <a16:creationId xmlns:a16="http://schemas.microsoft.com/office/drawing/2014/main" id="{0D65FCE7-7FE2-4AAD-2889-62759D6531DE}"/>
              </a:ext>
            </a:extLst>
          </p:cNvPr>
          <p:cNvGraphicFramePr>
            <a:graphicFrameLocks noGrp="1"/>
          </p:cNvGraphicFramePr>
          <p:nvPr/>
        </p:nvGraphicFramePr>
        <p:xfrm>
          <a:off x="2588066" y="5055879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2611003888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365918486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1651967540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834745918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05011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410866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AE-005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048074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F2E257DF-5A04-BB95-3EC1-139271018D20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0BD96A-896E-A2E0-3488-6F5A2481E8B2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66B0E7E2-15F2-3F7B-6A3A-D72343C664CC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3E31F8D-392B-F8F4-F0B2-7711389E2EE6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8F1FE46-960A-D5C9-ED8A-0922B682AD20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8CE8351F-1D21-FD30-8D4C-E72D78C83F2A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0" name="Gráfico 39" descr="Aviso estrutura de tópicos">
              <a:extLst>
                <a:ext uri="{FF2B5EF4-FFF2-40B4-BE49-F238E27FC236}">
                  <a16:creationId xmlns:a16="http://schemas.microsoft.com/office/drawing/2014/main" id="{E790182B-103A-CC62-5575-87F5ABFE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11AC5773-06F5-477F-0B13-EEDF055AE3E7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3" name="Gráfico 42" descr="Casinha de cachorro estrutura de tópicos">
                <a:extLst>
                  <a:ext uri="{FF2B5EF4-FFF2-40B4-BE49-F238E27FC236}">
                    <a16:creationId xmlns:a16="http://schemas.microsoft.com/office/drawing/2014/main" id="{58F1DFFF-F47C-0C55-BFCE-06C10ADFF3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442D39F2-0A56-44EE-B5E9-8A8B018AC176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2" name="Gráfico 41" descr="Área de Transferência estrutura de tópicos">
              <a:extLst>
                <a:ext uri="{FF2B5EF4-FFF2-40B4-BE49-F238E27FC236}">
                  <a16:creationId xmlns:a16="http://schemas.microsoft.com/office/drawing/2014/main" id="{0FF37942-FFF8-3732-A8EB-C8DC17329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13908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8DF47-9B25-62EB-54DF-FE80928EE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163A01C-0767-0894-A487-CBEA4EB565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93B701D1-89EC-8140-1802-92242759F903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4CB7312-B693-0763-1F24-78219DBB29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56B8C93-7BC9-0C4D-FAF1-4D8C42C4BC3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01F621B-9DA3-5B6C-F53B-D483CB7AD656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5778B9C-6536-7392-B26D-4E6D0072D69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1755EA9-990F-C51C-2782-E9C9E91BC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4FC29AF-8B19-7330-8F8D-27FBB1394F15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981D0EA-CFC3-8730-C74C-A1B5BD9997FF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1EC9E144-FA2E-A112-EC82-476FC3B6F4E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9D6DC48-D9C0-CB96-D809-23F739945DE8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141092D-21ED-71C7-9A8A-8ABA5B1491A7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8F37153-3044-9D67-3F28-9AD0A8318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7C28EFEC-0852-8B78-525D-FD921CAFD20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E8BFFBA4-E865-9328-4199-8AAC2A9A3202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72B44B4-A440-66CB-9DF3-456F7F6615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5000480A-3702-04D5-6BFB-25FE34F08E25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86EDEE67-15EB-D6A8-216B-C916E2E995CD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DA8C5C12-D619-C1B9-7EA8-D9F3467E68FE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3FF270D4-4F8E-F96D-FD08-AE779D464316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AE6E5E2B-F6A3-CE30-0621-57F9730FC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21A48378-39A1-F5F8-2D08-CE95B4139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528325"/>
              </p:ext>
            </p:extLst>
          </p:nvPr>
        </p:nvGraphicFramePr>
        <p:xfrm>
          <a:off x="2581275" y="3655397"/>
          <a:ext cx="9382124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22757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3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757317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12455E1-60EE-3F0E-26AF-48AC80365135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C67D841-E9B7-A9A5-3590-AB9A5651407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7D0444-0127-344C-B402-5A55F3ED1E8D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8C5A6F9-7AA0-D484-99A0-B6C4F973543A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3AC9BB58-E8DF-229B-BD5A-3F8A5635040B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8D66B021-AF84-3D29-31FA-43B40BB10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02B2FA6D-7BB0-32C5-8949-79A87738ACE8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13AF4B51-2277-43A4-452D-48580E46DCD4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3037B17-7E07-266C-1795-1670394E1392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D9663E0-36C4-98A9-4281-E15BDDEF0C0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E8868EFC-E3FA-34AB-DE3A-C9BA2BE64008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A4EEF094-37E2-B3C3-9CAC-E4BC14E7FF7E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FB801032-DD8E-5338-D299-5FD4711C2FA6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4A96557-C2A8-EE58-71BE-0F1BA808370B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1CF9BCF0-C9CF-4E58-52FA-A1DD8E8C4B69}"/>
              </a:ext>
            </a:extLst>
          </p:cNvPr>
          <p:cNvCxnSpPr>
            <a:cxnSpLocks/>
          </p:cNvCxnSpPr>
          <p:nvPr/>
        </p:nvCxnSpPr>
        <p:spPr>
          <a:xfrm>
            <a:off x="6520655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9554D165-BCFA-F1B4-CFC0-F04BEF5F63F1}"/>
              </a:ext>
            </a:extLst>
          </p:cNvPr>
          <p:cNvSpPr/>
          <p:nvPr/>
        </p:nvSpPr>
        <p:spPr>
          <a:xfrm>
            <a:off x="6508658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8483C9C5-B79A-5B89-0762-45E1E22922D6}"/>
              </a:ext>
            </a:extLst>
          </p:cNvPr>
          <p:cNvSpPr/>
          <p:nvPr/>
        </p:nvSpPr>
        <p:spPr>
          <a:xfrm>
            <a:off x="6484950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84D7DDA-E9D7-EB50-E026-8753E88667D8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4C2DC47-1A58-0A57-7757-2A23D5B753B0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Fezes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DBAAF3CD-4434-E564-1D44-487EC6AB9B80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168C2D37-F4EF-80D2-B941-BEFC569AAD22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0C23792-B6BC-2A8F-C8C7-5450E6C68D26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59" name="Retângulo 58">
            <a:extLst>
              <a:ext uri="{FF2B5EF4-FFF2-40B4-BE49-F238E27FC236}">
                <a16:creationId xmlns:a16="http://schemas.microsoft.com/office/drawing/2014/main" id="{E25284C9-147F-594A-0A38-885E2642A715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0403F836-B973-2772-9A19-4D1487B34D3E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61" name="Gráfico 60" descr="Aviso estrutura de tópicos">
              <a:extLst>
                <a:ext uri="{FF2B5EF4-FFF2-40B4-BE49-F238E27FC236}">
                  <a16:creationId xmlns:a16="http://schemas.microsoft.com/office/drawing/2014/main" id="{6D8A8336-FF96-49DD-8C5B-2320BB6A0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2" name="Agrupar 61">
              <a:extLst>
                <a:ext uri="{FF2B5EF4-FFF2-40B4-BE49-F238E27FC236}">
                  <a16:creationId xmlns:a16="http://schemas.microsoft.com/office/drawing/2014/main" id="{725C2AEF-C379-080E-6103-9CA8DCD2044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4" name="Gráfico 63" descr="Casinha de cachorro estrutura de tópicos">
                <a:extLst>
                  <a:ext uri="{FF2B5EF4-FFF2-40B4-BE49-F238E27FC236}">
                    <a16:creationId xmlns:a16="http://schemas.microsoft.com/office/drawing/2014/main" id="{C97445E8-FF38-DB27-32B9-17E50F01A8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65" name="CaixaDeTexto 64">
                <a:extLst>
                  <a:ext uri="{FF2B5EF4-FFF2-40B4-BE49-F238E27FC236}">
                    <a16:creationId xmlns:a16="http://schemas.microsoft.com/office/drawing/2014/main" id="{77B64E39-0BD6-5898-53ED-9FB7F38A1DC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63" name="Gráfico 62" descr="Área de Transferência estrutura de tópicos">
              <a:extLst>
                <a:ext uri="{FF2B5EF4-FFF2-40B4-BE49-F238E27FC236}">
                  <a16:creationId xmlns:a16="http://schemas.microsoft.com/office/drawing/2014/main" id="{98E76D29-D457-70F5-BE68-8E1D220F24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19106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FD9A-C112-D76A-A92C-8FA769E47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7FC5820-5031-3F55-E02F-8C0BE2CDC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BFEDBDB-05DB-51D7-9871-744D8D5415CD}"/>
              </a:ext>
            </a:extLst>
          </p:cNvPr>
          <p:cNvSpPr/>
          <p:nvPr/>
        </p:nvSpPr>
        <p:spPr>
          <a:xfrm>
            <a:off x="2425802" y="711675"/>
            <a:ext cx="9677196" cy="6371212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610F30E6-2F27-60D4-0E00-CA5A2DC7F8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AE84E46-F08B-3EB9-A69D-FAA79D4406A3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FD8D453-CD5A-2CEC-0DD9-72E2CE5168E8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5A326EA0-9102-41B7-C1BE-2A93A096DD21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27D79C62-C1CA-4F18-74BF-AF097DAA5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A72DE35-6E1F-C6BC-E7DB-BFC4DDF8718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AC8E461-C9EA-AC26-840A-ABF1582F7A1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281AC710-DEF2-8520-3C71-B70BA86E5E5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8A8442D-A6EE-F6C2-A675-0FC2D24A868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D8816267-BF20-6FBE-079C-E56A48356F8C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E2BF795E-7C82-39DE-3FF3-392AF76292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C54FE529-1B0E-1E21-E274-51BCF8C7D5E5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E1DF6AE-2552-F3EA-B85E-72CBB6D4DAF1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BEB17F7-2A21-B6EB-954A-38B1E32311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06677B9-A694-1B59-59B6-98DCC5BD83B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CCBC493A-648F-22FA-A4D0-F9D8BD21D3F0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22122EA1-A500-82AC-56B8-1A00BAD74076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B9FE4774-4BFF-E6F0-0E93-AAE73446AB77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Visita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2AD9780E-21B9-BFB9-E1F0-F22B680A4A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C20CC09B-8B16-2642-11ED-8299DCA91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501366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Visita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2102435-66C1-0FC7-5B6B-AC64CB04276E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21ECA48-9655-BD6C-0A15-227E14EC20C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3168B5A-1922-B805-E4F6-17394D84513D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2723971D-9573-052A-2F87-42D6CA84CB45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29C64A0-DFA2-B58A-4419-0B63B1D95CF5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38994F3-FA5D-09D7-6D44-6E8122CE2E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82BD593-45DD-0081-B8DE-CF398F7C5119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1CADFACC-5DB8-A1EB-764D-AA11B94F4944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9428D64-DD28-2D36-72AB-EC3942A58C71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0BEEC2E4-F4A3-1469-7FDC-3D57EB5D4301}"/>
              </a:ext>
            </a:extLst>
          </p:cNvPr>
          <p:cNvSpPr/>
          <p:nvPr/>
        </p:nvSpPr>
        <p:spPr>
          <a:xfrm>
            <a:off x="2581274" y="47127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9049B44D-6777-3B99-42F5-83FBB374428A}"/>
              </a:ext>
            </a:extLst>
          </p:cNvPr>
          <p:cNvSpPr txBox="1"/>
          <p:nvPr/>
        </p:nvSpPr>
        <p:spPr>
          <a:xfrm>
            <a:off x="10726857" y="4835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4D95FB33-0EA7-731D-CA41-D2F3600A75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617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409C8616-3B4A-6713-3D29-45536DA88A9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61724"/>
            <a:ext cx="198827" cy="198827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37EE8D97-C62C-8993-9EE8-79F4D9932154}"/>
              </a:ext>
            </a:extLst>
          </p:cNvPr>
          <p:cNvSpPr txBox="1"/>
          <p:nvPr/>
        </p:nvSpPr>
        <p:spPr>
          <a:xfrm>
            <a:off x="2572773" y="51257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FFD2DD4F-0240-7795-1017-42FAE26739BD}"/>
              </a:ext>
            </a:extLst>
          </p:cNvPr>
          <p:cNvSpPr/>
          <p:nvPr/>
        </p:nvSpPr>
        <p:spPr>
          <a:xfrm>
            <a:off x="2643361" y="54426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AF-002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204E830E-9469-EB9C-88F9-CA1C444F81EC}"/>
              </a:ext>
            </a:extLst>
          </p:cNvPr>
          <p:cNvSpPr/>
          <p:nvPr/>
        </p:nvSpPr>
        <p:spPr>
          <a:xfrm>
            <a:off x="4586069" y="5442631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633746A8-7A9C-D2F4-CD32-6407384361A6}"/>
              </a:ext>
            </a:extLst>
          </p:cNvPr>
          <p:cNvSpPr txBox="1"/>
          <p:nvPr/>
        </p:nvSpPr>
        <p:spPr>
          <a:xfrm>
            <a:off x="4492042" y="5134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916AD41A-63FD-610B-5CA3-FC81B402E879}"/>
              </a:ext>
            </a:extLst>
          </p:cNvPr>
          <p:cNvSpPr txBox="1"/>
          <p:nvPr/>
        </p:nvSpPr>
        <p:spPr>
          <a:xfrm>
            <a:off x="2572773" y="58698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EE579CD8-E369-396C-1FDC-E0F7EF576B41}"/>
              </a:ext>
            </a:extLst>
          </p:cNvPr>
          <p:cNvSpPr/>
          <p:nvPr/>
        </p:nvSpPr>
        <p:spPr>
          <a:xfrm>
            <a:off x="2643361" y="61867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DF9CD6C3-B9D1-D27A-180D-60B87A2568F9}"/>
              </a:ext>
            </a:extLst>
          </p:cNvPr>
          <p:cNvSpPr txBox="1"/>
          <p:nvPr/>
        </p:nvSpPr>
        <p:spPr>
          <a:xfrm>
            <a:off x="5690324" y="58789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Tecnologia de Processamento</a:t>
            </a:r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2E818C77-B7CE-0EC5-C817-B9F48BBB7717}"/>
              </a:ext>
            </a:extLst>
          </p:cNvPr>
          <p:cNvSpPr/>
          <p:nvPr/>
        </p:nvSpPr>
        <p:spPr>
          <a:xfrm>
            <a:off x="5775303" y="6189908"/>
            <a:ext cx="60711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quando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DB7F8A76-063C-B94A-3A7F-B3A3AF601D08}"/>
              </a:ext>
            </a:extLst>
          </p:cNvPr>
          <p:cNvCxnSpPr>
            <a:cxnSpLocks/>
          </p:cNvCxnSpPr>
          <p:nvPr/>
        </p:nvCxnSpPr>
        <p:spPr>
          <a:xfrm>
            <a:off x="2643361" y="5041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CE0FF23A-4444-5DC3-A35F-D3BCFEFC9EDD}"/>
              </a:ext>
            </a:extLst>
          </p:cNvPr>
          <p:cNvSpPr txBox="1"/>
          <p:nvPr/>
        </p:nvSpPr>
        <p:spPr>
          <a:xfrm>
            <a:off x="2588066" y="4739242"/>
            <a:ext cx="35079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FEZES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60EF9D66-E898-D9DF-2CE7-2EAA08C81746}"/>
              </a:ext>
            </a:extLst>
          </p:cNvPr>
          <p:cNvSpPr/>
          <p:nvPr/>
        </p:nvSpPr>
        <p:spPr>
          <a:xfrm>
            <a:off x="7481670" y="5442631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EDE04D4F-B981-1F69-49B1-65BAD01DA1B3}"/>
              </a:ext>
            </a:extLst>
          </p:cNvPr>
          <p:cNvSpPr txBox="1"/>
          <p:nvPr/>
        </p:nvSpPr>
        <p:spPr>
          <a:xfrm>
            <a:off x="7387642" y="5134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 associado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8F955026-2336-4EFB-468D-B5346C3A06AF}"/>
              </a:ext>
            </a:extLst>
          </p:cNvPr>
          <p:cNvSpPr txBox="1"/>
          <p:nvPr/>
        </p:nvSpPr>
        <p:spPr>
          <a:xfrm>
            <a:off x="2573529" y="662428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425A1FC7-3996-3E00-0CFC-FDCF4B65A14F}"/>
              </a:ext>
            </a:extLst>
          </p:cNvPr>
          <p:cNvSpPr/>
          <p:nvPr/>
        </p:nvSpPr>
        <p:spPr>
          <a:xfrm>
            <a:off x="2644116" y="6941198"/>
            <a:ext cx="9202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456AFC5F-7177-5652-B815-85BD13BE285E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9022FE13-19D3-69E1-3FAB-6376F3CE1CE0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5B1C9B4B-2314-BEDE-503B-FF7AFEBFE2C8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A9736992-1C7D-4931-4A53-DCB6C24799CE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C07CAF33-2C9E-4283-55AA-05F9D6C49BC0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343E3D58-7A7E-21CB-CCEF-7B08D5F50C0A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F124FA30-D929-2B05-B929-66D46ACA53F0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A72FC480-D323-F63A-2523-1D278EB32F1D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C0A135B-E6DA-8E8E-7F59-A786FF34B79F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0EFBCF8E-071C-A04E-A614-4C4B0DEA50A4}"/>
              </a:ext>
            </a:extLst>
          </p:cNvPr>
          <p:cNvCxnSpPr>
            <a:cxnSpLocks/>
          </p:cNvCxnSpPr>
          <p:nvPr/>
        </p:nvCxnSpPr>
        <p:spPr>
          <a:xfrm>
            <a:off x="6520655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3B4F492B-5BE3-3363-D55C-4D2C0E1F4888}"/>
              </a:ext>
            </a:extLst>
          </p:cNvPr>
          <p:cNvSpPr/>
          <p:nvPr/>
        </p:nvSpPr>
        <p:spPr>
          <a:xfrm>
            <a:off x="6508658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2F6570F8-410B-F1A4-24DD-0671DAC954AB}"/>
              </a:ext>
            </a:extLst>
          </p:cNvPr>
          <p:cNvSpPr/>
          <p:nvPr/>
        </p:nvSpPr>
        <p:spPr>
          <a:xfrm>
            <a:off x="6484950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50881A4-71D5-692B-D11B-370F649FF880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78422F78-CB24-6B1D-8B19-D19B2F844F00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Fezes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1D4C0E53-3120-2659-28CD-74E9D1FB4933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548C5EF6-4189-DF8F-14B4-99F0CCCC05A4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055C25D4-B76C-0B1B-B9B2-60888B6759B9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D3A86F6-5449-72E2-1B80-DC0687F4F8BC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545D07EF-4D7F-5D1E-F6EA-58FC55E38D3B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5" name="Gráfico 24" descr="Aviso estrutura de tópicos">
              <a:extLst>
                <a:ext uri="{FF2B5EF4-FFF2-40B4-BE49-F238E27FC236}">
                  <a16:creationId xmlns:a16="http://schemas.microsoft.com/office/drawing/2014/main" id="{2CD39A5C-5C4D-A74D-68DF-E01C7E47F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ECAFA43F-8069-AE66-23BE-4778E343D7CD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8" name="Gráfico 37" descr="Casinha de cachorro estrutura de tópicos">
                <a:extLst>
                  <a:ext uri="{FF2B5EF4-FFF2-40B4-BE49-F238E27FC236}">
                    <a16:creationId xmlns:a16="http://schemas.microsoft.com/office/drawing/2014/main" id="{4F9B37F3-16D9-B2FB-B0A2-2EFFBFB275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54" name="CaixaDeTexto 53">
                <a:extLst>
                  <a:ext uri="{FF2B5EF4-FFF2-40B4-BE49-F238E27FC236}">
                    <a16:creationId xmlns:a16="http://schemas.microsoft.com/office/drawing/2014/main" id="{D116A244-DD2C-3ECD-7E0F-D239A58C75DE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7" name="Gráfico 36" descr="Área de Transferência estrutura de tópicos">
              <a:extLst>
                <a:ext uri="{FF2B5EF4-FFF2-40B4-BE49-F238E27FC236}">
                  <a16:creationId xmlns:a16="http://schemas.microsoft.com/office/drawing/2014/main" id="{DB153599-B43D-2663-C496-E7CBBDAA6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8166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78D9-8E99-BF02-C8AE-437EF194B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6AB2E66-53D2-35AE-E96F-7A33669378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41BD46A0-D971-05BD-EAD5-79D60FC08885}"/>
              </a:ext>
            </a:extLst>
          </p:cNvPr>
          <p:cNvSpPr/>
          <p:nvPr/>
        </p:nvSpPr>
        <p:spPr>
          <a:xfrm>
            <a:off x="2425802" y="711675"/>
            <a:ext cx="9677196" cy="6073361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A848E55-FB21-974E-D2EF-8A51D958E3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408A912-BED2-ECF3-55B7-972B7ABFB07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DB113C8-451A-E948-75C2-D8316D8320A4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C49E678-65C6-4348-1B5B-70580A7B7C0E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25CE120E-8CA6-97A4-789D-E61FF0B0E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163F107-A25C-26D0-87E7-3086321FD9B5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AC34BBF-214B-8174-B00E-080AB4E2E66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F1AF9E7-B453-C3FF-24A2-F0B03569991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04D2621-7BD0-B1D8-1A23-DDA81E0A4DEE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D9C161E-BEA1-95D4-AACF-EE3EA1CC4FB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53EA1FB-B879-F632-4F77-74423E6E8B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108B0BC4-3C23-F136-E4D8-CA98D8444AC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1AD84CB-BE3E-BB5C-77EB-626F758CA3E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B6E09010-7B86-103A-A248-A922B96251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90C46342-53ED-6301-3A9B-B9E202FFBC37}"/>
              </a:ext>
            </a:extLst>
          </p:cNvPr>
          <p:cNvSpPr/>
          <p:nvPr/>
        </p:nvSpPr>
        <p:spPr>
          <a:xfrm>
            <a:off x="2581274" y="1410795"/>
            <a:ext cx="9382125" cy="4458764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214F4C78-B2E7-18C3-BF7E-E5B745773200}"/>
              </a:ext>
            </a:extLst>
          </p:cNvPr>
          <p:cNvSpPr txBox="1"/>
          <p:nvPr/>
        </p:nvSpPr>
        <p:spPr>
          <a:xfrm>
            <a:off x="10726857" y="1533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464D699A-C210-083C-48A6-94BB6AA56E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8603" y="15597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C27D15CF-E614-F3CB-1042-F5B53EAAE2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30261" y="1559724"/>
            <a:ext cx="198827" cy="198827"/>
          </a:xfrm>
          <a:prstGeom prst="rect">
            <a:avLst/>
          </a:prstGeom>
        </p:spPr>
      </p:pic>
      <p:sp>
        <p:nvSpPr>
          <p:cNvPr id="96" name="CaixaDeTexto 95">
            <a:extLst>
              <a:ext uri="{FF2B5EF4-FFF2-40B4-BE49-F238E27FC236}">
                <a16:creationId xmlns:a16="http://schemas.microsoft.com/office/drawing/2014/main" id="{6A7B495E-570D-D6EA-8FB2-8C8280D95AAC}"/>
              </a:ext>
            </a:extLst>
          </p:cNvPr>
          <p:cNvSpPr txBox="1"/>
          <p:nvPr/>
        </p:nvSpPr>
        <p:spPr>
          <a:xfrm>
            <a:off x="2572773" y="18237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49BF4516-C67B-2D3C-2012-78317E6EB8EA}"/>
              </a:ext>
            </a:extLst>
          </p:cNvPr>
          <p:cNvSpPr/>
          <p:nvPr/>
        </p:nvSpPr>
        <p:spPr>
          <a:xfrm>
            <a:off x="2643361" y="21406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AF-002</a:t>
            </a: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BB718733-BA3E-E70B-56D4-B53DBFC92AD1}"/>
              </a:ext>
            </a:extLst>
          </p:cNvPr>
          <p:cNvSpPr/>
          <p:nvPr/>
        </p:nvSpPr>
        <p:spPr>
          <a:xfrm>
            <a:off x="4586069" y="2140631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V-002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7D4DCF21-0B3F-4CB9-15D3-025E1D2139B3}"/>
              </a:ext>
            </a:extLst>
          </p:cNvPr>
          <p:cNvSpPr txBox="1"/>
          <p:nvPr/>
        </p:nvSpPr>
        <p:spPr>
          <a:xfrm>
            <a:off x="4492042" y="1832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Visita associada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9E26AD8A-F79D-4AE9-4A28-334B28298496}"/>
              </a:ext>
            </a:extLst>
          </p:cNvPr>
          <p:cNvSpPr txBox="1"/>
          <p:nvPr/>
        </p:nvSpPr>
        <p:spPr>
          <a:xfrm>
            <a:off x="2572773" y="25678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C3A135B5-D896-285E-20D5-C12A3A36FC0F}"/>
              </a:ext>
            </a:extLst>
          </p:cNvPr>
          <p:cNvSpPr/>
          <p:nvPr/>
        </p:nvSpPr>
        <p:spPr>
          <a:xfrm>
            <a:off x="2643361" y="28847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34D54515-C91D-12B9-6264-EC4708DB9814}"/>
              </a:ext>
            </a:extLst>
          </p:cNvPr>
          <p:cNvSpPr txBox="1"/>
          <p:nvPr/>
        </p:nvSpPr>
        <p:spPr>
          <a:xfrm>
            <a:off x="5690324" y="25769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Tecnologia de Processamento</a:t>
            </a:r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05F8E1E1-7B57-7A8E-D3D5-9FB8F142113D}"/>
              </a:ext>
            </a:extLst>
          </p:cNvPr>
          <p:cNvSpPr/>
          <p:nvPr/>
        </p:nvSpPr>
        <p:spPr>
          <a:xfrm>
            <a:off x="5775303" y="2887908"/>
            <a:ext cx="607117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quando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DCB86D2A-1AE5-64B6-13F1-54E86743FFA3}"/>
              </a:ext>
            </a:extLst>
          </p:cNvPr>
          <p:cNvCxnSpPr>
            <a:cxnSpLocks/>
          </p:cNvCxnSpPr>
          <p:nvPr/>
        </p:nvCxnSpPr>
        <p:spPr>
          <a:xfrm>
            <a:off x="2643361" y="1739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A229B106-F8E4-6321-C78A-74071D608B91}"/>
              </a:ext>
            </a:extLst>
          </p:cNvPr>
          <p:cNvSpPr txBox="1"/>
          <p:nvPr/>
        </p:nvSpPr>
        <p:spPr>
          <a:xfrm>
            <a:off x="2588066" y="1437242"/>
            <a:ext cx="4499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FEZES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F08710C3-2694-46A5-E701-FAC03DCD24CD}"/>
              </a:ext>
            </a:extLst>
          </p:cNvPr>
          <p:cNvSpPr/>
          <p:nvPr/>
        </p:nvSpPr>
        <p:spPr>
          <a:xfrm>
            <a:off x="7481670" y="2140631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Cão 2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(fixo, depende da visita)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7" name="CaixaDeTexto 76">
            <a:extLst>
              <a:ext uri="{FF2B5EF4-FFF2-40B4-BE49-F238E27FC236}">
                <a16:creationId xmlns:a16="http://schemas.microsoft.com/office/drawing/2014/main" id="{CB2B08D7-ABDB-6C29-28C4-E926EDA630D2}"/>
              </a:ext>
            </a:extLst>
          </p:cNvPr>
          <p:cNvSpPr txBox="1"/>
          <p:nvPr/>
        </p:nvSpPr>
        <p:spPr>
          <a:xfrm>
            <a:off x="7387642" y="18328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Animal associado</a:t>
            </a:r>
          </a:p>
        </p:txBody>
      </p: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39E0D4FA-D75C-3D1A-E252-2643F63700ED}"/>
              </a:ext>
            </a:extLst>
          </p:cNvPr>
          <p:cNvCxnSpPr>
            <a:cxnSpLocks/>
          </p:cNvCxnSpPr>
          <p:nvPr/>
        </p:nvCxnSpPr>
        <p:spPr>
          <a:xfrm>
            <a:off x="2643361" y="4377469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BE099E6F-F09D-55FC-E4C7-5EC81F9FC50B}"/>
              </a:ext>
            </a:extLst>
          </p:cNvPr>
          <p:cNvSpPr txBox="1"/>
          <p:nvPr/>
        </p:nvSpPr>
        <p:spPr>
          <a:xfrm>
            <a:off x="2588066" y="4075211"/>
            <a:ext cx="2785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DE OVOS/CISTOS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775DDC7D-25F0-934D-7610-EAD5150CF863}"/>
              </a:ext>
            </a:extLst>
          </p:cNvPr>
          <p:cNvSpPr txBox="1"/>
          <p:nvPr/>
        </p:nvSpPr>
        <p:spPr>
          <a:xfrm>
            <a:off x="2573529" y="330958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5BFA5BBE-7650-8E3F-2257-F563FA6DE053}"/>
              </a:ext>
            </a:extLst>
          </p:cNvPr>
          <p:cNvSpPr/>
          <p:nvPr/>
        </p:nvSpPr>
        <p:spPr>
          <a:xfrm>
            <a:off x="2644116" y="3626498"/>
            <a:ext cx="9202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graphicFrame>
        <p:nvGraphicFramePr>
          <p:cNvPr id="61" name="Tabela 60">
            <a:extLst>
              <a:ext uri="{FF2B5EF4-FFF2-40B4-BE49-F238E27FC236}">
                <a16:creationId xmlns:a16="http://schemas.microsoft.com/office/drawing/2014/main" id="{EB37164D-57B3-9940-D040-BD3ED0B365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6596922"/>
              </p:ext>
            </p:extLst>
          </p:nvPr>
        </p:nvGraphicFramePr>
        <p:xfrm>
          <a:off x="2588066" y="5969172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997123932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175181930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483497735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959161502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V-003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Cão 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3861713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0240BDA-B652-4674-DDFD-7C2DFA2413A9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riângulo isósceles 2">
            <a:extLst>
              <a:ext uri="{FF2B5EF4-FFF2-40B4-BE49-F238E27FC236}">
                <a16:creationId xmlns:a16="http://schemas.microsoft.com/office/drawing/2014/main" id="{D146AA11-B630-6DA2-D22E-A4E849447856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riângulo isósceles 4">
            <a:extLst>
              <a:ext uri="{FF2B5EF4-FFF2-40B4-BE49-F238E27FC236}">
                <a16:creationId xmlns:a16="http://schemas.microsoft.com/office/drawing/2014/main" id="{EFA88DCB-82AF-000A-819E-67089A9C6B4E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D37C074-DF14-A8BD-4947-6A2E6B3BE9FF}"/>
              </a:ext>
            </a:extLst>
          </p:cNvPr>
          <p:cNvSpPr/>
          <p:nvPr/>
        </p:nvSpPr>
        <p:spPr>
          <a:xfrm>
            <a:off x="12130336" y="2567246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A57E4764-AC4E-E16B-81C2-68284A82AD5B}"/>
              </a:ext>
            </a:extLst>
          </p:cNvPr>
          <p:cNvCxnSpPr>
            <a:cxnSpLocks/>
          </p:cNvCxnSpPr>
          <p:nvPr/>
        </p:nvCxnSpPr>
        <p:spPr>
          <a:xfrm>
            <a:off x="2643361" y="5266469"/>
            <a:ext cx="9203118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ACEAC9A-8E4D-AEAE-0945-6FD5C63C50C7}"/>
              </a:ext>
            </a:extLst>
          </p:cNvPr>
          <p:cNvSpPr txBox="1"/>
          <p:nvPr/>
        </p:nvSpPr>
        <p:spPr>
          <a:xfrm>
            <a:off x="2588066" y="4964211"/>
            <a:ext cx="2785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MOLECULARES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1365261-478D-0261-00B9-FC9D9CEA4513}"/>
              </a:ext>
            </a:extLst>
          </p:cNvPr>
          <p:cNvSpPr/>
          <p:nvPr/>
        </p:nvSpPr>
        <p:spPr>
          <a:xfrm>
            <a:off x="2659704" y="4487194"/>
            <a:ext cx="332199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ANÁLISES DE OVOS/CISTOS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AA097C3-E969-A866-E98B-7CDF9B7D22E6}"/>
              </a:ext>
            </a:extLst>
          </p:cNvPr>
          <p:cNvSpPr/>
          <p:nvPr/>
        </p:nvSpPr>
        <p:spPr>
          <a:xfrm>
            <a:off x="2659704" y="5401594"/>
            <a:ext cx="3030619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ANÁLISES MOLECULARES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30625ED-9B9F-F877-B19F-D8984CDB379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2C0AA317-386F-6EE2-D0DE-334EC5872C0D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8396DEB6-3761-BCEC-0F06-418DAC224C8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B383818B-686F-8EF4-D6EF-02E77E141DF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A891F796-987C-CB8D-A3F7-44740A89200F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9AB7C34C-67AA-4109-E0B8-19B83A118411}"/>
              </a:ext>
            </a:extLst>
          </p:cNvPr>
          <p:cNvCxnSpPr>
            <a:cxnSpLocks/>
          </p:cNvCxnSpPr>
          <p:nvPr/>
        </p:nvCxnSpPr>
        <p:spPr>
          <a:xfrm>
            <a:off x="6520655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D65D7315-EF21-397F-458C-D6F16E38DBFD}"/>
              </a:ext>
            </a:extLst>
          </p:cNvPr>
          <p:cNvSpPr/>
          <p:nvPr/>
        </p:nvSpPr>
        <p:spPr>
          <a:xfrm>
            <a:off x="6508658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C9F4AC68-D23A-9696-C475-86D6B0A97A15}"/>
              </a:ext>
            </a:extLst>
          </p:cNvPr>
          <p:cNvSpPr/>
          <p:nvPr/>
        </p:nvSpPr>
        <p:spPr>
          <a:xfrm>
            <a:off x="6484950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4282925-2E8B-56EB-7B99-1A296907FA9A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B48D03A0-38A1-3A19-AC24-3410D00B6058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Fezes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207E9F6D-F8A0-AFB5-A019-D2231C0EE8B6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C8B0FF68-540F-83E6-0B83-A08D366D1989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59A421A1-6F71-A636-4BDC-BD2DF9108A5F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D035E11-889F-2CF0-5515-9A03AD8E4524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FF7A995-6B56-F4A0-5C67-89CAADAA74A3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0" name="Gráfico 19" descr="Aviso estrutura de tópicos">
              <a:extLst>
                <a:ext uri="{FF2B5EF4-FFF2-40B4-BE49-F238E27FC236}">
                  <a16:creationId xmlns:a16="http://schemas.microsoft.com/office/drawing/2014/main" id="{99ABFCC0-36A4-16B7-6274-4AAECA2DC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5" name="Agrupar 24">
              <a:extLst>
                <a:ext uri="{FF2B5EF4-FFF2-40B4-BE49-F238E27FC236}">
                  <a16:creationId xmlns:a16="http://schemas.microsoft.com/office/drawing/2014/main" id="{5384BD35-5627-53D2-E3B9-0EDD6D4F713C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6" name="Gráfico 35" descr="Casinha de cachorro estrutura de tópicos">
                <a:extLst>
                  <a:ext uri="{FF2B5EF4-FFF2-40B4-BE49-F238E27FC236}">
                    <a16:creationId xmlns:a16="http://schemas.microsoft.com/office/drawing/2014/main" id="{B7A6C111-C796-FEFF-7EB0-82465C6C8E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0FF38963-43F4-9033-5E36-C0E1C35F3EF2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0" name="Gráfico 29" descr="Área de Transferência estrutura de tópicos">
              <a:extLst>
                <a:ext uri="{FF2B5EF4-FFF2-40B4-BE49-F238E27FC236}">
                  <a16:creationId xmlns:a16="http://schemas.microsoft.com/office/drawing/2014/main" id="{33067931-5ECF-63AC-800E-C4571339F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96812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B2415-FE9A-A9CE-C4C9-2F6153125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8A0CB8F-5F4C-0C1C-A9EF-BB634B27A6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68D87A4A-A9C5-9ED2-82CA-3D4F7A838FB9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D24B36F-54D4-2083-8E57-9A54A5A02F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4BC46D7-DF38-DD8C-B4F7-1ECCD3BA69EA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5EF59A6A-33A6-B26E-4D94-19F695D7C303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5DBB4092-8BAA-238C-A7F9-D735010E7984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B60A37EB-1A2E-5A3B-CC1C-C09A70F2C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75F4933-911C-2A65-E5DB-0E46C0F6D6FA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CFD5BB5-D28B-EEFE-2B3E-D22B97517AA9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4D42A74-66A1-A548-C3D7-B40D556158C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60810BB-9664-94CC-09B6-930F326AACF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308655C-23EF-BB49-F100-CC305D5D5037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1A6C9D8-95B0-5C04-B2E6-AC24C73FF2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EEE65C7B-D279-B46A-309F-C0A2CD0A05F5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D33FCEC9-3053-C9F7-8A51-D0EA1E72395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3EDB289E-2519-2EC8-D9E0-42827C8794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89A5A25-9AF6-CFF1-C0D5-225E0BD5512C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1B4FE05C-2D5C-5008-23D5-C148B05EC5D3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E2BE98D6-54DD-3EBB-3921-41AAFF1D4C87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CD441A72-533D-1875-6950-7E26BD07B69A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Ana. de Fezes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DF10E0EF-E59B-88E8-5330-42A2D976C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E0B19196-0E2B-FB27-41A1-83359CBC5D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3960791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Análise de Fezes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AOC-001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AOC-002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espécie2)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227577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A4AB041-AAEF-59A7-1CAC-99F312A99B33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D356757-301F-A046-60E6-6F82B8577D5D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8E0200-A03F-B132-ABEF-9FA4A9954B94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9526D5F2-71E7-6C3E-DA72-839212F698C6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D4179B7C-C432-5702-F43C-0B2EEE80C5E9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C9FE1DC5-BE20-779B-8732-4F393CBAF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1235BCD-BE1B-3FE5-00AB-651CC335C7A3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A3540EBC-0305-1A84-46C6-81C560487833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DC1C1F6-2D70-4F31-888F-CF7BDA9BE87D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4F224D97-10CA-6F60-C4A9-A5B1B96A527D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2D8CADFB-2585-29F8-7FB2-C1CB96547D74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D3484384-4E67-BA4F-C7C6-1944A2D774B1}"/>
              </a:ext>
            </a:extLst>
          </p:cNvPr>
          <p:cNvCxnSpPr>
            <a:cxnSpLocks/>
          </p:cNvCxnSpPr>
          <p:nvPr/>
        </p:nvCxnSpPr>
        <p:spPr>
          <a:xfrm>
            <a:off x="6520655" y="1281033"/>
            <a:ext cx="558234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1EF6EF18-624E-CDB1-F701-BE79FAE08B88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C3B4AFD-FAF2-D771-AB55-52BCD40D235A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EF38F29A-D0DB-988A-5A04-D3FD0FE6ED16}"/>
              </a:ext>
            </a:extLst>
          </p:cNvPr>
          <p:cNvCxnSpPr>
            <a:cxnSpLocks/>
          </p:cNvCxnSpPr>
          <p:nvPr/>
        </p:nvCxnSpPr>
        <p:spPr>
          <a:xfrm>
            <a:off x="7930362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8DECF0D3-105D-A6CF-420E-E2D3D7588F77}"/>
              </a:ext>
            </a:extLst>
          </p:cNvPr>
          <p:cNvSpPr/>
          <p:nvPr/>
        </p:nvSpPr>
        <p:spPr>
          <a:xfrm>
            <a:off x="7904096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3A7B8FE7-CACB-D241-2971-39638993DCDA}"/>
              </a:ext>
            </a:extLst>
          </p:cNvPr>
          <p:cNvSpPr/>
          <p:nvPr/>
        </p:nvSpPr>
        <p:spPr>
          <a:xfrm>
            <a:off x="7880388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82FD4A5-27B9-BC61-A703-1CEDACC225B8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13D843BF-32E8-BCBA-2312-0216A35DC4F6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9672ACC4-6710-47F2-75E4-059CD2430459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Ovos/Cistos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00DD6C0B-90DF-674D-339D-49305D5016F8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EBCBEB0-F655-B993-5BE4-EFBBD986F7FD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02A9442F-6331-3717-CC2C-C11FE712A303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03A13956-8A69-16E5-F6E2-D93E65B7EB49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5" name="Gráfico 24" descr="Aviso estrutura de tópicos">
              <a:extLst>
                <a:ext uri="{FF2B5EF4-FFF2-40B4-BE49-F238E27FC236}">
                  <a16:creationId xmlns:a16="http://schemas.microsoft.com/office/drawing/2014/main" id="{7398F173-B658-BEBB-409F-772D49B30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7D08AEB2-9F67-BDE1-68AB-5EF7FF09F71F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7" name="Gráfico 46" descr="Casinha de cachorro estrutura de tópicos">
                <a:extLst>
                  <a:ext uri="{FF2B5EF4-FFF2-40B4-BE49-F238E27FC236}">
                    <a16:creationId xmlns:a16="http://schemas.microsoft.com/office/drawing/2014/main" id="{56DEF6FA-FE35-65E9-5C31-1648CDA0A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52F90D5D-E5E3-7DDE-28D8-D9BB47E9295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0" name="Gráfico 29" descr="Área de Transferência estrutura de tópicos">
              <a:extLst>
                <a:ext uri="{FF2B5EF4-FFF2-40B4-BE49-F238E27FC236}">
                  <a16:creationId xmlns:a16="http://schemas.microsoft.com/office/drawing/2014/main" id="{A77A1DC4-12E0-D44F-7DA0-26992E328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999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75B9-F84B-6C75-D4B6-4D8A2E6F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CFC255F-5FF0-2E0D-D87F-087F27963C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60916FBF-9DCE-6350-2A2A-991E2A934B45}"/>
              </a:ext>
            </a:extLst>
          </p:cNvPr>
          <p:cNvSpPr/>
          <p:nvPr/>
        </p:nvSpPr>
        <p:spPr>
          <a:xfrm>
            <a:off x="2425802" y="711675"/>
            <a:ext cx="9677196" cy="6055820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AFF2D12-940F-DABD-466D-C6EEF9D5AE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A5EE96F-280B-318A-DFDD-A33399F0C4C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90388E3F-AA25-BEA0-C669-C46C63268F38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419A2A2-A4C3-B957-2832-2C3EE7F7AFB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6FDA32F6-1AF7-1FE4-5F97-1C95112CF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66EA4E0-CD60-756C-1820-1569D9DA3AD6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72DE10A-255A-0BB0-2D57-82E2AE02F65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459DAB1B-8A7A-D955-12C7-8B3A50AF75FD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19128208-9A54-E0AA-2672-E327DEDE154B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38F7779-4C00-1220-0A70-63F81D7413D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7DB591AE-36DB-7626-9E7A-647DA4D1CC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4D0B3C6C-48FC-2E7F-4A47-E5606CC085EC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F56DFED-7040-E6E0-2EE5-84710D36942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A5BFF5F0-4EE3-F93B-B91E-40422CBE3E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F2260DE3-362F-D2B6-0008-3E32AC35C1FD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E6BCA82-C2D5-6F10-A3D7-0BD47588141E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97FFF04F-3F62-80A5-25B6-6EEFF61F5FE8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287267BB-76CA-BE6C-768D-64A2A76B7652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Ana. de Fezes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5DB8ACF1-E9BD-B9D7-85C8-D1EAA4223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57DD0782-5461-23E1-0128-C9E3DFAE7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990420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Análise de Fezes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AOC-001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346428E-821D-4007-297E-6A6934B13B49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28A9435-5D50-7633-5F4E-A82F88FF54CA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BF108E-46A8-1A3E-9D99-FD668020FEC7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CCCFF62-95EB-B4F6-5034-4C4B7E8A9373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2A63D1D5-8227-5F97-C6AC-AAB8962C9DD2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F1D75886-89AB-676C-9192-0F8708923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7786E3C7-71C8-E109-F6D2-F3ECF6588C5E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4DA211A1-37D8-E3FC-83FD-449F0D9B5BAE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DE003005-CB9A-0929-CB0D-A2159C99D684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B67BC28D-DCCE-100A-E158-3CEB147D4F06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1494D528-F7B3-F4DB-0981-353D999E09E4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6EEE3E58-26D9-D4B3-A6E4-89B9AFC75ECE}"/>
              </a:ext>
            </a:extLst>
          </p:cNvPr>
          <p:cNvCxnSpPr>
            <a:cxnSpLocks/>
          </p:cNvCxnSpPr>
          <p:nvPr/>
        </p:nvCxnSpPr>
        <p:spPr>
          <a:xfrm>
            <a:off x="6520655" y="1281033"/>
            <a:ext cx="558234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86D8CB73-42DD-839A-9323-F6D8000CD91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8FBB0B9-6F1F-BBD2-4B58-2848E67EBBE1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34D6317D-60B7-992C-4C0D-CF7F4CCA26E2}"/>
              </a:ext>
            </a:extLst>
          </p:cNvPr>
          <p:cNvCxnSpPr>
            <a:cxnSpLocks/>
          </p:cNvCxnSpPr>
          <p:nvPr/>
        </p:nvCxnSpPr>
        <p:spPr>
          <a:xfrm>
            <a:off x="7930362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7C1E5DB1-03D8-E663-2826-1FF29FD1B80C}"/>
              </a:ext>
            </a:extLst>
          </p:cNvPr>
          <p:cNvSpPr/>
          <p:nvPr/>
        </p:nvSpPr>
        <p:spPr>
          <a:xfrm>
            <a:off x="7904096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010A824A-11C3-4686-A272-8016124A67FF}"/>
              </a:ext>
            </a:extLst>
          </p:cNvPr>
          <p:cNvSpPr/>
          <p:nvPr/>
        </p:nvSpPr>
        <p:spPr>
          <a:xfrm>
            <a:off x="7880388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75B105E-F865-9A6B-0AFB-85E174CF302D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76952A0-0E0A-2603-4160-0C3ED5092C8B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278B17F1-F9C8-B076-6399-9E829B4B9550}"/>
              </a:ext>
            </a:extLst>
          </p:cNvPr>
          <p:cNvSpPr/>
          <p:nvPr/>
        </p:nvSpPr>
        <p:spPr>
          <a:xfrm>
            <a:off x="2581274" y="4730583"/>
            <a:ext cx="9382125" cy="1936918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13C43ED-E251-E9F3-983E-6D22FEDC3FC5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Análise de Ovos/Cistos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B1C2153E-1BC3-BC3C-4A06-D0B26CAE7D8B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Analise Molecular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F48908B-8D88-1F9A-E35D-F3F25535E290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9A2E248-E160-AC9B-64E0-3B0B75D2B53A}"/>
              </a:ext>
            </a:extLst>
          </p:cNvPr>
          <p:cNvSpPr txBox="1"/>
          <p:nvPr/>
        </p:nvSpPr>
        <p:spPr>
          <a:xfrm>
            <a:off x="10726857" y="48609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9" name="Gráfico 18" descr="Lápis com preenchimento sólido">
            <a:extLst>
              <a:ext uri="{FF2B5EF4-FFF2-40B4-BE49-F238E27FC236}">
                <a16:creationId xmlns:a16="http://schemas.microsoft.com/office/drawing/2014/main" id="{31CDE5DF-62F9-3A31-9DF9-549E96966D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87123"/>
            <a:ext cx="198827" cy="198827"/>
          </a:xfrm>
          <a:prstGeom prst="rect">
            <a:avLst/>
          </a:prstGeom>
        </p:spPr>
      </p:pic>
      <p:pic>
        <p:nvPicPr>
          <p:cNvPr id="20" name="Gráfico 19" descr="Lixo com preenchimento sólido">
            <a:extLst>
              <a:ext uri="{FF2B5EF4-FFF2-40B4-BE49-F238E27FC236}">
                <a16:creationId xmlns:a16="http://schemas.microsoft.com/office/drawing/2014/main" id="{7E5B93B3-CE56-0FDC-4F89-E1D9C3BB954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87124"/>
            <a:ext cx="198827" cy="198827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7B14A908-19B0-804B-8919-32A3CFC722CD}"/>
              </a:ext>
            </a:extLst>
          </p:cNvPr>
          <p:cNvSpPr txBox="1"/>
          <p:nvPr/>
        </p:nvSpPr>
        <p:spPr>
          <a:xfrm>
            <a:off x="2572773" y="51511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22D50CB0-8E05-6BD7-3030-73B084EEE956}"/>
              </a:ext>
            </a:extLst>
          </p:cNvPr>
          <p:cNvSpPr/>
          <p:nvPr/>
        </p:nvSpPr>
        <p:spPr>
          <a:xfrm>
            <a:off x="2643361" y="54680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AOC-002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08FC262A-4525-B71C-E8A1-D777606D8BCB}"/>
              </a:ext>
            </a:extLst>
          </p:cNvPr>
          <p:cNvSpPr/>
          <p:nvPr/>
        </p:nvSpPr>
        <p:spPr>
          <a:xfrm>
            <a:off x="4586069" y="5468031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AF-001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819087B1-F754-388C-CA5A-B39B7820E39D}"/>
              </a:ext>
            </a:extLst>
          </p:cNvPr>
          <p:cNvSpPr txBox="1"/>
          <p:nvPr/>
        </p:nvSpPr>
        <p:spPr>
          <a:xfrm>
            <a:off x="4492042" y="51602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 associada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C7C7EECD-2A08-0C90-C5DA-2FD1A4D392A8}"/>
              </a:ext>
            </a:extLst>
          </p:cNvPr>
          <p:cNvCxnSpPr>
            <a:cxnSpLocks/>
          </p:cNvCxnSpPr>
          <p:nvPr/>
        </p:nvCxnSpPr>
        <p:spPr>
          <a:xfrm>
            <a:off x="2643361" y="50669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C4185B13-1EEA-50B3-841B-6AC758682070}"/>
              </a:ext>
            </a:extLst>
          </p:cNvPr>
          <p:cNvSpPr txBox="1"/>
          <p:nvPr/>
        </p:nvSpPr>
        <p:spPr>
          <a:xfrm>
            <a:off x="2588066" y="4764642"/>
            <a:ext cx="4499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OVOS/CISTOS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7AAF6158-F0C2-1F85-2DB1-94F6DC13ACC2}"/>
              </a:ext>
            </a:extLst>
          </p:cNvPr>
          <p:cNvSpPr/>
          <p:nvPr/>
        </p:nvSpPr>
        <p:spPr>
          <a:xfrm>
            <a:off x="7481670" y="5468031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EA79228C-F062-7C04-48F2-C0B78A4DA37A}"/>
              </a:ext>
            </a:extLst>
          </p:cNvPr>
          <p:cNvSpPr txBox="1"/>
          <p:nvPr/>
        </p:nvSpPr>
        <p:spPr>
          <a:xfrm>
            <a:off x="7387642" y="51602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C7436FE4-050C-E0A0-E09B-484F8B54721A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58323E80-B0C7-2604-C309-0849AC14964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73" name="Gráfico 72" descr="Aviso estrutura de tópicos">
              <a:extLst>
                <a:ext uri="{FF2B5EF4-FFF2-40B4-BE49-F238E27FC236}">
                  <a16:creationId xmlns:a16="http://schemas.microsoft.com/office/drawing/2014/main" id="{39B1259A-E887-26BE-478C-BCB2EE370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4" name="Agrupar 73">
              <a:extLst>
                <a:ext uri="{FF2B5EF4-FFF2-40B4-BE49-F238E27FC236}">
                  <a16:creationId xmlns:a16="http://schemas.microsoft.com/office/drawing/2014/main" id="{0D4E2012-29FC-4368-5282-E46E46588BF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77" name="Gráfico 76" descr="Casinha de cachorro estrutura de tópicos">
                <a:extLst>
                  <a:ext uri="{FF2B5EF4-FFF2-40B4-BE49-F238E27FC236}">
                    <a16:creationId xmlns:a16="http://schemas.microsoft.com/office/drawing/2014/main" id="{06720C68-4508-E70B-2173-B3ECB78103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EB2063F4-9F6D-267C-91B9-D7C8C79EF1B4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5" name="Gráfico 74" descr="Área de Transferência estrutura de tópicos">
              <a:extLst>
                <a:ext uri="{FF2B5EF4-FFF2-40B4-BE49-F238E27FC236}">
                  <a16:creationId xmlns:a16="http://schemas.microsoft.com/office/drawing/2014/main" id="{1FC4D960-BD70-8033-FDB7-9C645214D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D40136D0-8210-4873-DC25-D219B6BF8001}"/>
              </a:ext>
            </a:extLst>
          </p:cNvPr>
          <p:cNvSpPr txBox="1"/>
          <p:nvPr/>
        </p:nvSpPr>
        <p:spPr>
          <a:xfrm>
            <a:off x="2578824" y="5913405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ovos/cistos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A31EBBCA-CC2B-13C1-D1A6-8FABDAA1210B}"/>
              </a:ext>
            </a:extLst>
          </p:cNvPr>
          <p:cNvSpPr/>
          <p:nvPr/>
        </p:nvSpPr>
        <p:spPr>
          <a:xfrm>
            <a:off x="2654301" y="6224377"/>
            <a:ext cx="1726541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ED15C75C-654C-884A-92E5-E8ED2F0F930D}"/>
              </a:ext>
            </a:extLst>
          </p:cNvPr>
          <p:cNvSpPr txBox="1"/>
          <p:nvPr/>
        </p:nvSpPr>
        <p:spPr>
          <a:xfrm>
            <a:off x="4465829" y="590038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7F00BE8B-41E8-CC2F-C1F7-E18BF3C9ACA2}"/>
              </a:ext>
            </a:extLst>
          </p:cNvPr>
          <p:cNvSpPr/>
          <p:nvPr/>
        </p:nvSpPr>
        <p:spPr>
          <a:xfrm>
            <a:off x="4536417" y="6217298"/>
            <a:ext cx="731268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2824682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E19F1-582F-30A1-DA54-91EA9A198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C6F9CD9-6F55-0408-CF8B-00983F1103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5ABA34D-D6E3-FBEA-4B8D-B063E17328D4}"/>
              </a:ext>
            </a:extLst>
          </p:cNvPr>
          <p:cNvSpPr/>
          <p:nvPr/>
        </p:nvSpPr>
        <p:spPr>
          <a:xfrm>
            <a:off x="2425802" y="711675"/>
            <a:ext cx="9677196" cy="6055817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7B4B12F-D7D4-1577-4EFE-2F98DE5DAE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6C5DD3E-A93B-EC10-F0F6-9C4E05837C6F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74ADC151-1137-E3FE-2785-71E750049EDB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5A96F9D8-255D-62CF-F1FD-1220C2EDFFF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B4367F13-E937-B19F-50B4-F17466469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32A69C5-AAE3-9130-DEEC-AA1C4B8574B8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394C84A-9EED-FFB1-090C-24E242FE4C37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5494D503-D94A-1F16-1231-263C75EA5218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D62E76B2-88F4-298D-D0C3-EC309223232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79AE9BC-F0B2-F34E-6851-5AB94D6CFB91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B28C7F73-96CE-EF92-A81C-61517F1362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EDF6C288-1B4D-9C97-7F76-6EFE5643CD2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467FB7A-02EA-D986-2FE5-55F43E03F183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B0FE5D5F-EC81-FA8F-0981-9361151F63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6FEC208E-2CA4-D993-4004-5DDB5F06A70F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2D07F42B-E909-2B23-7559-73FEA848AFF9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7110FEAA-9B21-4951-F529-7DBD6E1C9621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FCB26035-62B7-C88A-62E2-50DD21D5C71F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Ana. de Fezes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79E80A42-5163-A965-5DAF-07B9B7D5F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2E414215-7910-17DF-B552-490E19567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453163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Análise de Fezes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AM-001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AM-002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espécie2)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7227577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F48C4A9-A775-524E-1A09-B7112BDF0E69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B88DC3B-D51A-2141-B9F7-3ED1B3DDF48A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F8B479-6C0B-5972-474A-6F01DCC6323E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A2D755C-1114-7784-4970-549CE151C441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A7B7B82-AC04-D9E0-A5BF-093A130F4FBF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83C5EB32-F069-81AE-8FD2-56D4B7081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8B0A1D7-4457-475B-113F-48203B5644B7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A6A250E5-C131-17A4-EADE-DA19D57E83EB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0A50ACB-AD26-7BD0-5267-D21ACE07AACF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FCF3DBB3-80FF-7E69-E994-A2C389B9612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93EF1884-1BB9-40DC-17ED-A5D99431D8E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5AE71D41-9E4C-AB43-72D5-FDBE769C0370}"/>
              </a:ext>
            </a:extLst>
          </p:cNvPr>
          <p:cNvCxnSpPr>
            <a:cxnSpLocks/>
          </p:cNvCxnSpPr>
          <p:nvPr/>
        </p:nvCxnSpPr>
        <p:spPr>
          <a:xfrm>
            <a:off x="6520655" y="1281033"/>
            <a:ext cx="558234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03A007EF-96BE-6CB8-0801-00693D88711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8483D7D-5034-30E1-713B-91551383871F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EB10D504-C23C-4C7F-1D86-453B6156F359}"/>
              </a:ext>
            </a:extLst>
          </p:cNvPr>
          <p:cNvCxnSpPr>
            <a:cxnSpLocks/>
          </p:cNvCxnSpPr>
          <p:nvPr/>
        </p:nvCxnSpPr>
        <p:spPr>
          <a:xfrm>
            <a:off x="9316277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39F08CFA-F49F-E7C3-3224-62B40C5B95C4}"/>
              </a:ext>
            </a:extLst>
          </p:cNvPr>
          <p:cNvSpPr/>
          <p:nvPr/>
        </p:nvSpPr>
        <p:spPr>
          <a:xfrm>
            <a:off x="9290011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CC132446-5DF9-30B7-60A2-69CA199C69BC}"/>
              </a:ext>
            </a:extLst>
          </p:cNvPr>
          <p:cNvSpPr/>
          <p:nvPr/>
        </p:nvSpPr>
        <p:spPr>
          <a:xfrm>
            <a:off x="9266303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15D2EC1-02F3-0931-6E7A-0727AD7D62AD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0AFB01FE-1BCB-92EB-E47D-9D0CC1504FBA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D7014A47-6B61-4C8E-311D-3451F625FD93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813F387-5328-1C6A-0CEF-A1E2C165FC77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Analise Molecular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D2B546BB-8C63-C440-D791-D6020147D8F4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C755928-6CDA-6FF2-5A32-89EFAEF590C7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B1076723-1562-2F82-B62F-7ED94EE0FC93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25" name="Gráfico 24" descr="Aviso estrutura de tópicos">
              <a:extLst>
                <a:ext uri="{FF2B5EF4-FFF2-40B4-BE49-F238E27FC236}">
                  <a16:creationId xmlns:a16="http://schemas.microsoft.com/office/drawing/2014/main" id="{1730F30E-7BF9-F9E8-E5D2-A86265FBC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138941CF-0B85-125F-B570-269329219167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7" name="Gráfico 46" descr="Casinha de cachorro estrutura de tópicos">
                <a:extLst>
                  <a:ext uri="{FF2B5EF4-FFF2-40B4-BE49-F238E27FC236}">
                    <a16:creationId xmlns:a16="http://schemas.microsoft.com/office/drawing/2014/main" id="{88BEFE93-5285-5931-A18A-A416FE6DE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9" name="CaixaDeTexto 48">
                <a:extLst>
                  <a:ext uri="{FF2B5EF4-FFF2-40B4-BE49-F238E27FC236}">
                    <a16:creationId xmlns:a16="http://schemas.microsoft.com/office/drawing/2014/main" id="{69ADC3D2-F849-2632-2D43-96B096ABDBB3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0" name="Gráfico 29" descr="Área de Transferência estrutura de tópicos">
              <a:extLst>
                <a:ext uri="{FF2B5EF4-FFF2-40B4-BE49-F238E27FC236}">
                  <a16:creationId xmlns:a16="http://schemas.microsoft.com/office/drawing/2014/main" id="{FD37944C-64B3-32A9-317A-75C17E670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760361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F03A3-D813-289A-F419-9FCC83F1D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90C2935-C539-7090-A318-185B3A96B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42A4713E-EAB0-098F-19BE-B191715EAC5B}"/>
              </a:ext>
            </a:extLst>
          </p:cNvPr>
          <p:cNvSpPr/>
          <p:nvPr/>
        </p:nvSpPr>
        <p:spPr>
          <a:xfrm>
            <a:off x="2425802" y="711675"/>
            <a:ext cx="9677196" cy="6055820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321D0AB-5E1E-C82C-B4D4-E0D77D0FF7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44D90F8-5FF4-6FC1-B923-22975106C80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51EF297-9B83-63B4-322A-8E1C0DF9C79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8B617F85-365B-059A-0774-F544473F12AD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CA483EA5-9BDC-77A4-8CC9-DE1E1C9E0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BD5CB4F-0B07-2ABD-E1ED-32233A4DD899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8531860-7B9C-D3B8-B8FC-394D02072EDB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A87E5CA-DEDF-79D2-0C2C-70CF1FDBB98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A5452D31-E337-39A5-7C10-C248B9E78E7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C4D52C2-99A1-3CF9-BFC2-FC57C019CE37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4B78F87-7032-CB2D-D4A6-B1C529F64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AB898A16-B886-F050-BCF9-2099166EA2C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EXAMES E ANÁLISES</a:t>
            </a: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BE5A52B-D690-9E65-64A1-7597C0962C5F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08A261E-0545-559A-F200-D5D4671F84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CB45D62-375E-1DB7-D678-CC27C8AB2C60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7B12CA5-E8E4-1E4D-EB6B-9D4CE2AC0649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análise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1ACF00C8-A821-5C54-DFCE-5F6BEBCDAEF7}"/>
              </a:ext>
            </a:extLst>
          </p:cNvPr>
          <p:cNvGrpSpPr/>
          <p:nvPr/>
        </p:nvGrpSpPr>
        <p:grpSpPr>
          <a:xfrm>
            <a:off x="2714125" y="1941905"/>
            <a:ext cx="1840853" cy="336082"/>
            <a:chOff x="2714125" y="1941905"/>
            <a:chExt cx="1840853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5EE63D13-9D81-44D2-6810-BCB02E9DD33C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Ana. de Fezes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C3E94D1B-4192-7CF3-6D8C-1E0787DED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D34B23C9-AB6F-5DB2-0603-B5B583BBF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29553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8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0099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949486">
                  <a:extLst>
                    <a:ext uri="{9D8B030D-6E8A-4147-A177-3AD203B41FA5}">
                      <a16:colId xmlns:a16="http://schemas.microsoft.com/office/drawing/2014/main" val="3104335446"/>
                    </a:ext>
                  </a:extLst>
                </a:gridCol>
                <a:gridCol w="164791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Análise de Fezes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Espécie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AM-001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AF-001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(nome da espécie1)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pt-BR" sz="1200" b="0" i="0" u="none" strike="noStrike" kern="1200" dirty="0">
                          <a:solidFill>
                            <a:srgbClr val="4E95D9"/>
                          </a:solidFill>
                          <a:effectLst/>
                          <a:latin typeface="Aptos" panose="020B0004020202020204" pitchFamily="34" charset="0"/>
                        </a:rPr>
                        <a:t>EXPANDIR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893298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B1A0DCB-2834-1918-1E6A-0AB84E146FB0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A67097B-4BDA-1A89-7B23-C31A948EB9A8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7DD194A-BE86-0387-8B13-D5E77F4086E1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CD1EA78C-C1E5-C266-B558-30FF69DF91A3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A8B93D3-89D7-1F95-DEC6-F75A2A892B8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64056B55-B088-A03E-BCF6-DD23B3CF3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BC98D66-7A73-BF29-9D7A-22C39C7E4014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52E7AE16-A652-FCBC-148D-6BBCBAF4FAB7}"/>
              </a:ext>
            </a:extLst>
          </p:cNvPr>
          <p:cNvSpPr/>
          <p:nvPr/>
        </p:nvSpPr>
        <p:spPr>
          <a:xfrm rot="10800000" flipV="1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7BF815EE-8E24-6878-CBD7-68419A561E21}"/>
              </a:ext>
            </a:extLst>
          </p:cNvPr>
          <p:cNvSpPr/>
          <p:nvPr/>
        </p:nvSpPr>
        <p:spPr>
          <a:xfrm>
            <a:off x="4672030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890A70A7-EA0B-73A9-E23F-DAE07B3D37AF}"/>
              </a:ext>
            </a:extLst>
          </p:cNvPr>
          <p:cNvSpPr/>
          <p:nvPr/>
        </p:nvSpPr>
        <p:spPr>
          <a:xfrm>
            <a:off x="2581274" y="4730583"/>
            <a:ext cx="9382125" cy="1936918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7FBADC0-BD57-E053-AA42-A60A9A642A03}"/>
              </a:ext>
            </a:extLst>
          </p:cNvPr>
          <p:cNvSpPr txBox="1"/>
          <p:nvPr/>
        </p:nvSpPr>
        <p:spPr>
          <a:xfrm>
            <a:off x="10726857" y="48609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9" name="Gráfico 18" descr="Lápis com preenchimento sólido">
            <a:extLst>
              <a:ext uri="{FF2B5EF4-FFF2-40B4-BE49-F238E27FC236}">
                <a16:creationId xmlns:a16="http://schemas.microsoft.com/office/drawing/2014/main" id="{7A59F494-9A5C-4000-9B7E-F163015329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87123"/>
            <a:ext cx="198827" cy="198827"/>
          </a:xfrm>
          <a:prstGeom prst="rect">
            <a:avLst/>
          </a:prstGeom>
        </p:spPr>
      </p:pic>
      <p:pic>
        <p:nvPicPr>
          <p:cNvPr id="20" name="Gráfico 19" descr="Lixo com preenchimento sólido">
            <a:extLst>
              <a:ext uri="{FF2B5EF4-FFF2-40B4-BE49-F238E27FC236}">
                <a16:creationId xmlns:a16="http://schemas.microsoft.com/office/drawing/2014/main" id="{1717F49A-7A77-1986-7CCC-8FE7A67F01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87124"/>
            <a:ext cx="198827" cy="198827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A5C38258-9193-80E9-275F-B355F8004B0B}"/>
              </a:ext>
            </a:extLst>
          </p:cNvPr>
          <p:cNvSpPr txBox="1"/>
          <p:nvPr/>
        </p:nvSpPr>
        <p:spPr>
          <a:xfrm>
            <a:off x="2572773" y="515112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5DABA40C-FFFC-477D-AF16-557000A0BE8E}"/>
              </a:ext>
            </a:extLst>
          </p:cNvPr>
          <p:cNvSpPr/>
          <p:nvPr/>
        </p:nvSpPr>
        <p:spPr>
          <a:xfrm>
            <a:off x="2643361" y="5468031"/>
            <a:ext cx="180171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AM-002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1CF7E38-C6DB-23A4-CBE8-141A3E4CBBC1}"/>
              </a:ext>
            </a:extLst>
          </p:cNvPr>
          <p:cNvSpPr/>
          <p:nvPr/>
        </p:nvSpPr>
        <p:spPr>
          <a:xfrm>
            <a:off x="4586069" y="5468031"/>
            <a:ext cx="27546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AF-001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0E8C7B39-04BC-554C-F44F-E074FD85A268}"/>
              </a:ext>
            </a:extLst>
          </p:cNvPr>
          <p:cNvSpPr txBox="1"/>
          <p:nvPr/>
        </p:nvSpPr>
        <p:spPr>
          <a:xfrm>
            <a:off x="4492042" y="51602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 associada</a:t>
            </a:r>
          </a:p>
        </p:txBody>
      </p: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59B19ED8-80DC-15C6-6A31-17C19E42CF18}"/>
              </a:ext>
            </a:extLst>
          </p:cNvPr>
          <p:cNvCxnSpPr>
            <a:cxnSpLocks/>
          </p:cNvCxnSpPr>
          <p:nvPr/>
        </p:nvCxnSpPr>
        <p:spPr>
          <a:xfrm>
            <a:off x="2643361" y="50669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3AD5E932-96C2-B421-EB36-89096334CB36}"/>
              </a:ext>
            </a:extLst>
          </p:cNvPr>
          <p:cNvSpPr txBox="1"/>
          <p:nvPr/>
        </p:nvSpPr>
        <p:spPr>
          <a:xfrm>
            <a:off x="2588066" y="4764642"/>
            <a:ext cx="44996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MOLECULAR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26384A75-4E4E-D759-0503-62C9008938DC}"/>
              </a:ext>
            </a:extLst>
          </p:cNvPr>
          <p:cNvSpPr/>
          <p:nvPr/>
        </p:nvSpPr>
        <p:spPr>
          <a:xfrm>
            <a:off x="7481670" y="5468031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8381F0B1-C583-E1B9-4C7A-2D5DF6A5F314}"/>
              </a:ext>
            </a:extLst>
          </p:cNvPr>
          <p:cNvSpPr txBox="1"/>
          <p:nvPr/>
        </p:nvSpPr>
        <p:spPr>
          <a:xfrm>
            <a:off x="7387642" y="516025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07FEAE5D-4AF6-8F44-6D21-885DDC51B86A}"/>
              </a:ext>
            </a:extLst>
          </p:cNvPr>
          <p:cNvSpPr txBox="1"/>
          <p:nvPr/>
        </p:nvSpPr>
        <p:spPr>
          <a:xfrm>
            <a:off x="2573529" y="591308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5945959C-DA54-ED2D-8145-84F79C982488}"/>
              </a:ext>
            </a:extLst>
          </p:cNvPr>
          <p:cNvSpPr/>
          <p:nvPr/>
        </p:nvSpPr>
        <p:spPr>
          <a:xfrm>
            <a:off x="2644116" y="6229998"/>
            <a:ext cx="92023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1" name="Retângulo 70">
            <a:extLst>
              <a:ext uri="{FF2B5EF4-FFF2-40B4-BE49-F238E27FC236}">
                <a16:creationId xmlns:a16="http://schemas.microsoft.com/office/drawing/2014/main" id="{E0716D5F-37A0-8D81-C8A9-DB21A2BC1280}"/>
              </a:ext>
            </a:extLst>
          </p:cNvPr>
          <p:cNvSpPr/>
          <p:nvPr/>
        </p:nvSpPr>
        <p:spPr>
          <a:xfrm>
            <a:off x="0" y="36268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72" name="Agrupar 71">
            <a:extLst>
              <a:ext uri="{FF2B5EF4-FFF2-40B4-BE49-F238E27FC236}">
                <a16:creationId xmlns:a16="http://schemas.microsoft.com/office/drawing/2014/main" id="{D34B7E10-74ED-BC5C-4CC2-55BB0AE61CED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73" name="Gráfico 72" descr="Aviso estrutura de tópicos">
              <a:extLst>
                <a:ext uri="{FF2B5EF4-FFF2-40B4-BE49-F238E27FC236}">
                  <a16:creationId xmlns:a16="http://schemas.microsoft.com/office/drawing/2014/main" id="{59CB981A-8A7D-7237-ED41-85DB2A0EA7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4" name="Agrupar 73">
              <a:extLst>
                <a:ext uri="{FF2B5EF4-FFF2-40B4-BE49-F238E27FC236}">
                  <a16:creationId xmlns:a16="http://schemas.microsoft.com/office/drawing/2014/main" id="{73134321-EDD4-8C4D-2D09-5AB4959FD4F0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77" name="Gráfico 76" descr="Casinha de cachorro estrutura de tópicos">
                <a:extLst>
                  <a:ext uri="{FF2B5EF4-FFF2-40B4-BE49-F238E27FC236}">
                    <a16:creationId xmlns:a16="http://schemas.microsoft.com/office/drawing/2014/main" id="{13D7BF94-55AA-77D8-2104-0DAAD6BBD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8" name="CaixaDeTexto 77">
                <a:extLst>
                  <a:ext uri="{FF2B5EF4-FFF2-40B4-BE49-F238E27FC236}">
                    <a16:creationId xmlns:a16="http://schemas.microsoft.com/office/drawing/2014/main" id="{FDFAB3A1-4A92-06D5-6E2E-34FDE236034B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5" name="Gráfico 74" descr="Área de Transferência estrutura de tópicos">
              <a:extLst>
                <a:ext uri="{FF2B5EF4-FFF2-40B4-BE49-F238E27FC236}">
                  <a16:creationId xmlns:a16="http://schemas.microsoft.com/office/drawing/2014/main" id="{7628DDFA-53A3-FD5E-32AD-15C44B3BD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C48880B-5F74-731E-178E-2E4B3E933EC4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755FB9BA-A369-D4EF-CADA-1DF6F2A93C66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D8AB22CB-4018-9F15-E466-9264539BB1B9}"/>
              </a:ext>
            </a:extLst>
          </p:cNvPr>
          <p:cNvCxnSpPr>
            <a:cxnSpLocks/>
          </p:cNvCxnSpPr>
          <p:nvPr/>
        </p:nvCxnSpPr>
        <p:spPr>
          <a:xfrm>
            <a:off x="6520655" y="1281033"/>
            <a:ext cx="558234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0E332860-7264-F725-B4A1-DFCF9C973814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8429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26AA0EEA-6ADB-2B68-5A6A-C46823E920E2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A5DA9A19-E8B6-93C5-FA56-844DC710D336}"/>
              </a:ext>
            </a:extLst>
          </p:cNvPr>
          <p:cNvCxnSpPr>
            <a:cxnSpLocks/>
          </p:cNvCxnSpPr>
          <p:nvPr/>
        </p:nvCxnSpPr>
        <p:spPr>
          <a:xfrm>
            <a:off x="9316277" y="1280466"/>
            <a:ext cx="1392931" cy="0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DA9D6195-C6C5-4CFD-A2C2-B97079634EB1}"/>
              </a:ext>
            </a:extLst>
          </p:cNvPr>
          <p:cNvSpPr/>
          <p:nvPr/>
        </p:nvSpPr>
        <p:spPr>
          <a:xfrm>
            <a:off x="9290011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2" name="Retângulo 81">
            <a:extLst>
              <a:ext uri="{FF2B5EF4-FFF2-40B4-BE49-F238E27FC236}">
                <a16:creationId xmlns:a16="http://schemas.microsoft.com/office/drawing/2014/main" id="{3EA0C16E-EF8B-E40F-16B8-349F9ECD178E}"/>
              </a:ext>
            </a:extLst>
          </p:cNvPr>
          <p:cNvSpPr/>
          <p:nvPr/>
        </p:nvSpPr>
        <p:spPr>
          <a:xfrm>
            <a:off x="9266303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CDEB567-E3FC-7A4F-4AF6-DC510E5CD445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3570E14A-C4BF-32B8-F771-2AC7B09A3255}"/>
              </a:ext>
            </a:extLst>
          </p:cNvPr>
          <p:cNvSpPr txBox="1"/>
          <p:nvPr/>
        </p:nvSpPr>
        <p:spPr>
          <a:xfrm>
            <a:off x="65264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Fezes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75235A8D-81CE-5527-7A3D-6AC825634BAE}"/>
              </a:ext>
            </a:extLst>
          </p:cNvPr>
          <p:cNvSpPr txBox="1"/>
          <p:nvPr/>
        </p:nvSpPr>
        <p:spPr>
          <a:xfrm>
            <a:off x="7913586" y="731648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Ovos/Cistos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41765BE2-9DC0-7580-0322-100B437B6C7E}"/>
              </a:ext>
            </a:extLst>
          </p:cNvPr>
          <p:cNvSpPr txBox="1"/>
          <p:nvPr/>
        </p:nvSpPr>
        <p:spPr>
          <a:xfrm>
            <a:off x="9314707" y="740857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C00000"/>
                </a:solidFill>
              </a:rPr>
              <a:t>Analise Molecular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DAD3381A-36C4-22FC-E4F0-22FDE63825BF}"/>
              </a:ext>
            </a:extLst>
          </p:cNvPr>
          <p:cNvSpPr txBox="1"/>
          <p:nvPr/>
        </p:nvSpPr>
        <p:spPr>
          <a:xfrm>
            <a:off x="3694316" y="73145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Sorologia</a:t>
            </a:r>
          </a:p>
        </p:txBody>
      </p:sp>
    </p:spTree>
    <p:extLst>
      <p:ext uri="{BB962C8B-B14F-4D97-AF65-F5344CB8AC3E}">
        <p14:creationId xmlns:p14="http://schemas.microsoft.com/office/powerpoint/2010/main" val="10898281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6AFC5-9FAC-9C3C-865B-793E8CE3E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0B4CAB4-95EE-4E9A-591C-E8812BFF72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5295F6E-4C77-84A1-CCF1-FAEA86661EBA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840FB0D6-65B5-BB4B-CF54-C749E538B722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49BE6BC3-40AC-53BC-E555-D8C765D8D981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BC378E75-A6D7-4C59-F5C6-0BDBCC97B5C5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943664EE-5A7C-3391-C869-CE3772C4568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973BA3B-028E-AFF4-2395-213FDD792B41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B1696EB-E992-B145-FF0B-F64548CDC362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9F9EC1D-D574-E61A-8896-E22730A79C4D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A1FCF535-5924-EE3B-1165-1770CFFFA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77F3023-2434-D355-E8EC-42036D1E788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E1A033C-9DB7-2109-3612-BD59993F53D9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DCE604BD-6C03-8E03-1E01-E6668EE366C2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612FCCA-38BC-CCF8-B655-16B3CB9EBBAC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B4A6DC4-F767-C0D1-2577-196EC82A2146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0ADA083-6FED-AE57-3586-358CBDD3AA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7004157D-B9F0-1D21-238D-3C78FC14CE5D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AFEAE0C-AED6-180A-1B61-282474E7EE81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 ATROPELADOS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C882BFDC-6423-514D-1457-0A80144BDCA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86E90961-8122-AF06-8FDB-7EB6C35D804F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7DC2F41-5C6D-0198-240A-291B61710AB6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04FE8B74-45D5-DAE3-4C80-1B29FA467C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55E2355-53A8-69EE-35F3-5FC16E8A29A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705A990-1D39-7FFD-AB7F-BAFA68A9BADD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7A437530-2474-534F-6EA9-49D34297BA6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83779B5-ED11-054F-DDD2-EAB15E60D06C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B85DD73D-DCA2-43D1-645E-D59CD92A88DF}"/>
              </a:ext>
            </a:extLst>
          </p:cNvPr>
          <p:cNvSpPr/>
          <p:nvPr/>
        </p:nvSpPr>
        <p:spPr>
          <a:xfrm>
            <a:off x="51563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ocorrência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1569E27B-759F-90CA-CB02-BFD1ACC24B90}"/>
              </a:ext>
            </a:extLst>
          </p:cNvPr>
          <p:cNvSpPr/>
          <p:nvPr/>
        </p:nvSpPr>
        <p:spPr>
          <a:xfrm>
            <a:off x="81319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7530FB0C-B085-53ED-B6A3-DFBB2B98CC1C}"/>
              </a:ext>
            </a:extLst>
          </p:cNvPr>
          <p:cNvSpPr txBox="1"/>
          <p:nvPr/>
        </p:nvSpPr>
        <p:spPr>
          <a:xfrm>
            <a:off x="2714124" y="1586842"/>
            <a:ext cx="297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6C714A0D-D664-17E1-EE65-3EC920559E86}"/>
              </a:ext>
            </a:extLst>
          </p:cNvPr>
          <p:cNvSpPr/>
          <p:nvPr/>
        </p:nvSpPr>
        <p:spPr>
          <a:xfrm>
            <a:off x="2714125" y="1941905"/>
            <a:ext cx="2353220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animal...</a:t>
            </a:r>
          </a:p>
        </p:txBody>
      </p: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2E9971FB-7F7F-BE06-A969-84082F6691D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4010" y="1953929"/>
            <a:ext cx="285750" cy="285750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9471C8F-AD22-0610-33A6-5AC1E9809895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7E2F002-8032-202A-3118-1C7A706B8A2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256804E-EC23-45C5-0671-74DD39CEEB9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1058AC3B-4375-BC37-5EDC-A36707AA436A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71C635BB-085B-A42C-708B-18A5CB3CB003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A52E9088-630C-66BC-C69E-4F490EB85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591D159-5C8D-F5BC-846A-E91AEAF421CD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51" name="Tabela 50">
            <a:extLst>
              <a:ext uri="{FF2B5EF4-FFF2-40B4-BE49-F238E27FC236}">
                <a16:creationId xmlns:a16="http://schemas.microsoft.com/office/drawing/2014/main" id="{D1E2ABCF-C09E-1033-FB4C-D23F165C8940}"/>
              </a:ext>
            </a:extLst>
          </p:cNvPr>
          <p:cNvGraphicFramePr>
            <a:graphicFrameLocks noGrp="1"/>
          </p:cNvGraphicFramePr>
          <p:nvPr/>
        </p:nvGraphicFramePr>
        <p:xfrm>
          <a:off x="2581274" y="3630893"/>
          <a:ext cx="9382123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925">
                  <a:extLst>
                    <a:ext uri="{9D8B030D-6E8A-4147-A177-3AD203B41FA5}">
                      <a16:colId xmlns:a16="http://schemas.microsoft.com/office/drawing/2014/main" val="316559442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397797372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39412245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301797961"/>
                    </a:ext>
                  </a:extLst>
                </a:gridCol>
                <a:gridCol w="1003298">
                  <a:extLst>
                    <a:ext uri="{9D8B030D-6E8A-4147-A177-3AD203B41FA5}">
                      <a16:colId xmlns:a16="http://schemas.microsoft.com/office/drawing/2014/main" val="483576101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Origem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e Hora da coleta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6844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Canil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Necrópsia feita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01/02/2023 10:20:00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509456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Atropelamento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Em análise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01/02/2024 10:20:00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953369"/>
                  </a:ext>
                </a:extLst>
              </a:tr>
            </a:tbl>
          </a:graphicData>
        </a:graphic>
      </p:graphicFrame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2D1B0F2D-FF78-8BAA-B4C9-C8C2AB8CBDF1}"/>
              </a:ext>
            </a:extLst>
          </p:cNvPr>
          <p:cNvSpPr/>
          <p:nvPr/>
        </p:nvSpPr>
        <p:spPr>
          <a:xfrm rot="10800000">
            <a:off x="3665777" y="3862576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9DDD561-34EA-A494-BDA9-7D4F179E2734}"/>
              </a:ext>
            </a:extLst>
          </p:cNvPr>
          <p:cNvSpPr/>
          <p:nvPr/>
        </p:nvSpPr>
        <p:spPr>
          <a:xfrm>
            <a:off x="0" y="43507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ADCDA69-F83A-168D-55B3-9DC1F7C4FCE4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7" name="Gráfico 16" descr="Aviso estrutura de tópicos">
              <a:extLst>
                <a:ext uri="{FF2B5EF4-FFF2-40B4-BE49-F238E27FC236}">
                  <a16:creationId xmlns:a16="http://schemas.microsoft.com/office/drawing/2014/main" id="{F3DB65DC-E9B7-134E-E3A3-5F7AE5759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D191F01A-E43E-7399-71D0-2B5D3C4737A1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6" name="Gráfico 35" descr="Casinha de cachorro estrutura de tópicos">
                <a:extLst>
                  <a:ext uri="{FF2B5EF4-FFF2-40B4-BE49-F238E27FC236}">
                    <a16:creationId xmlns:a16="http://schemas.microsoft.com/office/drawing/2014/main" id="{8B1DDE7F-424E-46B9-F99F-97046FFDFB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AA21907D-2F9D-3ECA-206A-1315B5BD1491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5" name="Gráfico 34" descr="Área de Transferência estrutura de tópicos">
              <a:extLst>
                <a:ext uri="{FF2B5EF4-FFF2-40B4-BE49-F238E27FC236}">
                  <a16:creationId xmlns:a16="http://schemas.microsoft.com/office/drawing/2014/main" id="{5A7AAE2B-9EC2-2C91-4C44-EB08F2D09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425679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7D91-CAF7-3ADA-2569-92C0E5D8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73D574C-5F88-1608-30A5-13C19E2FFB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AAE2ABA1-6F14-3489-2F1A-E947A98E876E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146C5971-97F4-9992-BEAF-5EE3BD6BAD78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AECB0B8F-B565-27A5-423C-57CBF37D334F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10BB7912-CFC6-54FB-B7EF-0556F5FBBEF2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2AE82949-7F2F-EA47-9518-0943CE2FB4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BA5E744-35EF-6498-36F1-BF9FD65F2564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FEE81A01-DFEA-418A-956F-741FAFA4DA8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F1B6CD41-84DB-3046-3CA6-EEFC4D633E1C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0BD5027D-527C-BE28-0DEC-B18FDBA62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2DA5A37-E9FA-2B33-A0A6-7876F529749F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9E79061-8E7C-F96A-608B-737BE84EE8F9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D31536C-38BD-3369-ACB7-B637D5957753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C231FD44-DBE5-776F-2DA5-C3188C90D0A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3AE26DB-281C-B8D5-8B92-58C94B3FF1F7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5529899E-1A82-F701-A342-AF91AC2EFC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D961E40-F514-7B77-45BD-C8B24FC0D72A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5A344E1-D1C4-192F-3F6D-B6D1C2B538D2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 ATROPELADOS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9092B8F6-372B-3DB7-B6FA-76B9899703E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4339FBE2-2A70-8B3A-C919-77CF6AC2E151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CAD1044-604A-1BA3-EE55-75657025376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E30BF6B-5880-8EDC-69A0-9D98374BA9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7A9A6A8-D3B0-112E-4967-5BBB933B974C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23B1E4D5-F781-448E-E987-A2BC96AACA16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7CDE58C8-642C-9B72-D78A-EDB4DCA34196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FE1C7077-B990-25F2-D6F6-ECEC0651CF73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706DB8D5-CE29-BCB5-37F4-7D3C5615CF35}"/>
              </a:ext>
            </a:extLst>
          </p:cNvPr>
          <p:cNvSpPr/>
          <p:nvPr/>
        </p:nvSpPr>
        <p:spPr>
          <a:xfrm>
            <a:off x="51563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ocorrência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2F016C61-5688-F093-C0ED-2F999499521C}"/>
              </a:ext>
            </a:extLst>
          </p:cNvPr>
          <p:cNvSpPr/>
          <p:nvPr/>
        </p:nvSpPr>
        <p:spPr>
          <a:xfrm>
            <a:off x="81319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25F1822-EE70-DA98-8B3B-A99F052A7661}"/>
              </a:ext>
            </a:extLst>
          </p:cNvPr>
          <p:cNvSpPr txBox="1"/>
          <p:nvPr/>
        </p:nvSpPr>
        <p:spPr>
          <a:xfrm>
            <a:off x="2714124" y="1586842"/>
            <a:ext cx="297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animal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E2AFB0F-C346-C515-3D18-9C35496E5B1E}"/>
              </a:ext>
            </a:extLst>
          </p:cNvPr>
          <p:cNvSpPr/>
          <p:nvPr/>
        </p:nvSpPr>
        <p:spPr>
          <a:xfrm>
            <a:off x="2714125" y="1941905"/>
            <a:ext cx="2353220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animal...</a:t>
            </a:r>
          </a:p>
        </p:txBody>
      </p: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0E48CF24-EB5E-084D-5545-33D95E38C1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4010" y="1953929"/>
            <a:ext cx="285750" cy="285750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0A98F10-975A-84DD-D0DC-6D22E90BAF3A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F47BFF4-FF85-BB4B-9C79-DECBE7FFB488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F6E46D-2CA7-F8B8-DDFF-53A33842040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8C03E13-7B37-58C2-3913-D6511504C988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EB33EC8-9A9A-AD5D-BBCA-07D48BAFD9FD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BFCF0742-62BA-2D29-5CC4-D71105EED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BF836EB-1EBE-65F0-5F75-CC91E53AF8FB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DD10BCB-7C06-1CBA-281B-BD63E09695D0}"/>
              </a:ext>
            </a:extLst>
          </p:cNvPr>
          <p:cNvSpPr/>
          <p:nvPr/>
        </p:nvSpPr>
        <p:spPr>
          <a:xfrm>
            <a:off x="2581274" y="41920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9B31B95-F62F-32AB-D6DE-E85EFFE39F87}"/>
              </a:ext>
            </a:extLst>
          </p:cNvPr>
          <p:cNvSpPr txBox="1"/>
          <p:nvPr/>
        </p:nvSpPr>
        <p:spPr>
          <a:xfrm>
            <a:off x="10960952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8" name="Gráfico 37" descr="Lápis com preenchimento sólido">
            <a:extLst>
              <a:ext uri="{FF2B5EF4-FFF2-40B4-BE49-F238E27FC236}">
                <a16:creationId xmlns:a16="http://schemas.microsoft.com/office/drawing/2014/main" id="{B4B1ED82-BECF-13BE-8B58-FCD63A56C8D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18098" y="4341023"/>
            <a:ext cx="198827" cy="198827"/>
          </a:xfrm>
          <a:prstGeom prst="rect">
            <a:avLst/>
          </a:prstGeom>
        </p:spPr>
      </p:pic>
      <p:pic>
        <p:nvPicPr>
          <p:cNvPr id="42" name="Gráfico 41" descr="Lixo com preenchimento sólido">
            <a:extLst>
              <a:ext uri="{FF2B5EF4-FFF2-40B4-BE49-F238E27FC236}">
                <a16:creationId xmlns:a16="http://schemas.microsoft.com/office/drawing/2014/main" id="{F9D125C9-F481-9694-E51F-72014D5899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89756" y="4341024"/>
            <a:ext cx="198827" cy="198827"/>
          </a:xfrm>
          <a:prstGeom prst="rect">
            <a:avLst/>
          </a:prstGeom>
        </p:spPr>
      </p:pic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6802A46D-2642-E9C2-D064-97AFB8538C59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74494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D96A11C-58EE-3559-E231-099062D19D1A}"/>
              </a:ext>
            </a:extLst>
          </p:cNvPr>
          <p:cNvSpPr txBox="1"/>
          <p:nvPr/>
        </p:nvSpPr>
        <p:spPr>
          <a:xfrm>
            <a:off x="2588066" y="4218542"/>
            <a:ext cx="4232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ANIMAL ATROPELADO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8CB10701-6063-66FA-920F-9582335E4869}"/>
              </a:ext>
            </a:extLst>
          </p:cNvPr>
          <p:cNvSpPr txBox="1"/>
          <p:nvPr/>
        </p:nvSpPr>
        <p:spPr>
          <a:xfrm>
            <a:off x="2572773" y="460531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73DB6ACD-0C8C-7570-CFBF-2E801344E2CC}"/>
              </a:ext>
            </a:extLst>
          </p:cNvPr>
          <p:cNvSpPr/>
          <p:nvPr/>
        </p:nvSpPr>
        <p:spPr>
          <a:xfrm>
            <a:off x="2643361" y="4922226"/>
            <a:ext cx="139245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F3546EC6-BCB5-D4B3-0AF4-5250A818B007}"/>
              </a:ext>
            </a:extLst>
          </p:cNvPr>
          <p:cNvSpPr txBox="1"/>
          <p:nvPr/>
        </p:nvSpPr>
        <p:spPr>
          <a:xfrm>
            <a:off x="5690324" y="461444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8A28DC19-5921-AA0C-147D-4507A3BBE378}"/>
              </a:ext>
            </a:extLst>
          </p:cNvPr>
          <p:cNvSpPr/>
          <p:nvPr/>
        </p:nvSpPr>
        <p:spPr>
          <a:xfrm>
            <a:off x="5775303" y="4925421"/>
            <a:ext cx="242254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Necrópsia feita </a:t>
            </a:r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35D41DFF-363E-B1BC-7779-7B29C2013591}"/>
              </a:ext>
            </a:extLst>
          </p:cNvPr>
          <p:cNvSpPr/>
          <p:nvPr/>
        </p:nvSpPr>
        <p:spPr>
          <a:xfrm>
            <a:off x="8763107" y="5656148"/>
            <a:ext cx="31062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imagem)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51E082EC-9F34-EB8A-D1BA-A3F92D942D85}"/>
              </a:ext>
            </a:extLst>
          </p:cNvPr>
          <p:cNvSpPr txBox="1"/>
          <p:nvPr/>
        </p:nvSpPr>
        <p:spPr>
          <a:xfrm>
            <a:off x="8669080" y="5348371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Imagem (link)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F6CD3ECE-30D5-0680-F63C-DF0BAE940217}"/>
              </a:ext>
            </a:extLst>
          </p:cNvPr>
          <p:cNvSpPr txBox="1"/>
          <p:nvPr/>
        </p:nvSpPr>
        <p:spPr>
          <a:xfrm>
            <a:off x="2572773" y="534685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Responsável pela coleta</a:t>
            </a:r>
          </a:p>
        </p:txBody>
      </p:sp>
      <p:sp>
        <p:nvSpPr>
          <p:cNvPr id="111" name="Retângulo: Cantos Arredondados 110">
            <a:extLst>
              <a:ext uri="{FF2B5EF4-FFF2-40B4-BE49-F238E27FC236}">
                <a16:creationId xmlns:a16="http://schemas.microsoft.com/office/drawing/2014/main" id="{556F1406-0981-D885-80B3-C8B48796F025}"/>
              </a:ext>
            </a:extLst>
          </p:cNvPr>
          <p:cNvSpPr/>
          <p:nvPr/>
        </p:nvSpPr>
        <p:spPr>
          <a:xfrm>
            <a:off x="2643361" y="566376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702740D4-1781-58C5-092B-4CBDB849D84F}"/>
              </a:ext>
            </a:extLst>
          </p:cNvPr>
          <p:cNvSpPr txBox="1"/>
          <p:nvPr/>
        </p:nvSpPr>
        <p:spPr>
          <a:xfrm>
            <a:off x="5690324" y="611799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113" name="Retângulo: Cantos Arredondados 112">
            <a:extLst>
              <a:ext uri="{FF2B5EF4-FFF2-40B4-BE49-F238E27FC236}">
                <a16:creationId xmlns:a16="http://schemas.microsoft.com/office/drawing/2014/main" id="{82B43B4A-CD42-E5A0-91B5-5E809B001574}"/>
              </a:ext>
            </a:extLst>
          </p:cNvPr>
          <p:cNvSpPr/>
          <p:nvPr/>
        </p:nvSpPr>
        <p:spPr>
          <a:xfrm>
            <a:off x="5775303" y="642896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5302115E-142C-7CB9-905D-29959E2A10B0}"/>
              </a:ext>
            </a:extLst>
          </p:cNvPr>
          <p:cNvSpPr txBox="1"/>
          <p:nvPr/>
        </p:nvSpPr>
        <p:spPr>
          <a:xfrm>
            <a:off x="2561183" y="609953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Grupo animal</a:t>
            </a:r>
          </a:p>
        </p:txBody>
      </p:sp>
      <p:sp>
        <p:nvSpPr>
          <p:cNvPr id="115" name="Retângulo: Cantos Arredondados 114">
            <a:extLst>
              <a:ext uri="{FF2B5EF4-FFF2-40B4-BE49-F238E27FC236}">
                <a16:creationId xmlns:a16="http://schemas.microsoft.com/office/drawing/2014/main" id="{1BB61332-EEBA-4014-42A0-95288272E5FD}"/>
              </a:ext>
            </a:extLst>
          </p:cNvPr>
          <p:cNvSpPr/>
          <p:nvPr/>
        </p:nvSpPr>
        <p:spPr>
          <a:xfrm>
            <a:off x="2631771" y="641644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E4E2AC50-EE92-2E79-3229-E11DDB05DB97}"/>
              </a:ext>
            </a:extLst>
          </p:cNvPr>
          <p:cNvSpPr txBox="1"/>
          <p:nvPr/>
        </p:nvSpPr>
        <p:spPr>
          <a:xfrm>
            <a:off x="8317996" y="461888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coleta</a:t>
            </a:r>
          </a:p>
        </p:txBody>
      </p:sp>
      <p:sp>
        <p:nvSpPr>
          <p:cNvPr id="117" name="Retângulo: Cantos Arredondados 116">
            <a:extLst>
              <a:ext uri="{FF2B5EF4-FFF2-40B4-BE49-F238E27FC236}">
                <a16:creationId xmlns:a16="http://schemas.microsoft.com/office/drawing/2014/main" id="{C921FCA1-9B09-A4CB-5049-B74B9CB55DF9}"/>
              </a:ext>
            </a:extLst>
          </p:cNvPr>
          <p:cNvSpPr/>
          <p:nvPr/>
        </p:nvSpPr>
        <p:spPr>
          <a:xfrm>
            <a:off x="8402975" y="492985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01/02/2023 10:20:00</a:t>
            </a:r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A9068620-E244-76D1-BE7C-B9AE6FE851C4}"/>
              </a:ext>
            </a:extLst>
          </p:cNvPr>
          <p:cNvSpPr txBox="1"/>
          <p:nvPr/>
        </p:nvSpPr>
        <p:spPr>
          <a:xfrm>
            <a:off x="5623286" y="534685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Latitude e Longitude</a:t>
            </a:r>
          </a:p>
        </p:txBody>
      </p:sp>
      <p:sp>
        <p:nvSpPr>
          <p:cNvPr id="119" name="Retângulo: Cantos Arredondados 118">
            <a:extLst>
              <a:ext uri="{FF2B5EF4-FFF2-40B4-BE49-F238E27FC236}">
                <a16:creationId xmlns:a16="http://schemas.microsoft.com/office/drawing/2014/main" id="{218D6D38-E2F2-B466-7AEC-3771C87CB543}"/>
              </a:ext>
            </a:extLst>
          </p:cNvPr>
          <p:cNvSpPr/>
          <p:nvPr/>
        </p:nvSpPr>
        <p:spPr>
          <a:xfrm>
            <a:off x="5708265" y="5657830"/>
            <a:ext cx="142066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20" name="Retângulo: Cantos Arredondados 119">
            <a:extLst>
              <a:ext uri="{FF2B5EF4-FFF2-40B4-BE49-F238E27FC236}">
                <a16:creationId xmlns:a16="http://schemas.microsoft.com/office/drawing/2014/main" id="{08DE6095-852A-00F6-EEB0-669283DDE4BF}"/>
              </a:ext>
            </a:extLst>
          </p:cNvPr>
          <p:cNvSpPr/>
          <p:nvPr/>
        </p:nvSpPr>
        <p:spPr>
          <a:xfrm>
            <a:off x="7244191" y="5656946"/>
            <a:ext cx="142066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2A8F6D70-B01E-4DDB-855E-2D5D897FA038}"/>
              </a:ext>
            </a:extLst>
          </p:cNvPr>
          <p:cNvSpPr txBox="1"/>
          <p:nvPr/>
        </p:nvSpPr>
        <p:spPr>
          <a:xfrm>
            <a:off x="2573361" y="685040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124" name="Retângulo: Cantos Arredondados 123">
            <a:extLst>
              <a:ext uri="{FF2B5EF4-FFF2-40B4-BE49-F238E27FC236}">
                <a16:creationId xmlns:a16="http://schemas.microsoft.com/office/drawing/2014/main" id="{D58D4A2F-3CE9-D234-F169-67055A2DA3DA}"/>
              </a:ext>
            </a:extLst>
          </p:cNvPr>
          <p:cNvSpPr/>
          <p:nvPr/>
        </p:nvSpPr>
        <p:spPr>
          <a:xfrm>
            <a:off x="2643948" y="7167310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graphicFrame>
        <p:nvGraphicFramePr>
          <p:cNvPr id="51" name="Tabela 50">
            <a:extLst>
              <a:ext uri="{FF2B5EF4-FFF2-40B4-BE49-F238E27FC236}">
                <a16:creationId xmlns:a16="http://schemas.microsoft.com/office/drawing/2014/main" id="{E7CDF845-2A89-F01F-D333-0E1FADF136B9}"/>
              </a:ext>
            </a:extLst>
          </p:cNvPr>
          <p:cNvGraphicFramePr>
            <a:graphicFrameLocks noGrp="1"/>
          </p:cNvGraphicFramePr>
          <p:nvPr/>
        </p:nvGraphicFramePr>
        <p:xfrm>
          <a:off x="2581274" y="3630893"/>
          <a:ext cx="9382123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925">
                  <a:extLst>
                    <a:ext uri="{9D8B030D-6E8A-4147-A177-3AD203B41FA5}">
                      <a16:colId xmlns:a16="http://schemas.microsoft.com/office/drawing/2014/main" val="316559442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397797372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039412245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301797961"/>
                    </a:ext>
                  </a:extLst>
                </a:gridCol>
                <a:gridCol w="1003298">
                  <a:extLst>
                    <a:ext uri="{9D8B030D-6E8A-4147-A177-3AD203B41FA5}">
                      <a16:colId xmlns:a16="http://schemas.microsoft.com/office/drawing/2014/main" val="483576101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Origem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e Hora da coleta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9684407"/>
                  </a:ext>
                </a:extLst>
              </a:tr>
            </a:tbl>
          </a:graphicData>
        </a:graphic>
      </p:graphicFrame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8870B8BB-EB20-7D45-57CD-FB1D17A92480}"/>
              </a:ext>
            </a:extLst>
          </p:cNvPr>
          <p:cNvSpPr/>
          <p:nvPr/>
        </p:nvSpPr>
        <p:spPr>
          <a:xfrm rot="10800000">
            <a:off x="3665777" y="3862576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A0D835AC-186D-8201-FCEE-71C47448129E}"/>
              </a:ext>
            </a:extLst>
          </p:cNvPr>
          <p:cNvSpPr txBox="1"/>
          <p:nvPr/>
        </p:nvSpPr>
        <p:spPr>
          <a:xfrm>
            <a:off x="4035813" y="460009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Origem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7641503F-C4DE-52C6-8543-3445AD86762D}"/>
              </a:ext>
            </a:extLst>
          </p:cNvPr>
          <p:cNvSpPr/>
          <p:nvPr/>
        </p:nvSpPr>
        <p:spPr>
          <a:xfrm>
            <a:off x="4106401" y="4917008"/>
            <a:ext cx="154820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Canil </a:t>
            </a:r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B220113-D955-1594-839B-CDB270B7F68F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riângulo isósceles 11">
            <a:extLst>
              <a:ext uri="{FF2B5EF4-FFF2-40B4-BE49-F238E27FC236}">
                <a16:creationId xmlns:a16="http://schemas.microsoft.com/office/drawing/2014/main" id="{71EC040E-60B7-0927-D552-498A4D855C32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Triângulo isósceles 16">
            <a:extLst>
              <a:ext uri="{FF2B5EF4-FFF2-40B4-BE49-F238E27FC236}">
                <a16:creationId xmlns:a16="http://schemas.microsoft.com/office/drawing/2014/main" id="{A8B210A1-6B79-7866-FE0C-DC4124B5DBB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FBE3B1AE-FAFE-BD57-5B0F-ED5687AD8F49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AB822900-E500-0647-06F9-163E1724FC8B}"/>
              </a:ext>
            </a:extLst>
          </p:cNvPr>
          <p:cNvSpPr/>
          <p:nvPr/>
        </p:nvSpPr>
        <p:spPr>
          <a:xfrm>
            <a:off x="0" y="43507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7346FF97-1320-9C7F-FD12-1A7E8B63A510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0" name="Gráfico 39" descr="Aviso estrutura de tópicos">
              <a:extLst>
                <a:ext uri="{FF2B5EF4-FFF2-40B4-BE49-F238E27FC236}">
                  <a16:creationId xmlns:a16="http://schemas.microsoft.com/office/drawing/2014/main" id="{4B8683AE-D0B0-0BA2-B74A-5CEBD6E19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1" name="Agrupar 40">
              <a:extLst>
                <a:ext uri="{FF2B5EF4-FFF2-40B4-BE49-F238E27FC236}">
                  <a16:creationId xmlns:a16="http://schemas.microsoft.com/office/drawing/2014/main" id="{EE0FD8F6-CF67-B9FB-C472-5F56314DE532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5" name="Gráfico 44" descr="Casinha de cachorro estrutura de tópicos">
                <a:extLst>
                  <a:ext uri="{FF2B5EF4-FFF2-40B4-BE49-F238E27FC236}">
                    <a16:creationId xmlns:a16="http://schemas.microsoft.com/office/drawing/2014/main" id="{5519C660-350C-BA18-98F6-CDA381685D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7" name="CaixaDeTexto 46">
                <a:extLst>
                  <a:ext uri="{FF2B5EF4-FFF2-40B4-BE49-F238E27FC236}">
                    <a16:creationId xmlns:a16="http://schemas.microsoft.com/office/drawing/2014/main" id="{C40E4BB7-CE0C-CF2E-646E-47666AF97A17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3" name="Gráfico 42" descr="Área de Transferência estrutura de tópicos">
              <a:extLst>
                <a:ext uri="{FF2B5EF4-FFF2-40B4-BE49-F238E27FC236}">
                  <a16:creationId xmlns:a16="http://schemas.microsoft.com/office/drawing/2014/main" id="{9E040FFF-053F-A224-770A-CC1B1CCB2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37466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116D5-937A-FFED-63DD-B7E47D1ED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540E63B-CCB1-5FAC-4152-50AAFC9B3E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AD8B682B-3D61-BD0C-4BA9-6657A9131C2B}"/>
              </a:ext>
            </a:extLst>
          </p:cNvPr>
          <p:cNvGrpSpPr/>
          <p:nvPr/>
        </p:nvGrpSpPr>
        <p:grpSpPr>
          <a:xfrm>
            <a:off x="2425801" y="674131"/>
            <a:ext cx="9677197" cy="6093364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11043296-0883-6F0D-5D57-90699C5D0F8B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AB445454-DDD7-38CB-0250-F4A486580536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A8CFFB3A-3CCB-94FD-95D1-A740080839E0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01FBE80F-3E0E-4CF8-1E53-A2669D7CDC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D66B049-A0BF-86A5-F521-24A27423B46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4BC4CB7A-CB1E-6AE4-E4FA-5C54F82593D9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9802BE6C-FC9A-86B3-265A-BF97BEA4C066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C4F2849-3023-B62C-5492-DC0A470E5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F28DB53-D718-1893-D2C0-71EF0766D6B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C5887FD-212A-077D-68FE-B0EE6826191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C5EB6F8-DF98-1B66-3020-23CF275FA84D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8596E94E-767A-B40F-557F-408B04CD4794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78EC991-EF20-FE3C-444D-A5C818B908C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3C17D88-74A3-B972-4149-B67084EE64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6FC323F-3C55-C1E7-6A7D-11DB3B7C3D5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CB1DFBD3-A8D6-F78B-2960-BD0FC9C146F7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ANIMAIS ATROPELADOS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556B1B65-E7E8-87AA-BAF3-23C07D88159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A47F3230-7FBB-7F9B-0EA2-786BF4C2861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6F33E9C-00E5-B01B-1344-BB205D33C5A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6789B910-610E-E320-768F-BE6677E614E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18C3E6F6-F21E-90DA-B259-807FA51A0EE7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39B214F-B0A8-2AA0-FBAD-628267445FBB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Animal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193626B-7663-023E-45AE-25B55D5702B7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AB2101BB-D756-92EA-B01A-69B8CB0A969F}"/>
              </a:ext>
            </a:extLst>
          </p:cNvPr>
          <p:cNvSpPr/>
          <p:nvPr/>
        </p:nvSpPr>
        <p:spPr>
          <a:xfrm>
            <a:off x="2581274" y="1410794"/>
            <a:ext cx="9382125" cy="438040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CA8C3C6-6204-598B-FCA7-EFA059B8D85F}"/>
              </a:ext>
            </a:extLst>
          </p:cNvPr>
          <p:cNvSpPr txBox="1"/>
          <p:nvPr/>
        </p:nvSpPr>
        <p:spPr>
          <a:xfrm>
            <a:off x="10960952" y="1533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8" name="Gráfico 37" descr="Lápis com preenchimento sólido">
            <a:extLst>
              <a:ext uri="{FF2B5EF4-FFF2-40B4-BE49-F238E27FC236}">
                <a16:creationId xmlns:a16="http://schemas.microsoft.com/office/drawing/2014/main" id="{5C1EB8DC-D0BE-F8C0-4427-EFB474BDBF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8098" y="1559723"/>
            <a:ext cx="198827" cy="198827"/>
          </a:xfrm>
          <a:prstGeom prst="rect">
            <a:avLst/>
          </a:prstGeom>
        </p:spPr>
      </p:pic>
      <p:pic>
        <p:nvPicPr>
          <p:cNvPr id="42" name="Gráfico 41" descr="Lixo com preenchimento sólido">
            <a:extLst>
              <a:ext uri="{FF2B5EF4-FFF2-40B4-BE49-F238E27FC236}">
                <a16:creationId xmlns:a16="http://schemas.microsoft.com/office/drawing/2014/main" id="{7A34E5C4-1A8C-F400-B5FC-F75A579D6E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89756" y="1559724"/>
            <a:ext cx="198827" cy="198827"/>
          </a:xfrm>
          <a:prstGeom prst="rect">
            <a:avLst/>
          </a:prstGeom>
        </p:spPr>
      </p:pic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1466F3D7-E338-F0D8-D523-11073A47DF67}"/>
              </a:ext>
            </a:extLst>
          </p:cNvPr>
          <p:cNvCxnSpPr>
            <a:cxnSpLocks/>
          </p:cNvCxnSpPr>
          <p:nvPr/>
        </p:nvCxnSpPr>
        <p:spPr>
          <a:xfrm>
            <a:off x="2643361" y="1739500"/>
            <a:ext cx="774494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5D56BB47-8013-2D3D-D141-20FE0842EE15}"/>
              </a:ext>
            </a:extLst>
          </p:cNvPr>
          <p:cNvSpPr txBox="1"/>
          <p:nvPr/>
        </p:nvSpPr>
        <p:spPr>
          <a:xfrm>
            <a:off x="2588066" y="1437242"/>
            <a:ext cx="4232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DO </a:t>
            </a:r>
            <a:r>
              <a:rPr lang="pt-BR" sz="1400" b="1">
                <a:solidFill>
                  <a:schemeClr val="tx1">
                    <a:lumMod val="65000"/>
                    <a:lumOff val="35000"/>
                  </a:schemeClr>
                </a:solidFill>
              </a:rPr>
              <a:t>ANIMAL ATROPELADO</a:t>
            </a:r>
            <a:endParaRPr lang="pt-BR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6C65ED40-4392-E8CB-C5EE-C0F00C852D51}"/>
              </a:ext>
            </a:extLst>
          </p:cNvPr>
          <p:cNvSpPr txBox="1"/>
          <p:nvPr/>
        </p:nvSpPr>
        <p:spPr>
          <a:xfrm>
            <a:off x="2572773" y="182401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A704F652-4612-B65E-CAEE-ADDAE4EC1004}"/>
              </a:ext>
            </a:extLst>
          </p:cNvPr>
          <p:cNvSpPr/>
          <p:nvPr/>
        </p:nvSpPr>
        <p:spPr>
          <a:xfrm>
            <a:off x="2643361" y="2140926"/>
            <a:ext cx="139245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1C216BE1-C040-1B2A-6A46-0E93A7A1481B}"/>
              </a:ext>
            </a:extLst>
          </p:cNvPr>
          <p:cNvSpPr txBox="1"/>
          <p:nvPr/>
        </p:nvSpPr>
        <p:spPr>
          <a:xfrm>
            <a:off x="5690324" y="183314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4B012C50-6724-EA5A-5629-01F6352E2B22}"/>
              </a:ext>
            </a:extLst>
          </p:cNvPr>
          <p:cNvSpPr/>
          <p:nvPr/>
        </p:nvSpPr>
        <p:spPr>
          <a:xfrm>
            <a:off x="5775303" y="2144121"/>
            <a:ext cx="242254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Necrópsia feita </a:t>
            </a:r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4" name="Retângulo: Cantos Arredondados 93">
            <a:extLst>
              <a:ext uri="{FF2B5EF4-FFF2-40B4-BE49-F238E27FC236}">
                <a16:creationId xmlns:a16="http://schemas.microsoft.com/office/drawing/2014/main" id="{9513AEF5-1420-5F0B-C21D-62C1000C9770}"/>
              </a:ext>
            </a:extLst>
          </p:cNvPr>
          <p:cNvSpPr/>
          <p:nvPr/>
        </p:nvSpPr>
        <p:spPr>
          <a:xfrm>
            <a:off x="8763107" y="2874848"/>
            <a:ext cx="310626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(link para imagem)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44F066B8-88F4-737E-BB11-A24CFE1279CE}"/>
              </a:ext>
            </a:extLst>
          </p:cNvPr>
          <p:cNvSpPr txBox="1"/>
          <p:nvPr/>
        </p:nvSpPr>
        <p:spPr>
          <a:xfrm>
            <a:off x="8669080" y="2567071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Imagem (link)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F8475E43-37AB-3301-ECEA-E1248D189683}"/>
              </a:ext>
            </a:extLst>
          </p:cNvPr>
          <p:cNvSpPr txBox="1"/>
          <p:nvPr/>
        </p:nvSpPr>
        <p:spPr>
          <a:xfrm>
            <a:off x="2572773" y="256555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Responsável pela coleta</a:t>
            </a:r>
          </a:p>
        </p:txBody>
      </p:sp>
      <p:sp>
        <p:nvSpPr>
          <p:cNvPr id="111" name="Retângulo: Cantos Arredondados 110">
            <a:extLst>
              <a:ext uri="{FF2B5EF4-FFF2-40B4-BE49-F238E27FC236}">
                <a16:creationId xmlns:a16="http://schemas.microsoft.com/office/drawing/2014/main" id="{82B6FEA7-3B15-BFAD-EF23-37F1EE8330FB}"/>
              </a:ext>
            </a:extLst>
          </p:cNvPr>
          <p:cNvSpPr/>
          <p:nvPr/>
        </p:nvSpPr>
        <p:spPr>
          <a:xfrm>
            <a:off x="2643361" y="288246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D9A49AA5-8EDE-1327-4122-F38F98D4BDDB}"/>
              </a:ext>
            </a:extLst>
          </p:cNvPr>
          <p:cNvSpPr txBox="1"/>
          <p:nvPr/>
        </p:nvSpPr>
        <p:spPr>
          <a:xfrm>
            <a:off x="5690324" y="333669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113" name="Retângulo: Cantos Arredondados 112">
            <a:extLst>
              <a:ext uri="{FF2B5EF4-FFF2-40B4-BE49-F238E27FC236}">
                <a16:creationId xmlns:a16="http://schemas.microsoft.com/office/drawing/2014/main" id="{58525EA3-2B11-1683-BEAF-51DDE3094959}"/>
              </a:ext>
            </a:extLst>
          </p:cNvPr>
          <p:cNvSpPr/>
          <p:nvPr/>
        </p:nvSpPr>
        <p:spPr>
          <a:xfrm>
            <a:off x="5775303" y="364766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F5D4B24C-7F2E-2418-F816-6F68F7FE610F}"/>
              </a:ext>
            </a:extLst>
          </p:cNvPr>
          <p:cNvSpPr txBox="1"/>
          <p:nvPr/>
        </p:nvSpPr>
        <p:spPr>
          <a:xfrm>
            <a:off x="2561183" y="331823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Grupo animal</a:t>
            </a:r>
          </a:p>
        </p:txBody>
      </p:sp>
      <p:sp>
        <p:nvSpPr>
          <p:cNvPr id="115" name="Retângulo: Cantos Arredondados 114">
            <a:extLst>
              <a:ext uri="{FF2B5EF4-FFF2-40B4-BE49-F238E27FC236}">
                <a16:creationId xmlns:a16="http://schemas.microsoft.com/office/drawing/2014/main" id="{4796EB14-A72D-C9B9-B41A-16D3E41B8C61}"/>
              </a:ext>
            </a:extLst>
          </p:cNvPr>
          <p:cNvSpPr/>
          <p:nvPr/>
        </p:nvSpPr>
        <p:spPr>
          <a:xfrm>
            <a:off x="2631771" y="363514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FD708320-254C-98B6-8E65-0F029AA66487}"/>
              </a:ext>
            </a:extLst>
          </p:cNvPr>
          <p:cNvSpPr txBox="1"/>
          <p:nvPr/>
        </p:nvSpPr>
        <p:spPr>
          <a:xfrm>
            <a:off x="8317996" y="183758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e Hora da coleta</a:t>
            </a:r>
          </a:p>
        </p:txBody>
      </p:sp>
      <p:sp>
        <p:nvSpPr>
          <p:cNvPr id="117" name="Retângulo: Cantos Arredondados 116">
            <a:extLst>
              <a:ext uri="{FF2B5EF4-FFF2-40B4-BE49-F238E27FC236}">
                <a16:creationId xmlns:a16="http://schemas.microsoft.com/office/drawing/2014/main" id="{755D658D-8A2C-7FF2-998C-5BAC525069C6}"/>
              </a:ext>
            </a:extLst>
          </p:cNvPr>
          <p:cNvSpPr/>
          <p:nvPr/>
        </p:nvSpPr>
        <p:spPr>
          <a:xfrm>
            <a:off x="8402975" y="214855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01/02/2023 10:20:00</a:t>
            </a:r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id="{0F35A638-3CF0-86DB-5CC5-69A50E4B6E34}"/>
              </a:ext>
            </a:extLst>
          </p:cNvPr>
          <p:cNvSpPr txBox="1"/>
          <p:nvPr/>
        </p:nvSpPr>
        <p:spPr>
          <a:xfrm>
            <a:off x="5623286" y="256555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Latitude e Longitude</a:t>
            </a:r>
          </a:p>
        </p:txBody>
      </p:sp>
      <p:sp>
        <p:nvSpPr>
          <p:cNvPr id="119" name="Retângulo: Cantos Arredondados 118">
            <a:extLst>
              <a:ext uri="{FF2B5EF4-FFF2-40B4-BE49-F238E27FC236}">
                <a16:creationId xmlns:a16="http://schemas.microsoft.com/office/drawing/2014/main" id="{B9D7841E-E5C0-6429-7D1C-F47D2FA457DE}"/>
              </a:ext>
            </a:extLst>
          </p:cNvPr>
          <p:cNvSpPr/>
          <p:nvPr/>
        </p:nvSpPr>
        <p:spPr>
          <a:xfrm>
            <a:off x="5708265" y="2876530"/>
            <a:ext cx="142066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20" name="Retângulo: Cantos Arredondados 119">
            <a:extLst>
              <a:ext uri="{FF2B5EF4-FFF2-40B4-BE49-F238E27FC236}">
                <a16:creationId xmlns:a16="http://schemas.microsoft.com/office/drawing/2014/main" id="{52FE3987-2478-34D2-FF94-F84541354A5C}"/>
              </a:ext>
            </a:extLst>
          </p:cNvPr>
          <p:cNvSpPr/>
          <p:nvPr/>
        </p:nvSpPr>
        <p:spPr>
          <a:xfrm>
            <a:off x="7244191" y="2875646"/>
            <a:ext cx="142066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AFC46EE5-3574-71D8-E8BD-3A3A3B3A2A78}"/>
              </a:ext>
            </a:extLst>
          </p:cNvPr>
          <p:cNvSpPr txBox="1"/>
          <p:nvPr/>
        </p:nvSpPr>
        <p:spPr>
          <a:xfrm>
            <a:off x="2573361" y="4069100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124" name="Retângulo: Cantos Arredondados 123">
            <a:extLst>
              <a:ext uri="{FF2B5EF4-FFF2-40B4-BE49-F238E27FC236}">
                <a16:creationId xmlns:a16="http://schemas.microsoft.com/office/drawing/2014/main" id="{BD142C01-D9D9-6407-313B-8B75635AFB0F}"/>
              </a:ext>
            </a:extLst>
          </p:cNvPr>
          <p:cNvSpPr/>
          <p:nvPr/>
        </p:nvSpPr>
        <p:spPr>
          <a:xfrm>
            <a:off x="2643948" y="4386010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88EE2D38-797C-902D-D671-64321A9C421E}"/>
              </a:ext>
            </a:extLst>
          </p:cNvPr>
          <p:cNvSpPr txBox="1"/>
          <p:nvPr/>
        </p:nvSpPr>
        <p:spPr>
          <a:xfrm>
            <a:off x="4035813" y="1818798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Origem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C1D5A29F-72E9-2CDE-5B87-88D31F8E46E6}"/>
              </a:ext>
            </a:extLst>
          </p:cNvPr>
          <p:cNvSpPr/>
          <p:nvPr/>
        </p:nvSpPr>
        <p:spPr>
          <a:xfrm>
            <a:off x="4106401" y="2135708"/>
            <a:ext cx="154820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Canil </a:t>
            </a:r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A7CE0A2F-FCD1-A52B-11BB-BBCACEA33045}"/>
              </a:ext>
            </a:extLst>
          </p:cNvPr>
          <p:cNvCxnSpPr>
            <a:cxnSpLocks/>
          </p:cNvCxnSpPr>
          <p:nvPr/>
        </p:nvCxnSpPr>
        <p:spPr>
          <a:xfrm>
            <a:off x="2643361" y="5168500"/>
            <a:ext cx="7744947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AE4DC40-1042-4100-F1B9-9996352BBA39}"/>
              </a:ext>
            </a:extLst>
          </p:cNvPr>
          <p:cNvSpPr txBox="1"/>
          <p:nvPr/>
        </p:nvSpPr>
        <p:spPr>
          <a:xfrm>
            <a:off x="2588066" y="4866242"/>
            <a:ext cx="42328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57D42CC8-F446-9B8B-E36D-F95D4FE94339}"/>
              </a:ext>
            </a:extLst>
          </p:cNvPr>
          <p:cNvSpPr/>
          <p:nvPr/>
        </p:nvSpPr>
        <p:spPr>
          <a:xfrm>
            <a:off x="2652448" y="5286028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NECRÓPSIA</a:t>
            </a:r>
          </a:p>
        </p:txBody>
      </p:sp>
      <p:graphicFrame>
        <p:nvGraphicFramePr>
          <p:cNvPr id="35" name="Tabela 34">
            <a:extLst>
              <a:ext uri="{FF2B5EF4-FFF2-40B4-BE49-F238E27FC236}">
                <a16:creationId xmlns:a16="http://schemas.microsoft.com/office/drawing/2014/main" id="{F630239A-5D2E-85BD-6BA6-21E310E8E14D}"/>
              </a:ext>
            </a:extLst>
          </p:cNvPr>
          <p:cNvGraphicFramePr>
            <a:graphicFrameLocks noGrp="1"/>
          </p:cNvGraphicFramePr>
          <p:nvPr/>
        </p:nvGraphicFramePr>
        <p:xfrm>
          <a:off x="2581274" y="5875994"/>
          <a:ext cx="9382123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1925">
                  <a:extLst>
                    <a:ext uri="{9D8B030D-6E8A-4147-A177-3AD203B41FA5}">
                      <a16:colId xmlns:a16="http://schemas.microsoft.com/office/drawing/2014/main" val="380978765"/>
                    </a:ext>
                  </a:extLst>
                </a:gridCol>
                <a:gridCol w="1854200">
                  <a:extLst>
                    <a:ext uri="{9D8B030D-6E8A-4147-A177-3AD203B41FA5}">
                      <a16:colId xmlns:a16="http://schemas.microsoft.com/office/drawing/2014/main" val="15095417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510681603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4255431852"/>
                    </a:ext>
                  </a:extLst>
                </a:gridCol>
                <a:gridCol w="1003298">
                  <a:extLst>
                    <a:ext uri="{9D8B030D-6E8A-4147-A177-3AD203B41FA5}">
                      <a16:colId xmlns:a16="http://schemas.microsoft.com/office/drawing/2014/main" val="1865558826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Atropelamento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Em análise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02/03/2024 10:20:00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940763"/>
                  </a:ext>
                </a:extLst>
              </a:tr>
            </a:tbl>
          </a:graphicData>
        </a:graphic>
      </p:graphicFrame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F420B723-4FA7-9CCD-C12A-1EC679A02404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Triângulo isósceles 38">
            <a:extLst>
              <a:ext uri="{FF2B5EF4-FFF2-40B4-BE49-F238E27FC236}">
                <a16:creationId xmlns:a16="http://schemas.microsoft.com/office/drawing/2014/main" id="{F5972219-D302-D9E8-514C-7CAC9AA92A6D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Triângulo isósceles 39">
            <a:extLst>
              <a:ext uri="{FF2B5EF4-FFF2-40B4-BE49-F238E27FC236}">
                <a16:creationId xmlns:a16="http://schemas.microsoft.com/office/drawing/2014/main" id="{15DAF0CB-AF2D-9D81-047E-3FF469C6078B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5F42B4A5-DE63-58D0-FF18-C4CA55345B85}"/>
              </a:ext>
            </a:extLst>
          </p:cNvPr>
          <p:cNvSpPr/>
          <p:nvPr/>
        </p:nvSpPr>
        <p:spPr>
          <a:xfrm>
            <a:off x="12130336" y="2567246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443778B-B619-A34A-6FCF-C5F999B19F19}"/>
              </a:ext>
            </a:extLst>
          </p:cNvPr>
          <p:cNvSpPr/>
          <p:nvPr/>
        </p:nvSpPr>
        <p:spPr>
          <a:xfrm>
            <a:off x="0" y="43507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236F7E4-463C-F42F-EACE-7069132ECD76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" name="Gráfico 4" descr="Aviso estrutura de tópicos">
              <a:extLst>
                <a:ext uri="{FF2B5EF4-FFF2-40B4-BE49-F238E27FC236}">
                  <a16:creationId xmlns:a16="http://schemas.microsoft.com/office/drawing/2014/main" id="{CE5E36EF-4B3C-726A-768B-40B880B80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A997F569-1B49-E784-F9AB-CEBE80D0B964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1" name="Gráfico 10" descr="Casinha de cachorro estrutura de tópicos">
                <a:extLst>
                  <a:ext uri="{FF2B5EF4-FFF2-40B4-BE49-F238E27FC236}">
                    <a16:creationId xmlns:a16="http://schemas.microsoft.com/office/drawing/2014/main" id="{7C9AEA37-8ADD-7C8B-B8C4-EB73C3A986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D15EDA9A-07C8-C50C-6A0A-BB523C587A3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9" name="Gráfico 8" descr="Área de Transferência estrutura de tópicos">
              <a:extLst>
                <a:ext uri="{FF2B5EF4-FFF2-40B4-BE49-F238E27FC236}">
                  <a16:creationId xmlns:a16="http://schemas.microsoft.com/office/drawing/2014/main" id="{3BF3071A-254B-302D-D460-3624078B12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921719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932A-D7E2-1CE0-83C9-77EF531F8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C4E7C42-1DB5-D0EE-918E-2106FC00C3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91250EE8-E61F-C4F1-E2A0-08102096AC4D}"/>
              </a:ext>
            </a:extLst>
          </p:cNvPr>
          <p:cNvGrpSpPr/>
          <p:nvPr/>
        </p:nvGrpSpPr>
        <p:grpSpPr>
          <a:xfrm>
            <a:off x="2425801" y="674131"/>
            <a:ext cx="9677197" cy="6110902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AF024DB1-DD52-1E24-77B8-D41A8C21E5EE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FF6A4AA6-8298-A18F-8659-9C8F9469A8EF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E5A4074-2802-B02E-79A6-8BB3EDC5E8E0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30F316DC-4EAB-5E0C-F677-460337F40B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A7189CE-56CC-794F-CAFE-8616F46D1AA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35E0C790-C839-3FEE-0E2E-EEBB9CC914B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F95AC538-AFE4-FAAC-57EE-6B096E2A0B60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8BED344-ED53-55EE-3F94-C04153D19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0C25CBA-40E2-3491-3B9E-547497A3BC7D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5BA91DB-773D-5C5D-D377-A125CBFA08E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26BA5B6-89C4-89AD-FBEB-8DC7C02C77BE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2545D980-6111-663D-FF89-DFEE63C79E0A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DEA0A1B-B7B4-FE87-246D-9B8ADA6721EC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96DE8B6-F9DB-A86C-1363-10D9FFB449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0A427DA5-C464-9EA0-C708-B8009CF0E66D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82439D02-2679-D1E7-F178-3A94E06AF04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D1772FD2-9E5C-0F39-7537-8F0A8BA0F8F7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52749052-E374-7063-3E64-6245366FADD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9DC62EE-27DE-9D39-0415-139F6F26488F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9E0CC4C-DB27-AF5C-E840-AAAA3879B3AC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8351BD5B-03CA-CE57-7219-88769435F9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C5F69A3-DAAD-8978-86CD-3EB46BEF16EA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88182E9-CA87-E860-0B70-F23EFEBCB293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55DB5C6-2C8E-94B4-16D2-C111B447E55B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E2E11D2-CC0D-5D43-3E00-DD9D423F678F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1B880621-D3D5-276C-4630-A66C54AE266D}"/>
              </a:ext>
            </a:extLst>
          </p:cNvPr>
          <p:cNvSpPr/>
          <p:nvPr/>
        </p:nvSpPr>
        <p:spPr>
          <a:xfrm>
            <a:off x="51563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realização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03EC0587-AA63-8F0B-C007-0A8EFAE4FF6B}"/>
              </a:ext>
            </a:extLst>
          </p:cNvPr>
          <p:cNvSpPr/>
          <p:nvPr/>
        </p:nvSpPr>
        <p:spPr>
          <a:xfrm>
            <a:off x="81319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511DD083-39AF-4EB8-EC68-9155FA7E2F05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necrópsia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F89EB556-2FD4-1EF2-CEE1-F113595E891D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0FF88AE2-C75E-613D-644D-301878D678D3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Código do animal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EAD3D68C-B327-840C-D7CD-EB9D0CDF6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EC043645-9654-A0D1-A8A0-CBCA5FEA7A8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44010" y="1953929"/>
            <a:ext cx="285750" cy="285750"/>
          </a:xfrm>
          <a:prstGeom prst="rect">
            <a:avLst/>
          </a:prstGeom>
        </p:spPr>
      </p:pic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58C81315-329F-CD2F-79CD-3752A12AF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476292"/>
              </p:ext>
            </p:extLst>
          </p:nvPr>
        </p:nvGraphicFramePr>
        <p:xfrm>
          <a:off x="2581275" y="3655397"/>
          <a:ext cx="9382124" cy="14598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67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5404238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62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da realização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01/02/2023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01/02/2023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FA6E673-2C06-A5BB-5AFA-6F06F6C87D2E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0BDAAA9-E274-668F-2B2D-9026C8341D4B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93AF02-0F53-020C-8336-7311ECBB6A8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8AF308A-090E-5870-FA14-1234FDB72EB2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D1B58F53-D08E-ADAF-C56F-591A6B9ECBD7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B8245F9-03F0-B941-A1A1-42270B5F4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38FD964-7D75-5C5C-0DC0-032D0D53BB40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28E0BAFD-1DD9-7B6B-5BA8-A343C798BD6C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DCA7A57-0BEB-82CC-8FCC-4481FC9166C7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EAC8731-DD1E-0E87-0308-6F6DE18DA61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7" name="Gráfico 16" descr="Aviso estrutura de tópicos">
              <a:extLst>
                <a:ext uri="{FF2B5EF4-FFF2-40B4-BE49-F238E27FC236}">
                  <a16:creationId xmlns:a16="http://schemas.microsoft.com/office/drawing/2014/main" id="{07D9568A-46EF-6421-DA25-AB4AD354E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2" name="Agrupar 31">
              <a:extLst>
                <a:ext uri="{FF2B5EF4-FFF2-40B4-BE49-F238E27FC236}">
                  <a16:creationId xmlns:a16="http://schemas.microsoft.com/office/drawing/2014/main" id="{45F6A775-50B1-33B5-64EE-4DD2104314F4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6" name="Gráfico 35" descr="Casinha de cachorro estrutura de tópicos">
                <a:extLst>
                  <a:ext uri="{FF2B5EF4-FFF2-40B4-BE49-F238E27FC236}">
                    <a16:creationId xmlns:a16="http://schemas.microsoft.com/office/drawing/2014/main" id="{6EF94490-649C-F828-CE9A-FE61D25CDA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845416FC-2AF8-5C39-0DDF-D33DBC7F53D1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5" name="Gráfico 34" descr="Área de Transferência estrutura de tópicos">
              <a:extLst>
                <a:ext uri="{FF2B5EF4-FFF2-40B4-BE49-F238E27FC236}">
                  <a16:creationId xmlns:a16="http://schemas.microsoft.com/office/drawing/2014/main" id="{68A8AC6A-8FD2-6DB9-C79A-10F331BD4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596429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4562F-B3B2-77BC-BF76-BA40746E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8AFEAAB-120F-9D2A-4A78-172C21A46F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F39F27A-4ED4-BF07-9B87-7A24BFB96BF0}"/>
              </a:ext>
            </a:extLst>
          </p:cNvPr>
          <p:cNvGrpSpPr/>
          <p:nvPr/>
        </p:nvGrpSpPr>
        <p:grpSpPr>
          <a:xfrm>
            <a:off x="2425801" y="674131"/>
            <a:ext cx="9677197" cy="640875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2F2980D4-D4DB-C8A2-3000-29E10EB6CD12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FFDEB7C2-0D60-D2F0-5C26-5849A6A91C34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5DBE99A4-CBFE-2C1A-473D-8EBE76A13C3B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1A650E1C-4257-E8BC-12BC-1D7B012E35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159A98C-8653-4EA7-6EEA-A79EFFE72981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FBF38B9-3B1B-670F-2646-EDAB85558A7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77388B67-8DD9-E270-7002-1E9C67C595BA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4443632C-D24A-1A55-B5C7-C34922E37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7A9A7D5-5FB0-0CD4-6248-0E0B89C9C08F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4B9009E-74F5-31D9-6335-EEFBFF8E1C6D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0C150EEA-C619-CA96-D35D-B07D5980176E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81656008-2381-2DF0-4E92-00D0B3F52442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5581282-F945-BB51-9F80-79C0FE9888AB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0CA6E19-60B4-BF6C-5C84-3D9D6493CD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21369F54-FB54-55B7-0B2A-22ACD85B020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A6899EF-516B-A40C-F810-9BDDE753261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DD6DEC4F-A612-DFDF-765C-456AD641E552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C11BF22-44A4-1903-757D-569BCB7EDDCF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5B107A13-80C7-8ACA-67AD-3068C73B9382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D570B34-0CC4-A88D-AA9B-A0DF05733759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EDB2461B-B1AB-219C-8148-517A997BC9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D373FD6-01BE-393E-3F07-E03AA1C31AB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AA40E35E-6A07-2F09-AE5C-2B9D2D5E08ED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F0FD764-96A1-A3B4-0150-43223C547948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5E603BFB-5B45-6C51-4F15-D641C6A04B84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61B446A3-F51C-0065-89D2-9B536F777BE9}"/>
              </a:ext>
            </a:extLst>
          </p:cNvPr>
          <p:cNvSpPr/>
          <p:nvPr/>
        </p:nvSpPr>
        <p:spPr>
          <a:xfrm>
            <a:off x="5156347" y="1941905"/>
            <a:ext cx="2831414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Data da realização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10B5FC4D-FA5C-085A-A59F-E60BC45778FC}"/>
              </a:ext>
            </a:extLst>
          </p:cNvPr>
          <p:cNvSpPr/>
          <p:nvPr/>
        </p:nvSpPr>
        <p:spPr>
          <a:xfrm>
            <a:off x="81319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F4AC55AF-E39C-8C02-AE24-10EECFE9760E}"/>
              </a:ext>
            </a:extLst>
          </p:cNvPr>
          <p:cNvSpPr txBox="1"/>
          <p:nvPr/>
        </p:nvSpPr>
        <p:spPr>
          <a:xfrm>
            <a:off x="2714124" y="1586842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 necrópsia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95E5E40A-C878-210D-CBA0-27E23E94127A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CAEFA6E7-F250-B088-9A65-6C367227A0DE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Código do animal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0C7F4586-D54E-D545-BBE4-F7B75DE17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pic>
        <p:nvPicPr>
          <p:cNvPr id="72" name="Gráfico 71" descr="Calendário diário estrutura de tópicos">
            <a:extLst>
              <a:ext uri="{FF2B5EF4-FFF2-40B4-BE49-F238E27FC236}">
                <a16:creationId xmlns:a16="http://schemas.microsoft.com/office/drawing/2014/main" id="{2EB62F78-825A-9373-43EB-C9C1F9D1BA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44010" y="1953929"/>
            <a:ext cx="285750" cy="285750"/>
          </a:xfrm>
          <a:prstGeom prst="rect">
            <a:avLst/>
          </a:prstGeom>
        </p:spPr>
      </p:pic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CCA056A6-0457-A5C8-71D7-949AA7A94C0B}"/>
              </a:ext>
            </a:extLst>
          </p:cNvPr>
          <p:cNvGraphicFramePr>
            <a:graphicFrameLocks noGrp="1"/>
          </p:cNvGraphicFramePr>
          <p:nvPr/>
        </p:nvGraphicFramePr>
        <p:xfrm>
          <a:off x="2581275" y="3655397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674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5404238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6212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(ID)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Data da realização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E7B8AFC6-B41F-CD74-A460-E3F8579FBFBB}"/>
              </a:ext>
            </a:extLst>
          </p:cNvPr>
          <p:cNvSpPr/>
          <p:nvPr/>
        </p:nvSpPr>
        <p:spPr>
          <a:xfrm>
            <a:off x="2581274" y="41920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47A80F56-6012-C8AA-6D07-03C3452556E3}"/>
              </a:ext>
            </a:extLst>
          </p:cNvPr>
          <p:cNvSpPr txBox="1"/>
          <p:nvPr/>
        </p:nvSpPr>
        <p:spPr>
          <a:xfrm>
            <a:off x="10763242" y="4314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5" name="Gráfico 84" descr="Lápis com preenchimento sólido">
            <a:extLst>
              <a:ext uri="{FF2B5EF4-FFF2-40B4-BE49-F238E27FC236}">
                <a16:creationId xmlns:a16="http://schemas.microsoft.com/office/drawing/2014/main" id="{C71C6C99-20CD-1994-3B6D-71B4A979F7B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320388" y="4341023"/>
            <a:ext cx="198827" cy="198827"/>
          </a:xfrm>
          <a:prstGeom prst="rect">
            <a:avLst/>
          </a:prstGeom>
        </p:spPr>
      </p:pic>
      <p:pic>
        <p:nvPicPr>
          <p:cNvPr id="86" name="Gráfico 85" descr="Lixo com preenchimento sólido">
            <a:extLst>
              <a:ext uri="{FF2B5EF4-FFF2-40B4-BE49-F238E27FC236}">
                <a16:creationId xmlns:a16="http://schemas.microsoft.com/office/drawing/2014/main" id="{28E17975-FB01-CC39-4A0C-A098FD1405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592046" y="4341024"/>
            <a:ext cx="198827" cy="198827"/>
          </a:xfrm>
          <a:prstGeom prst="rect">
            <a:avLst/>
          </a:prstGeom>
        </p:spPr>
      </p:pic>
      <p:sp>
        <p:nvSpPr>
          <p:cNvPr id="88" name="CaixaDeTexto 87">
            <a:extLst>
              <a:ext uri="{FF2B5EF4-FFF2-40B4-BE49-F238E27FC236}">
                <a16:creationId xmlns:a16="http://schemas.microsoft.com/office/drawing/2014/main" id="{3EAAA796-CA47-5DE6-E52C-6BB0AE65BF21}"/>
              </a:ext>
            </a:extLst>
          </p:cNvPr>
          <p:cNvSpPr txBox="1"/>
          <p:nvPr/>
        </p:nvSpPr>
        <p:spPr>
          <a:xfrm>
            <a:off x="2581274" y="4646140"/>
            <a:ext cx="21110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 do animal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672A4D3C-4F57-7D4C-15BE-F7C5C02533E2}"/>
              </a:ext>
            </a:extLst>
          </p:cNvPr>
          <p:cNvSpPr/>
          <p:nvPr/>
        </p:nvSpPr>
        <p:spPr>
          <a:xfrm>
            <a:off x="2645563" y="4934745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EC4402A5-3CC2-2A8E-D6C6-F9E3AB538EC8}"/>
              </a:ext>
            </a:extLst>
          </p:cNvPr>
          <p:cNvSpPr txBox="1"/>
          <p:nvPr/>
        </p:nvSpPr>
        <p:spPr>
          <a:xfrm>
            <a:off x="4936825" y="462696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73DF38FF-D7CE-B856-8EB8-A154AE36426F}"/>
              </a:ext>
            </a:extLst>
          </p:cNvPr>
          <p:cNvSpPr/>
          <p:nvPr/>
        </p:nvSpPr>
        <p:spPr>
          <a:xfrm>
            <a:off x="5000349" y="4937940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01/02/2023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D95B95AE-AFC5-EC6A-8890-D2DE65001FAC}"/>
              </a:ext>
            </a:extLst>
          </p:cNvPr>
          <p:cNvSpPr txBox="1"/>
          <p:nvPr/>
        </p:nvSpPr>
        <p:spPr>
          <a:xfrm>
            <a:off x="2572773" y="535686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do corpo </a:t>
            </a:r>
          </a:p>
        </p:txBody>
      </p:sp>
      <p:sp>
        <p:nvSpPr>
          <p:cNvPr id="97" name="Retângulo: Cantos Arredondados 96">
            <a:extLst>
              <a:ext uri="{FF2B5EF4-FFF2-40B4-BE49-F238E27FC236}">
                <a16:creationId xmlns:a16="http://schemas.microsoft.com/office/drawing/2014/main" id="{4157BCA8-2CE5-2BC4-ADBC-0C4CC6B55D15}"/>
              </a:ext>
            </a:extLst>
          </p:cNvPr>
          <p:cNvSpPr/>
          <p:nvPr/>
        </p:nvSpPr>
        <p:spPr>
          <a:xfrm>
            <a:off x="2643361" y="567377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48695F63-B776-EF85-67F1-85FDFB6B75A4}"/>
              </a:ext>
            </a:extLst>
          </p:cNvPr>
          <p:cNvSpPr txBox="1"/>
          <p:nvPr/>
        </p:nvSpPr>
        <p:spPr>
          <a:xfrm>
            <a:off x="5690324" y="536599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clínico</a:t>
            </a:r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089E34E2-0227-73A5-983B-89495689FBA6}"/>
              </a:ext>
            </a:extLst>
          </p:cNvPr>
          <p:cNvSpPr/>
          <p:nvPr/>
        </p:nvSpPr>
        <p:spPr>
          <a:xfrm>
            <a:off x="5775303" y="567696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0" name="Retângulo: Cantos Arredondados 99">
            <a:extLst>
              <a:ext uri="{FF2B5EF4-FFF2-40B4-BE49-F238E27FC236}">
                <a16:creationId xmlns:a16="http://schemas.microsoft.com/office/drawing/2014/main" id="{06794867-AD05-ADB2-5E6D-B8155575D3F3}"/>
              </a:ext>
            </a:extLst>
          </p:cNvPr>
          <p:cNvSpPr/>
          <p:nvPr/>
        </p:nvSpPr>
        <p:spPr>
          <a:xfrm>
            <a:off x="8907245" y="567377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B29B3CE5-7DDF-F3B9-E28B-530A52832CEB}"/>
              </a:ext>
            </a:extLst>
          </p:cNvPr>
          <p:cNvSpPr txBox="1"/>
          <p:nvPr/>
        </p:nvSpPr>
        <p:spPr>
          <a:xfrm>
            <a:off x="8813217" y="536599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tutor (se existir)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0E9DDB01-A85E-9DEB-0C27-B2A71C12EB9A}"/>
              </a:ext>
            </a:extLst>
          </p:cNvPr>
          <p:cNvSpPr txBox="1"/>
          <p:nvPr/>
        </p:nvSpPr>
        <p:spPr>
          <a:xfrm>
            <a:off x="2572773" y="60984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Condição Reprodutiva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C37C6F0E-48F9-3B41-6AB5-739576985BAD}"/>
              </a:ext>
            </a:extLst>
          </p:cNvPr>
          <p:cNvSpPr/>
          <p:nvPr/>
        </p:nvSpPr>
        <p:spPr>
          <a:xfrm>
            <a:off x="2643361" y="64153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9CD0B85A-5B3B-B8DC-FF4F-1635C685C3C7}"/>
              </a:ext>
            </a:extLst>
          </p:cNvPr>
          <p:cNvSpPr txBox="1"/>
          <p:nvPr/>
        </p:nvSpPr>
        <p:spPr>
          <a:xfrm>
            <a:off x="5690324" y="61075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</a:t>
            </a:r>
          </a:p>
        </p:txBody>
      </p: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2E7E1967-91E3-9B5F-E3E5-C068A8A82ED5}"/>
              </a:ext>
            </a:extLst>
          </p:cNvPr>
          <p:cNvSpPr/>
          <p:nvPr/>
        </p:nvSpPr>
        <p:spPr>
          <a:xfrm>
            <a:off x="5775303" y="6418508"/>
            <a:ext cx="195779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106" name="Retângulo: Cantos Arredondados 105">
            <a:extLst>
              <a:ext uri="{FF2B5EF4-FFF2-40B4-BE49-F238E27FC236}">
                <a16:creationId xmlns:a16="http://schemas.microsoft.com/office/drawing/2014/main" id="{6FE4A7DE-B081-FEC3-F9CA-EE7CF639CD88}"/>
              </a:ext>
            </a:extLst>
          </p:cNvPr>
          <p:cNvSpPr/>
          <p:nvPr/>
        </p:nvSpPr>
        <p:spPr>
          <a:xfrm>
            <a:off x="7893985" y="6415313"/>
            <a:ext cx="204108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7674994A-8550-7157-7237-BFA423A87E1E}"/>
              </a:ext>
            </a:extLst>
          </p:cNvPr>
          <p:cNvSpPr txBox="1"/>
          <p:nvPr/>
        </p:nvSpPr>
        <p:spPr>
          <a:xfrm>
            <a:off x="7799957" y="610753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Idade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CB274BB8-346A-E305-0BC3-6AF6768E2683}"/>
              </a:ext>
            </a:extLst>
          </p:cNvPr>
          <p:cNvSpPr txBox="1"/>
          <p:nvPr/>
        </p:nvSpPr>
        <p:spPr>
          <a:xfrm>
            <a:off x="2573361" y="683994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109" name="Retângulo: Cantos Arredondados 108">
            <a:extLst>
              <a:ext uri="{FF2B5EF4-FFF2-40B4-BE49-F238E27FC236}">
                <a16:creationId xmlns:a16="http://schemas.microsoft.com/office/drawing/2014/main" id="{848185F6-5FC8-74F0-D513-BBE2F3C4A813}"/>
              </a:ext>
            </a:extLst>
          </p:cNvPr>
          <p:cNvSpPr/>
          <p:nvPr/>
        </p:nvSpPr>
        <p:spPr>
          <a:xfrm>
            <a:off x="2643948" y="7156855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abcd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21" name="Conector reto 120">
            <a:extLst>
              <a:ext uri="{FF2B5EF4-FFF2-40B4-BE49-F238E27FC236}">
                <a16:creationId xmlns:a16="http://schemas.microsoft.com/office/drawing/2014/main" id="{D2FD35F8-E1A6-FB30-3AD9-7B961714EC63}"/>
              </a:ext>
            </a:extLst>
          </p:cNvPr>
          <p:cNvCxnSpPr>
            <a:cxnSpLocks/>
          </p:cNvCxnSpPr>
          <p:nvPr/>
        </p:nvCxnSpPr>
        <p:spPr>
          <a:xfrm>
            <a:off x="2643361" y="4520800"/>
            <a:ext cx="754457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1572A00D-BA35-436C-8206-812B141BBA38}"/>
              </a:ext>
            </a:extLst>
          </p:cNvPr>
          <p:cNvSpPr txBox="1"/>
          <p:nvPr/>
        </p:nvSpPr>
        <p:spPr>
          <a:xfrm>
            <a:off x="2588066" y="4218542"/>
            <a:ext cx="32920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NECRÓPSIA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B984D22-7404-CF43-3D74-E61206774DF1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1624DB8-83A7-3300-6CDF-C66CE5635D84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46A286-C6F5-F202-94D6-A3D3785714B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B804F78B-E9A5-1CF7-5AD2-111DE675D295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9E045A8-41D3-C80E-CCA6-A7601A53B429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A1177D9A-7DD6-15ED-4406-F8BA2AD0F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DDFB15A-0559-B35A-294E-6C374CEAAF86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546B83C-B654-F434-7AD5-568DD5BF8533}"/>
              </a:ext>
            </a:extLst>
          </p:cNvPr>
          <p:cNvSpPr/>
          <p:nvPr/>
        </p:nvSpPr>
        <p:spPr>
          <a:xfrm>
            <a:off x="7356203" y="4930541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ANIMAL</a:t>
            </a:r>
          </a:p>
        </p:txBody>
      </p:sp>
      <p:sp>
        <p:nvSpPr>
          <p:cNvPr id="37" name="Triângulo isósceles 36">
            <a:extLst>
              <a:ext uri="{FF2B5EF4-FFF2-40B4-BE49-F238E27FC236}">
                <a16:creationId xmlns:a16="http://schemas.microsoft.com/office/drawing/2014/main" id="{82428EBA-7140-1088-7A0D-AEEE3E6D627B}"/>
              </a:ext>
            </a:extLst>
          </p:cNvPr>
          <p:cNvSpPr/>
          <p:nvPr/>
        </p:nvSpPr>
        <p:spPr>
          <a:xfrm rot="10800000">
            <a:off x="36657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CAED983F-B443-E91F-F003-1F6CA505ADC4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4" name="Triângulo isósceles 43">
            <a:extLst>
              <a:ext uri="{FF2B5EF4-FFF2-40B4-BE49-F238E27FC236}">
                <a16:creationId xmlns:a16="http://schemas.microsoft.com/office/drawing/2014/main" id="{3B33B38C-49EA-9797-1766-F9615D532D07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C8966EB4-3EED-ED92-5BFD-23CC93B004A9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Triângulo isósceles 48">
            <a:extLst>
              <a:ext uri="{FF2B5EF4-FFF2-40B4-BE49-F238E27FC236}">
                <a16:creationId xmlns:a16="http://schemas.microsoft.com/office/drawing/2014/main" id="{B9AFD32F-B8C7-77C7-F099-299172473C45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52D9346-5B2F-48EA-CD78-FABF1EC03D26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FF0A9A7-1044-61C2-C52A-321DC0B4598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7" name="Gráfico 16" descr="Aviso estrutura de tópicos">
              <a:extLst>
                <a:ext uri="{FF2B5EF4-FFF2-40B4-BE49-F238E27FC236}">
                  <a16:creationId xmlns:a16="http://schemas.microsoft.com/office/drawing/2014/main" id="{A6C70CB3-D021-F19D-35A7-F815F1912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827EA3B2-0547-260F-210C-604E8282575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8" name="Gráfico 37" descr="Casinha de cachorro estrutura de tópicos">
                <a:extLst>
                  <a:ext uri="{FF2B5EF4-FFF2-40B4-BE49-F238E27FC236}">
                    <a16:creationId xmlns:a16="http://schemas.microsoft.com/office/drawing/2014/main" id="{7309F241-5FD1-DE80-2307-36A1F868D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2900928A-442A-E399-6371-88FB64909B3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6" name="Gráfico 35" descr="Área de Transferência estrutura de tópicos">
              <a:extLst>
                <a:ext uri="{FF2B5EF4-FFF2-40B4-BE49-F238E27FC236}">
                  <a16:creationId xmlns:a16="http://schemas.microsoft.com/office/drawing/2014/main" id="{4A3E7762-81EC-AFE5-FB8E-2CFBFB5FF0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38243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B6B24-1201-8ED3-A7C9-7D5AD4CD4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D79A886-ACFA-6FCC-08A7-893366AD161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6C0172E-CD74-5730-0FC6-8AF7091F6EEA}"/>
              </a:ext>
            </a:extLst>
          </p:cNvPr>
          <p:cNvGrpSpPr/>
          <p:nvPr/>
        </p:nvGrpSpPr>
        <p:grpSpPr>
          <a:xfrm>
            <a:off x="2425801" y="674130"/>
            <a:ext cx="9677197" cy="6488663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E1192886-3D87-1688-B39C-E16A88A7F4C5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5999EBF8-2C28-6958-ED5B-9629495EA8AD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B261F3C-2C42-BCE6-0B4B-789C6B58E7CE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02074922-BAE1-AF82-933C-719BBE8D82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CB5F302-FD99-D5FA-B455-93B36573A2EA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34A0E370-EF8C-5789-BB3D-7DDF460E866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A33BBBBD-8F59-B94D-43CC-91ACE16FEBA6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0DF42E87-6EE9-5149-9691-2A55F2FD3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340A772-5984-F55C-D7C0-2137F6D8E928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845FBCA-1790-2B28-9FA0-26445F3B2A50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EB5DFC9-0C00-3A98-4D62-B68234AF0094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E99BE9CD-17F5-9265-EEC5-9E7F517BF0CE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102B76E-8B1F-EFC1-93EB-B9C62283B305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5335841-9C7D-DE03-AADF-EA42E5B959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45A82AD-8C17-F514-BBAB-8618BCF81EA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6198A7C-56BB-F83F-9378-13745872E88A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AEE1DB1-58DD-05AA-5553-325B9EC3A956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302E4D73-9F1F-AF99-4861-CE3E96B7B843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935CDA2E-5AB9-436D-04B4-F6CFFBE2BD5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12E85CE-FF80-201D-C7AB-49BE6F01F8EA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74FA109B-12A6-691E-244D-A80962D6AC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49FE2E6-B439-05EC-3D54-93EE82745470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3591A99-2748-3DB3-55B8-32C9268F9131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7A86C1F3-411C-A89E-4DD7-2F826FCB6FB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2536A63B-44B3-EB67-0315-BB6A3E57D21E}"/>
              </a:ext>
            </a:extLst>
          </p:cNvPr>
          <p:cNvSpPr/>
          <p:nvPr/>
        </p:nvSpPr>
        <p:spPr>
          <a:xfrm>
            <a:off x="2581275" y="1417077"/>
            <a:ext cx="9382125" cy="574571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D2670C6-2984-88D0-A779-DD0A6D6ECF91}"/>
              </a:ext>
            </a:extLst>
          </p:cNvPr>
          <p:cNvSpPr txBox="1"/>
          <p:nvPr/>
        </p:nvSpPr>
        <p:spPr>
          <a:xfrm>
            <a:off x="2581274" y="1922920"/>
            <a:ext cx="2117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 do animal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76B2A2DD-1CC6-9038-21C2-CE78246448E3}"/>
              </a:ext>
            </a:extLst>
          </p:cNvPr>
          <p:cNvSpPr/>
          <p:nvPr/>
        </p:nvSpPr>
        <p:spPr>
          <a:xfrm>
            <a:off x="2645563" y="2211525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74FAB617-F09C-71BA-90AA-A6130B07A116}"/>
              </a:ext>
            </a:extLst>
          </p:cNvPr>
          <p:cNvSpPr txBox="1"/>
          <p:nvPr/>
        </p:nvSpPr>
        <p:spPr>
          <a:xfrm>
            <a:off x="4936825" y="190374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443274C1-0D6D-649A-19F3-EBF771FE0A6C}"/>
              </a:ext>
            </a:extLst>
          </p:cNvPr>
          <p:cNvSpPr/>
          <p:nvPr/>
        </p:nvSpPr>
        <p:spPr>
          <a:xfrm>
            <a:off x="5000349" y="2214720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01/02/2023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900E93BF-8CE4-484F-6990-F33735CA58A6}"/>
              </a:ext>
            </a:extLst>
          </p:cNvPr>
          <p:cNvSpPr txBox="1"/>
          <p:nvPr/>
        </p:nvSpPr>
        <p:spPr>
          <a:xfrm>
            <a:off x="2572773" y="26336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do corpo 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AFF5ABA3-BD5B-85DE-407E-E32C75DA1DAD}"/>
              </a:ext>
            </a:extLst>
          </p:cNvPr>
          <p:cNvSpPr/>
          <p:nvPr/>
        </p:nvSpPr>
        <p:spPr>
          <a:xfrm>
            <a:off x="2643361" y="29505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75A55F75-4DFA-EA0A-1274-FC5867F57648}"/>
              </a:ext>
            </a:extLst>
          </p:cNvPr>
          <p:cNvSpPr txBox="1"/>
          <p:nvPr/>
        </p:nvSpPr>
        <p:spPr>
          <a:xfrm>
            <a:off x="5690324" y="264277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Estado clínico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2C57A00A-CB92-BFB7-D4FF-E661AC46DF94}"/>
              </a:ext>
            </a:extLst>
          </p:cNvPr>
          <p:cNvSpPr/>
          <p:nvPr/>
        </p:nvSpPr>
        <p:spPr>
          <a:xfrm>
            <a:off x="5775303" y="295374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0CBA665C-E453-0EB0-A166-FBD030D32EB6}"/>
              </a:ext>
            </a:extLst>
          </p:cNvPr>
          <p:cNvSpPr/>
          <p:nvPr/>
        </p:nvSpPr>
        <p:spPr>
          <a:xfrm>
            <a:off x="8907245" y="295055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A51BFFA4-6E37-DB89-2833-2CCAB4D2D4C2}"/>
              </a:ext>
            </a:extLst>
          </p:cNvPr>
          <p:cNvSpPr txBox="1"/>
          <p:nvPr/>
        </p:nvSpPr>
        <p:spPr>
          <a:xfrm>
            <a:off x="8813217" y="264277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Tutor (se existir)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289446ED-3FF1-D26B-7C1F-7679AB0D4860}"/>
              </a:ext>
            </a:extLst>
          </p:cNvPr>
          <p:cNvSpPr txBox="1"/>
          <p:nvPr/>
        </p:nvSpPr>
        <p:spPr>
          <a:xfrm>
            <a:off x="2572773" y="337518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Condição Reprodutiva</a:t>
            </a:r>
          </a:p>
        </p:txBody>
      </p:sp>
      <p:sp>
        <p:nvSpPr>
          <p:cNvPr id="61" name="Retângulo: Cantos Arredondados 60">
            <a:extLst>
              <a:ext uri="{FF2B5EF4-FFF2-40B4-BE49-F238E27FC236}">
                <a16:creationId xmlns:a16="http://schemas.microsoft.com/office/drawing/2014/main" id="{57BE4372-1C82-098F-C8B8-91C4DF8EA3E9}"/>
              </a:ext>
            </a:extLst>
          </p:cNvPr>
          <p:cNvSpPr/>
          <p:nvPr/>
        </p:nvSpPr>
        <p:spPr>
          <a:xfrm>
            <a:off x="2643361" y="369209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1FD546F1-2C93-3ECA-5DFF-D20AB625EFFF}"/>
              </a:ext>
            </a:extLst>
          </p:cNvPr>
          <p:cNvSpPr txBox="1"/>
          <p:nvPr/>
        </p:nvSpPr>
        <p:spPr>
          <a:xfrm>
            <a:off x="5690324" y="338431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Peso (kg)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D7192304-68C0-2E90-A072-F0D457128525}"/>
              </a:ext>
            </a:extLst>
          </p:cNvPr>
          <p:cNvSpPr/>
          <p:nvPr/>
        </p:nvSpPr>
        <p:spPr>
          <a:xfrm>
            <a:off x="5775303" y="369528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BDA4B3A1-7DAB-3BA2-080B-3D78CD04A3AB}"/>
              </a:ext>
            </a:extLst>
          </p:cNvPr>
          <p:cNvSpPr/>
          <p:nvPr/>
        </p:nvSpPr>
        <p:spPr>
          <a:xfrm>
            <a:off x="8907245" y="369209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2C813897-14CA-540B-A137-B3A3338A99BD}"/>
              </a:ext>
            </a:extLst>
          </p:cNvPr>
          <p:cNvSpPr txBox="1"/>
          <p:nvPr/>
        </p:nvSpPr>
        <p:spPr>
          <a:xfrm>
            <a:off x="8813217" y="338431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Idade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FD20738B-911E-9E16-8887-34E439602648}"/>
              </a:ext>
            </a:extLst>
          </p:cNvPr>
          <p:cNvSpPr txBox="1"/>
          <p:nvPr/>
        </p:nvSpPr>
        <p:spPr>
          <a:xfrm>
            <a:off x="2573361" y="411672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4304CA9D-348B-FD53-1301-7DB03D7C1A07}"/>
              </a:ext>
            </a:extLst>
          </p:cNvPr>
          <p:cNvSpPr/>
          <p:nvPr/>
        </p:nvSpPr>
        <p:spPr>
          <a:xfrm>
            <a:off x="2643948" y="4433635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5AFFBA92-24AB-D9B1-A10B-1708C2162C11}"/>
              </a:ext>
            </a:extLst>
          </p:cNvPr>
          <p:cNvSpPr txBox="1"/>
          <p:nvPr/>
        </p:nvSpPr>
        <p:spPr>
          <a:xfrm>
            <a:off x="2573361" y="527736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do corpo (cm)</a:t>
            </a:r>
          </a:p>
        </p:txBody>
      </p:sp>
      <p:sp>
        <p:nvSpPr>
          <p:cNvPr id="78" name="Retângulo: Cantos Arredondados 77">
            <a:extLst>
              <a:ext uri="{FF2B5EF4-FFF2-40B4-BE49-F238E27FC236}">
                <a16:creationId xmlns:a16="http://schemas.microsoft.com/office/drawing/2014/main" id="{DF6A2D7D-7119-7205-ACDE-F5B4B787A878}"/>
              </a:ext>
            </a:extLst>
          </p:cNvPr>
          <p:cNvSpPr/>
          <p:nvPr/>
        </p:nvSpPr>
        <p:spPr>
          <a:xfrm>
            <a:off x="2643949" y="559427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A4AE1805-086E-8510-E00D-7E869298C63D}"/>
              </a:ext>
            </a:extLst>
          </p:cNvPr>
          <p:cNvSpPr txBox="1"/>
          <p:nvPr/>
        </p:nvSpPr>
        <p:spPr>
          <a:xfrm>
            <a:off x="5690912" y="528650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da cauda (cm)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ED532326-D801-7A7E-15A3-5355A5A7C033}"/>
              </a:ext>
            </a:extLst>
          </p:cNvPr>
          <p:cNvSpPr/>
          <p:nvPr/>
        </p:nvSpPr>
        <p:spPr>
          <a:xfrm>
            <a:off x="5775891" y="559747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CDDCF0C8-B2C3-0A54-B65E-F05BA705E092}"/>
              </a:ext>
            </a:extLst>
          </p:cNvPr>
          <p:cNvSpPr/>
          <p:nvPr/>
        </p:nvSpPr>
        <p:spPr>
          <a:xfrm>
            <a:off x="8907833" y="559427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7B4E1C0C-98E6-3300-0BCD-A2C839414EBD}"/>
              </a:ext>
            </a:extLst>
          </p:cNvPr>
          <p:cNvSpPr txBox="1"/>
          <p:nvPr/>
        </p:nvSpPr>
        <p:spPr>
          <a:xfrm>
            <a:off x="8813805" y="5286500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Altura escapular (cm)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48738921-EFF0-17EC-899D-5615B20B5532}"/>
              </a:ext>
            </a:extLst>
          </p:cNvPr>
          <p:cNvSpPr txBox="1"/>
          <p:nvPr/>
        </p:nvSpPr>
        <p:spPr>
          <a:xfrm>
            <a:off x="2581274" y="602237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pescoço (cm)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B269D307-E049-7E4B-7655-CFD069EB4134}"/>
              </a:ext>
            </a:extLst>
          </p:cNvPr>
          <p:cNvSpPr/>
          <p:nvPr/>
        </p:nvSpPr>
        <p:spPr>
          <a:xfrm>
            <a:off x="2651862" y="633928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EED0C2E7-7C1F-2862-C2A2-3F5B47BACB0E}"/>
              </a:ext>
            </a:extLst>
          </p:cNvPr>
          <p:cNvSpPr txBox="1"/>
          <p:nvPr/>
        </p:nvSpPr>
        <p:spPr>
          <a:xfrm>
            <a:off x="5698825" y="603150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Circunferência do tórax (cm)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C72451F9-44D9-FCBB-4331-01F70B23004B}"/>
              </a:ext>
            </a:extLst>
          </p:cNvPr>
          <p:cNvSpPr/>
          <p:nvPr/>
        </p:nvSpPr>
        <p:spPr>
          <a:xfrm>
            <a:off x="5783804" y="6342480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AEB43E94-A34A-7DB0-9142-DA201F93E5AB}"/>
              </a:ext>
            </a:extLst>
          </p:cNvPr>
          <p:cNvSpPr/>
          <p:nvPr/>
        </p:nvSpPr>
        <p:spPr>
          <a:xfrm>
            <a:off x="8915746" y="6339285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DF3B3466-9689-C3F4-5A5B-44C4E79B483C}"/>
              </a:ext>
            </a:extLst>
          </p:cNvPr>
          <p:cNvSpPr txBox="1"/>
          <p:nvPr/>
        </p:nvSpPr>
        <p:spPr>
          <a:xfrm>
            <a:off x="8821718" y="603150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Comprimento da cabeça (cm)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BE80593C-9306-73A7-5127-349DA7B1763F}"/>
              </a:ext>
            </a:extLst>
          </p:cNvPr>
          <p:cNvSpPr txBox="1"/>
          <p:nvPr/>
        </p:nvSpPr>
        <p:spPr>
          <a:xfrm>
            <a:off x="2581862" y="676391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gerais</a:t>
            </a:r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7A8CF1C2-E679-43C9-5182-672C1E521FAA}"/>
              </a:ext>
            </a:extLst>
          </p:cNvPr>
          <p:cNvSpPr/>
          <p:nvPr/>
        </p:nvSpPr>
        <p:spPr>
          <a:xfrm>
            <a:off x="2652449" y="7080827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cxnSp>
        <p:nvCxnSpPr>
          <p:cNvPr id="93" name="Conector reto 92">
            <a:extLst>
              <a:ext uri="{FF2B5EF4-FFF2-40B4-BE49-F238E27FC236}">
                <a16:creationId xmlns:a16="http://schemas.microsoft.com/office/drawing/2014/main" id="{FDEB2CC5-C6D7-264F-F7B2-77EC59971F1A}"/>
              </a:ext>
            </a:extLst>
          </p:cNvPr>
          <p:cNvCxnSpPr>
            <a:cxnSpLocks/>
          </p:cNvCxnSpPr>
          <p:nvPr/>
        </p:nvCxnSpPr>
        <p:spPr>
          <a:xfrm>
            <a:off x="2643361" y="1793925"/>
            <a:ext cx="7567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FE40F8DC-8407-667A-3B2F-6BDBA177F0C3}"/>
              </a:ext>
            </a:extLst>
          </p:cNvPr>
          <p:cNvSpPr txBox="1"/>
          <p:nvPr/>
        </p:nvSpPr>
        <p:spPr>
          <a:xfrm>
            <a:off x="2588066" y="1491667"/>
            <a:ext cx="27586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NECRÓPSIA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2736227-A84E-82EE-0A47-0C8A7A415817}"/>
              </a:ext>
            </a:extLst>
          </p:cNvPr>
          <p:cNvSpPr txBox="1"/>
          <p:nvPr/>
        </p:nvSpPr>
        <p:spPr>
          <a:xfrm>
            <a:off x="10763242" y="15030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9" name="Gráfico 18" descr="Lápis com preenchimento sólido">
            <a:extLst>
              <a:ext uri="{FF2B5EF4-FFF2-40B4-BE49-F238E27FC236}">
                <a16:creationId xmlns:a16="http://schemas.microsoft.com/office/drawing/2014/main" id="{00341636-B23B-48C6-B34F-49D8B049E5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320388" y="1529243"/>
            <a:ext cx="198827" cy="198827"/>
          </a:xfrm>
          <a:prstGeom prst="rect">
            <a:avLst/>
          </a:prstGeom>
        </p:spPr>
      </p:pic>
      <p:pic>
        <p:nvPicPr>
          <p:cNvPr id="20" name="Gráfico 19" descr="Lixo com preenchimento sólido">
            <a:extLst>
              <a:ext uri="{FF2B5EF4-FFF2-40B4-BE49-F238E27FC236}">
                <a16:creationId xmlns:a16="http://schemas.microsoft.com/office/drawing/2014/main" id="{4E8B0E8D-6B4F-63D2-0B34-0A974437237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92046" y="1529244"/>
            <a:ext cx="198827" cy="198827"/>
          </a:xfrm>
          <a:prstGeom prst="rect">
            <a:avLst/>
          </a:prstGeom>
        </p:spPr>
      </p:pic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8B48438-89F5-9C7D-6FE5-5C9076E12EE0}"/>
              </a:ext>
            </a:extLst>
          </p:cNvPr>
          <p:cNvSpPr/>
          <p:nvPr/>
        </p:nvSpPr>
        <p:spPr>
          <a:xfrm>
            <a:off x="7356203" y="2215440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ANIMAL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FC6861DB-0A00-0167-A6DB-E4392A1D5930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CDF64AB7-3BAF-0871-5852-D7CDDB90B708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2" name="Triângulo isósceles 71">
            <a:extLst>
              <a:ext uri="{FF2B5EF4-FFF2-40B4-BE49-F238E27FC236}">
                <a16:creationId xmlns:a16="http://schemas.microsoft.com/office/drawing/2014/main" id="{08BFEFB1-CDD4-4825-A79C-D7A901A12D40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Triângulo isósceles 75">
            <a:extLst>
              <a:ext uri="{FF2B5EF4-FFF2-40B4-BE49-F238E27FC236}">
                <a16:creationId xmlns:a16="http://schemas.microsoft.com/office/drawing/2014/main" id="{5E7E41FC-8B5F-215B-310E-CA1909BF7857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61FF8D6C-3112-7A71-CCCB-6FCF8DDCCA56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D2E5078-4445-BE0B-5715-AA45DD355ABA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1F1F5EE7-A67F-1641-7588-48E3D97A8C1A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" name="Gráfico 4" descr="Aviso estrutura de tópicos">
              <a:extLst>
                <a:ext uri="{FF2B5EF4-FFF2-40B4-BE49-F238E27FC236}">
                  <a16:creationId xmlns:a16="http://schemas.microsoft.com/office/drawing/2014/main" id="{5D25D001-22F8-0325-5653-67BA737BC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F3DF2AC5-2D50-E7B4-9931-E76CF54E674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9" name="Gráfico 8" descr="Casinha de cachorro estrutura de tópicos">
                <a:extLst>
                  <a:ext uri="{FF2B5EF4-FFF2-40B4-BE49-F238E27FC236}">
                    <a16:creationId xmlns:a16="http://schemas.microsoft.com/office/drawing/2014/main" id="{E44A9B5C-5322-159D-4426-95E91C25AF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103C3F74-1BE7-F3E0-0D73-51643E193915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" name="Gráfico 6" descr="Área de Transferência estrutura de tópicos">
              <a:extLst>
                <a:ext uri="{FF2B5EF4-FFF2-40B4-BE49-F238E27FC236}">
                  <a16:creationId xmlns:a16="http://schemas.microsoft.com/office/drawing/2014/main" id="{66301823-63F2-DE5D-C6CB-CB6F38093B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7202D4CE-5EFB-4AC2-E79A-C59B0F3FC199}"/>
              </a:ext>
            </a:extLst>
          </p:cNvPr>
          <p:cNvCxnSpPr>
            <a:cxnSpLocks/>
          </p:cNvCxnSpPr>
          <p:nvPr/>
        </p:nvCxnSpPr>
        <p:spPr>
          <a:xfrm>
            <a:off x="2646683" y="5202739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3BCE80B-55EF-24E2-666A-DB67838A3BDA}"/>
              </a:ext>
            </a:extLst>
          </p:cNvPr>
          <p:cNvSpPr txBox="1"/>
          <p:nvPr/>
        </p:nvSpPr>
        <p:spPr>
          <a:xfrm>
            <a:off x="2591388" y="4900481"/>
            <a:ext cx="5345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MEDIDAS CORPORAIS</a:t>
            </a:r>
          </a:p>
        </p:txBody>
      </p:sp>
    </p:spTree>
    <p:extLst>
      <p:ext uri="{BB962C8B-B14F-4D97-AF65-F5344CB8AC3E}">
        <p14:creationId xmlns:p14="http://schemas.microsoft.com/office/powerpoint/2010/main" val="4556465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DFE9A-4F6B-8837-D92C-7FB532A45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B3569F5-C9A0-905C-B3F3-7F0D23D32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CC359F3-4BF1-ABCA-B06B-5590DD9370F2}"/>
              </a:ext>
            </a:extLst>
          </p:cNvPr>
          <p:cNvGrpSpPr/>
          <p:nvPr/>
        </p:nvGrpSpPr>
        <p:grpSpPr>
          <a:xfrm>
            <a:off x="2425801" y="674131"/>
            <a:ext cx="9677197" cy="6069942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808E7B08-DA1C-4525-EF72-2F420B035920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6A04AE18-C093-66BF-657D-691929B2F6AF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3C03ECED-AC33-5EA8-600C-05403F55182E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054956E5-41A6-01E7-6068-C665AE9FB5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6AB0D01-6807-6700-0517-2F0128652942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DB5DB2E-54CA-2EC9-6949-12E6930A4ACF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688235D-D73B-CC28-ED19-E952CCF45EBD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AA8A284-C928-D537-1835-FFB121238B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7011008-CBBB-4CE0-DF1A-919A30FFDC7F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0000F21-E3AB-0B07-4C0C-05794715A5F0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95FCC1D-38FF-80A5-BB11-0DE151F40FD1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F900D47-5E01-FCD8-E38D-1997162EAECD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EA1BDB1-BF59-F71C-D82B-2D1C25CCD1EB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42A7CF58-2B2B-0DD0-D73D-26E20AE4E7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F07CE6F-D387-2C49-4E4D-FDE652BD4A81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3A37994C-BF4C-4FCE-A83C-4D24412CDCE7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3DB3B7B-D607-D4E3-76C2-C067BEF09CEF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81CBCCD6-2B3C-5900-01C3-F1EE08FC9CB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E6AC7138-7088-87E4-6390-EE1AAA032131}"/>
              </a:ext>
            </a:extLst>
          </p:cNvPr>
          <p:cNvCxnSpPr>
            <a:cxnSpLocks/>
          </p:cNvCxnSpPr>
          <p:nvPr/>
        </p:nvCxnSpPr>
        <p:spPr>
          <a:xfrm>
            <a:off x="7936706" y="1281033"/>
            <a:ext cx="4166292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9D0E415-514A-9376-EF92-C12F0A26D2F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47F2D5EA-959E-8484-EC45-A71D3FE65F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9596E76A-C439-2A4E-A62D-ED514111B901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39006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958EB02E-1468-F0D5-8A79-284077365F73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34C8AC25-17A6-213B-846C-F672DAA73B16}"/>
              </a:ext>
            </a:extLst>
          </p:cNvPr>
          <p:cNvCxnSpPr>
            <a:cxnSpLocks/>
          </p:cNvCxnSpPr>
          <p:nvPr/>
        </p:nvCxnSpPr>
        <p:spPr>
          <a:xfrm>
            <a:off x="6526416" y="1280467"/>
            <a:ext cx="141029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tângulo: Cantos Arredondados 104">
            <a:extLst>
              <a:ext uri="{FF2B5EF4-FFF2-40B4-BE49-F238E27FC236}">
                <a16:creationId xmlns:a16="http://schemas.microsoft.com/office/drawing/2014/main" id="{75231921-B09E-ED2A-987E-782307501111}"/>
              </a:ext>
            </a:extLst>
          </p:cNvPr>
          <p:cNvSpPr/>
          <p:nvPr/>
        </p:nvSpPr>
        <p:spPr>
          <a:xfrm>
            <a:off x="2581275" y="1417078"/>
            <a:ext cx="9382125" cy="467988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22" name="Conector reto 121">
            <a:extLst>
              <a:ext uri="{FF2B5EF4-FFF2-40B4-BE49-F238E27FC236}">
                <a16:creationId xmlns:a16="http://schemas.microsoft.com/office/drawing/2014/main" id="{FC6E1AA9-E820-EF8D-98AE-2564E3A37594}"/>
              </a:ext>
            </a:extLst>
          </p:cNvPr>
          <p:cNvCxnSpPr>
            <a:cxnSpLocks/>
          </p:cNvCxnSpPr>
          <p:nvPr/>
        </p:nvCxnSpPr>
        <p:spPr>
          <a:xfrm>
            <a:off x="2646683" y="3805739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CaixaDeTexto 122">
            <a:extLst>
              <a:ext uri="{FF2B5EF4-FFF2-40B4-BE49-F238E27FC236}">
                <a16:creationId xmlns:a16="http://schemas.microsoft.com/office/drawing/2014/main" id="{EAB60192-BE5B-2A46-B19E-25EC638847E1}"/>
              </a:ext>
            </a:extLst>
          </p:cNvPr>
          <p:cNvSpPr txBox="1"/>
          <p:nvPr/>
        </p:nvSpPr>
        <p:spPr>
          <a:xfrm>
            <a:off x="2591388" y="3503481"/>
            <a:ext cx="5345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AMOSTRAS COLETADAS NA NECRÓPSIA</a:t>
            </a:r>
          </a:p>
        </p:txBody>
      </p:sp>
      <p:sp>
        <p:nvSpPr>
          <p:cNvPr id="124" name="Retângulo: Cantos Arredondados 123">
            <a:extLst>
              <a:ext uri="{FF2B5EF4-FFF2-40B4-BE49-F238E27FC236}">
                <a16:creationId xmlns:a16="http://schemas.microsoft.com/office/drawing/2014/main" id="{92D2594C-51C2-01E1-6178-CF85786971C5}"/>
              </a:ext>
            </a:extLst>
          </p:cNvPr>
          <p:cNvSpPr/>
          <p:nvPr/>
        </p:nvSpPr>
        <p:spPr>
          <a:xfrm>
            <a:off x="2652448" y="3907895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AMOSTRAS</a:t>
            </a:r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67A7F473-E296-A8E1-ACB3-B3EDD89B213F}"/>
              </a:ext>
            </a:extLst>
          </p:cNvPr>
          <p:cNvCxnSpPr>
            <a:cxnSpLocks/>
          </p:cNvCxnSpPr>
          <p:nvPr/>
        </p:nvCxnSpPr>
        <p:spPr>
          <a:xfrm>
            <a:off x="2650801" y="4699548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15C3132-646A-EE8B-E0B2-43C3EEB6FC72}"/>
              </a:ext>
            </a:extLst>
          </p:cNvPr>
          <p:cNvSpPr txBox="1"/>
          <p:nvPr/>
        </p:nvSpPr>
        <p:spPr>
          <a:xfrm>
            <a:off x="2595506" y="4397290"/>
            <a:ext cx="5345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ANÁLISES DA NECRÓPSIA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4B9E6F48-30BE-4D00-B456-4D97F5C83642}"/>
              </a:ext>
            </a:extLst>
          </p:cNvPr>
          <p:cNvSpPr/>
          <p:nvPr/>
        </p:nvSpPr>
        <p:spPr>
          <a:xfrm>
            <a:off x="2656566" y="4801704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ANÁLISES DE HELMINTOS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14375026-0B31-DD5C-5901-427EE003E67A}"/>
              </a:ext>
            </a:extLst>
          </p:cNvPr>
          <p:cNvSpPr/>
          <p:nvPr/>
        </p:nvSpPr>
        <p:spPr>
          <a:xfrm>
            <a:off x="5936678" y="4811027"/>
            <a:ext cx="3372422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ANÁLISES DE ECTOPARASITOS</a:t>
            </a:r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2F6C5459-64D3-077C-5F95-28DFA88535EC}"/>
              </a:ext>
            </a:extLst>
          </p:cNvPr>
          <p:cNvCxnSpPr>
            <a:cxnSpLocks/>
          </p:cNvCxnSpPr>
          <p:nvPr/>
        </p:nvCxnSpPr>
        <p:spPr>
          <a:xfrm>
            <a:off x="2654917" y="5580997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D1B5A4DA-DD46-20C8-5FB7-43B9170D79C6}"/>
              </a:ext>
            </a:extLst>
          </p:cNvPr>
          <p:cNvSpPr txBox="1"/>
          <p:nvPr/>
        </p:nvSpPr>
        <p:spPr>
          <a:xfrm>
            <a:off x="2599622" y="5278739"/>
            <a:ext cx="53453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 DA NECRÓPSIA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D6C063F7-DBF8-A615-3A00-63DFF6B5BD4F}"/>
              </a:ext>
            </a:extLst>
          </p:cNvPr>
          <p:cNvSpPr/>
          <p:nvPr/>
        </p:nvSpPr>
        <p:spPr>
          <a:xfrm>
            <a:off x="2660682" y="5683153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RESULTADOS DE EXAMES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D9F5BFF9-B573-D14B-5573-918253D3DB08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9" name="Triângulo isósceles 58">
            <a:extLst>
              <a:ext uri="{FF2B5EF4-FFF2-40B4-BE49-F238E27FC236}">
                <a16:creationId xmlns:a16="http://schemas.microsoft.com/office/drawing/2014/main" id="{74616988-8ACE-E4EE-C047-913A141BB024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Triângulo isósceles 60">
            <a:extLst>
              <a:ext uri="{FF2B5EF4-FFF2-40B4-BE49-F238E27FC236}">
                <a16:creationId xmlns:a16="http://schemas.microsoft.com/office/drawing/2014/main" id="{30E888C2-3173-3D87-F7BF-CAAFF16C5591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C16D576B-4BB4-1698-9E5A-E6AE798A06F5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63" name="Tabela 62">
            <a:extLst>
              <a:ext uri="{FF2B5EF4-FFF2-40B4-BE49-F238E27FC236}">
                <a16:creationId xmlns:a16="http://schemas.microsoft.com/office/drawing/2014/main" id="{7C3F63F7-D70B-28FB-7AE7-231D544D1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618848"/>
              </p:ext>
            </p:extLst>
          </p:nvPr>
        </p:nvGraphicFramePr>
        <p:xfrm>
          <a:off x="2576860" y="6177206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1674">
                  <a:extLst>
                    <a:ext uri="{9D8B030D-6E8A-4147-A177-3AD203B41FA5}">
                      <a16:colId xmlns:a16="http://schemas.microsoft.com/office/drawing/2014/main" val="3633468497"/>
                    </a:ext>
                  </a:extLst>
                </a:gridCol>
                <a:gridCol w="5404238">
                  <a:extLst>
                    <a:ext uri="{9D8B030D-6E8A-4147-A177-3AD203B41FA5}">
                      <a16:colId xmlns:a16="http://schemas.microsoft.com/office/drawing/2014/main" val="1601143034"/>
                    </a:ext>
                  </a:extLst>
                </a:gridCol>
                <a:gridCol w="1606212">
                  <a:extLst>
                    <a:ext uri="{9D8B030D-6E8A-4147-A177-3AD203B41FA5}">
                      <a16:colId xmlns:a16="http://schemas.microsoft.com/office/drawing/2014/main" val="1529164446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01/02/2023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241288"/>
                  </a:ext>
                </a:extLst>
              </a:tr>
            </a:tbl>
          </a:graphicData>
        </a:graphic>
      </p:graphicFrame>
      <p:sp>
        <p:nvSpPr>
          <p:cNvPr id="2" name="CaixaDeTexto 1">
            <a:extLst>
              <a:ext uri="{FF2B5EF4-FFF2-40B4-BE49-F238E27FC236}">
                <a16:creationId xmlns:a16="http://schemas.microsoft.com/office/drawing/2014/main" id="{7FB569B7-3A78-A3EF-4772-C25420234EDF}"/>
              </a:ext>
            </a:extLst>
          </p:cNvPr>
          <p:cNvSpPr txBox="1"/>
          <p:nvPr/>
        </p:nvSpPr>
        <p:spPr>
          <a:xfrm>
            <a:off x="2581274" y="1922920"/>
            <a:ext cx="211787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(ID) do animal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24DD8BE-B12F-E6F8-D616-2FFC6579522C}"/>
              </a:ext>
            </a:extLst>
          </p:cNvPr>
          <p:cNvSpPr/>
          <p:nvPr/>
        </p:nvSpPr>
        <p:spPr>
          <a:xfrm>
            <a:off x="2645563" y="2211525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506A6B9-784B-70BD-F1A0-233886897AA9}"/>
              </a:ext>
            </a:extLst>
          </p:cNvPr>
          <p:cNvSpPr txBox="1"/>
          <p:nvPr/>
        </p:nvSpPr>
        <p:spPr>
          <a:xfrm>
            <a:off x="4936825" y="1903748"/>
            <a:ext cx="18359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BB74401-E3B0-FA26-53D2-0D1CC2E60A1A}"/>
              </a:ext>
            </a:extLst>
          </p:cNvPr>
          <p:cNvSpPr/>
          <p:nvPr/>
        </p:nvSpPr>
        <p:spPr>
          <a:xfrm>
            <a:off x="5000349" y="2214720"/>
            <a:ext cx="222900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01/02/2023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865F9B0F-A3EA-E26C-E67D-D91C839B857B}"/>
              </a:ext>
            </a:extLst>
          </p:cNvPr>
          <p:cNvCxnSpPr>
            <a:cxnSpLocks/>
          </p:cNvCxnSpPr>
          <p:nvPr/>
        </p:nvCxnSpPr>
        <p:spPr>
          <a:xfrm>
            <a:off x="2643361" y="1793925"/>
            <a:ext cx="75674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E02E0228-4115-6568-4ABF-01B59D3C2F56}"/>
              </a:ext>
            </a:extLst>
          </p:cNvPr>
          <p:cNvSpPr txBox="1"/>
          <p:nvPr/>
        </p:nvSpPr>
        <p:spPr>
          <a:xfrm>
            <a:off x="2588066" y="1491667"/>
            <a:ext cx="27586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NECRÓPSIA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1FA137-D190-CAA4-2EDB-596466334CCE}"/>
              </a:ext>
            </a:extLst>
          </p:cNvPr>
          <p:cNvSpPr txBox="1"/>
          <p:nvPr/>
        </p:nvSpPr>
        <p:spPr>
          <a:xfrm>
            <a:off x="10763242" y="15030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2" name="Gráfico 11" descr="Lápis com preenchimento sólido">
            <a:extLst>
              <a:ext uri="{FF2B5EF4-FFF2-40B4-BE49-F238E27FC236}">
                <a16:creationId xmlns:a16="http://schemas.microsoft.com/office/drawing/2014/main" id="{CBA6A611-B3B7-C8B1-60BF-E6C69B29E3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320388" y="1529243"/>
            <a:ext cx="198827" cy="198827"/>
          </a:xfrm>
          <a:prstGeom prst="rect">
            <a:avLst/>
          </a:prstGeom>
        </p:spPr>
      </p:pic>
      <p:pic>
        <p:nvPicPr>
          <p:cNvPr id="13" name="Gráfico 12" descr="Lixo com preenchimento sólido">
            <a:extLst>
              <a:ext uri="{FF2B5EF4-FFF2-40B4-BE49-F238E27FC236}">
                <a16:creationId xmlns:a16="http://schemas.microsoft.com/office/drawing/2014/main" id="{6B4EC0CB-CC13-ABCD-2012-B5221AC22E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92046" y="1529244"/>
            <a:ext cx="198827" cy="198827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B666D08F-2A2C-3318-0901-BC299AC2EA32}"/>
              </a:ext>
            </a:extLst>
          </p:cNvPr>
          <p:cNvSpPr/>
          <p:nvPr/>
        </p:nvSpPr>
        <p:spPr>
          <a:xfrm>
            <a:off x="7356203" y="2215440"/>
            <a:ext cx="311126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Visualizar ANIMAL</a:t>
            </a:r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8DF256CD-609A-A911-68DE-25D00A867F4E}"/>
              </a:ext>
            </a:extLst>
          </p:cNvPr>
          <p:cNvCxnSpPr>
            <a:cxnSpLocks/>
          </p:cNvCxnSpPr>
          <p:nvPr/>
        </p:nvCxnSpPr>
        <p:spPr>
          <a:xfrm>
            <a:off x="2647982" y="2663295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42F2D5F-F9F6-CC97-3511-57263F13997D}"/>
              </a:ext>
            </a:extLst>
          </p:cNvPr>
          <p:cNvSpPr txBox="1"/>
          <p:nvPr/>
        </p:nvSpPr>
        <p:spPr>
          <a:xfrm>
            <a:off x="2581862" y="2788817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 gerais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18839D9-57FC-4D13-C570-0DBE89E2FBD5}"/>
              </a:ext>
            </a:extLst>
          </p:cNvPr>
          <p:cNvSpPr/>
          <p:nvPr/>
        </p:nvSpPr>
        <p:spPr>
          <a:xfrm>
            <a:off x="2652449" y="3105727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E3040077-8482-2B54-1BB7-6AFC186CF360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51B66F1F-F4F7-ADBB-53F4-87298083ED8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9" name="Gráfico 38" descr="Aviso estrutura de tópicos">
              <a:extLst>
                <a:ext uri="{FF2B5EF4-FFF2-40B4-BE49-F238E27FC236}">
                  <a16:creationId xmlns:a16="http://schemas.microsoft.com/office/drawing/2014/main" id="{07BA9F34-2901-7D6F-27E6-6DD3F8EDA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0" name="Agrupar 39">
              <a:extLst>
                <a:ext uri="{FF2B5EF4-FFF2-40B4-BE49-F238E27FC236}">
                  <a16:creationId xmlns:a16="http://schemas.microsoft.com/office/drawing/2014/main" id="{37DD71A9-7735-EAF1-597F-ACE2F9F252CC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43" name="Gráfico 42" descr="Casinha de cachorro estrutura de tópicos">
                <a:extLst>
                  <a:ext uri="{FF2B5EF4-FFF2-40B4-BE49-F238E27FC236}">
                    <a16:creationId xmlns:a16="http://schemas.microsoft.com/office/drawing/2014/main" id="{9E5C121E-5DED-4AEC-D5D6-F6FA4E4F2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FB6B1A2E-9F0D-9CD7-6400-D3F382D3491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41" name="Gráfico 40" descr="Área de Transferência estrutura de tópicos">
              <a:extLst>
                <a:ext uri="{FF2B5EF4-FFF2-40B4-BE49-F238E27FC236}">
                  <a16:creationId xmlns:a16="http://schemas.microsoft.com/office/drawing/2014/main" id="{E8D681D0-9A4A-EBB0-0714-80ABEA490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449568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078F9-835E-3D6F-2552-DEC3C6E7E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4EED54A-3CBB-CAAC-E0E6-6A67BDAF48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F03A87F2-B2C2-F128-1552-F5E8BBA7A309}"/>
              </a:ext>
            </a:extLst>
          </p:cNvPr>
          <p:cNvSpPr/>
          <p:nvPr/>
        </p:nvSpPr>
        <p:spPr>
          <a:xfrm>
            <a:off x="2425802" y="711675"/>
            <a:ext cx="9677196" cy="6073359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87C6187-AF4F-B40E-A921-1C55D0DEA2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FDF35A7-BDD4-0070-DB73-1B6EFFC06A4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0778FEB-813A-B7EB-9E92-4AB6406054E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C0102B0-CF6F-4EFE-F66B-FBBA1C4EC000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5FB79E5-C624-DCAB-82E1-2C37CB1FA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58DC5F5-ED67-1A33-6C9C-5DA5B2B3A58C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4019886C-B049-BF7B-E812-A88931FCB48F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7FB4017E-8E7C-69D2-7A93-562D4A06A866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09DAC8B-38E7-B3B9-1009-24EEFFE40227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47953AA-851E-2E53-1463-ADB629E1876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3690209-54BB-DED3-B7F9-FD65B2C97D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60A5F74C-8E14-B4DA-8ECE-6026D2AE4368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E1AA114E-EB25-3B0C-B14E-D313D7409B6A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4BD8ED15-4FB9-7559-22EE-C1F7B64CC9AE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C466BEC0-B7E7-4C20-535F-574C097E6AEC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5E0FEDB-C4B8-9CE7-1095-BC9E8AB840CD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42EE92B6-FD50-3C34-1909-75B91F14E88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A7E1EBB0-EDAA-DAA6-6859-1C009813B28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FFF8C9E-4F29-F7B2-6802-F7315C36DC13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1CE37BA-1D7E-D591-6D96-0D8EA09500DA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A89324D-00E0-E879-D309-275AB1C07DE9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4BEEF35-52F9-F8B9-9103-67372DD9672B}"/>
              </a:ext>
            </a:extLst>
          </p:cNvPr>
          <p:cNvSpPr txBox="1"/>
          <p:nvPr/>
        </p:nvSpPr>
        <p:spPr>
          <a:xfrm>
            <a:off x="2714124" y="1586842"/>
            <a:ext cx="26851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nova(s) amostra(s)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1448DE33-8D34-C7D2-D7F9-6BE9866BDC77}"/>
              </a:ext>
            </a:extLst>
          </p:cNvPr>
          <p:cNvSpPr/>
          <p:nvPr/>
        </p:nvSpPr>
        <p:spPr>
          <a:xfrm>
            <a:off x="2714123" y="1941905"/>
            <a:ext cx="198334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Necrópsia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1A248C7-F95E-50D5-14C1-8539FF8E5B42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6DB4E71-884C-1CEA-C72A-ABA9BB82C4C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B685377-B71E-B880-D935-AB4E3A5A139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B6D57C2-B006-8E96-CDB7-40D2E60CADFD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8B4336B3-3A1C-7D3A-685A-6A5AF5A3149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438246DE-5250-92D6-962F-183887068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27A9FC2-3D13-E310-6955-44E2764407F3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pic>
        <p:nvPicPr>
          <p:cNvPr id="6" name="Gráfico 5" descr="Acento Circunflexo para Cima com preenchimento sólido">
            <a:extLst>
              <a:ext uri="{FF2B5EF4-FFF2-40B4-BE49-F238E27FC236}">
                <a16:creationId xmlns:a16="http://schemas.microsoft.com/office/drawing/2014/main" id="{A755BB49-E0DE-81A6-7E59-A5D0B6B4D7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4492109" y="2028524"/>
            <a:ext cx="171013" cy="193752"/>
          </a:xfrm>
          <a:prstGeom prst="rect">
            <a:avLst/>
          </a:prstGeom>
        </p:spPr>
      </p:pic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BDEFA77-B765-C430-ECFD-673F84B8474D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97AA918-2AEE-0DF0-0293-517B7E9C4271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CEADBB8-83B1-22D7-091F-397EF117D4FE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Amostra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96A16105-2660-4AEE-B01C-AECB293E6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772728"/>
              </p:ext>
            </p:extLst>
          </p:nvPr>
        </p:nvGraphicFramePr>
        <p:xfrm>
          <a:off x="2581275" y="3655397"/>
          <a:ext cx="9382125" cy="243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896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11512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3067957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54214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Ectoparasitos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Pelo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Helmintos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988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Sangue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116894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96EF2C49-A766-1557-091B-1BCA9FAD072F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7ECE3CD5-E798-ABF2-3F57-B5882F10BF87}"/>
              </a:ext>
            </a:extLst>
          </p:cNvPr>
          <p:cNvSpPr/>
          <p:nvPr/>
        </p:nvSpPr>
        <p:spPr>
          <a:xfrm>
            <a:off x="4810014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0680F9C-699D-F17F-1BD3-E174E4E58953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2385E8EB-7912-3CC3-CFA8-F46B92E5489D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6" name="Gráfico 35" descr="Aviso estrutura de tópicos">
              <a:extLst>
                <a:ext uri="{FF2B5EF4-FFF2-40B4-BE49-F238E27FC236}">
                  <a16:creationId xmlns:a16="http://schemas.microsoft.com/office/drawing/2014/main" id="{02BEAE59-C4B4-1474-CB95-19F0D676E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F6BA100A-DD5F-2285-0B92-3D50FA1C78A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9" name="Gráfico 38" descr="Casinha de cachorro estrutura de tópicos">
                <a:extLst>
                  <a:ext uri="{FF2B5EF4-FFF2-40B4-BE49-F238E27FC236}">
                    <a16:creationId xmlns:a16="http://schemas.microsoft.com/office/drawing/2014/main" id="{9CD0FFCD-68CA-563E-9F67-FA84249C50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7476EA56-621A-799E-4EB0-4628C9B973D8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4059D37B-F90F-2D1A-B524-36921248D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70278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20DED-8F95-A05C-1C59-10DD776CB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D4B9FF86-D6E7-41E2-55EE-49A4DD83AA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57DCDBEE-2A98-A7B5-112A-7C72A59A4BF5}"/>
              </a:ext>
            </a:extLst>
          </p:cNvPr>
          <p:cNvSpPr/>
          <p:nvPr/>
        </p:nvSpPr>
        <p:spPr>
          <a:xfrm>
            <a:off x="2425802" y="711675"/>
            <a:ext cx="9677196" cy="7033126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187C081-1A49-F441-8ED2-7963F4DA68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DC8F98F-5AB4-612F-42C3-F64982A3FCB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E1674EC3-FE97-31E4-8AF2-8F0645A4D6FB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6FCA47EF-CE13-E788-6AD7-E792EC3E7B00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CB1390E8-017F-3A3D-FDB9-C051C342B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4C95126-3B6B-2EB1-5B99-A8899DDD202F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EC53B54-1374-045D-F0D1-94547A12AFED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C0F3B62-E907-115F-7CB6-C305221EC79C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CD8372F-B30A-13D3-20F0-F78EF1853578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5A8A0C9E-7575-774D-FFD7-8066A3D450B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00432FC8-4DBC-D734-35B8-9ECE0D842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E49202D-DF8C-D9CF-0E48-BA9A7CA548F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C62F27E-1924-C3E6-2ACB-8BEBBB62526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64DCF6A8-1694-0566-B5AE-FCC6DB74F669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3820F7C2-1392-D156-1AE7-76C853F5B71B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C435E16F-4847-3DF3-BA7D-9DC9E855A626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5B0E1FC7-65BA-A1F4-074C-4174A48CEC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AA01258-431E-DE02-963B-E064B311B0A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6BA2D19-177E-447D-6200-D58B8F4A7800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4FD94C6D-A2B6-9D7F-14A8-457A76CB15BA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255EFEDA-D93F-D9E8-9A2E-7EF0643D0388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356E9F5D-B367-5628-CEAA-A0BF83E5C5D2}"/>
              </a:ext>
            </a:extLst>
          </p:cNvPr>
          <p:cNvSpPr/>
          <p:nvPr/>
        </p:nvSpPr>
        <p:spPr>
          <a:xfrm>
            <a:off x="4810014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E44ECE43-9ED9-D353-E81C-CFE02DC06BB1}"/>
              </a:ext>
            </a:extLst>
          </p:cNvPr>
          <p:cNvSpPr txBox="1"/>
          <p:nvPr/>
        </p:nvSpPr>
        <p:spPr>
          <a:xfrm>
            <a:off x="2714124" y="1586842"/>
            <a:ext cx="26452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nova(s) amostra(s)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066B3250-87C1-4233-749E-A8D0EF8DFA62}"/>
              </a:ext>
            </a:extLst>
          </p:cNvPr>
          <p:cNvSpPr/>
          <p:nvPr/>
        </p:nvSpPr>
        <p:spPr>
          <a:xfrm>
            <a:off x="2714123" y="1941905"/>
            <a:ext cx="198334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Código do animal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5BC9D46D-788C-8655-8B82-3DFBE47407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949911"/>
              </p:ext>
            </p:extLst>
          </p:nvPr>
        </p:nvGraphicFramePr>
        <p:xfrm>
          <a:off x="2581275" y="3655397"/>
          <a:ext cx="9382125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896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14052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3042557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54214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Ectoparasitos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9C6B2DC-3948-D2A3-F645-26FB43D0B45E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35EA58C-6E84-3539-4142-05214F1E6CEE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824C25-DC62-E5FE-2931-B66CA65C394A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4C3075D-F850-502C-695D-BE91F1140863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E72F5607-4F7E-D508-C91F-AFBE38223994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CDC04029-4560-90A7-79A2-53F07A2FB9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7C28A14-FEE0-D97E-7197-BEE326A93247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pic>
        <p:nvPicPr>
          <p:cNvPr id="6" name="Gráfico 5" descr="Acento Circunflexo para Cima com preenchimento sólido">
            <a:extLst>
              <a:ext uri="{FF2B5EF4-FFF2-40B4-BE49-F238E27FC236}">
                <a16:creationId xmlns:a16="http://schemas.microsoft.com/office/drawing/2014/main" id="{33E9BBBE-CF56-E3F6-57D8-ABFFFBFF052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4492109" y="2028524"/>
            <a:ext cx="171013" cy="193752"/>
          </a:xfrm>
          <a:prstGeom prst="rect">
            <a:avLst/>
          </a:prstGeom>
        </p:spPr>
      </p:pic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FE9FE385-29A5-B6CA-52DF-922C92A3A622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80DA237C-478E-B3CD-AE7F-282666AE23B0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6971889-E17A-806D-1120-CAE6DC2DA7A9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2A15EEA-E14E-3334-4DA5-C53F85CE5190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Amostra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CC15B72-781F-B132-64D2-4782DF33493A}"/>
              </a:ext>
            </a:extLst>
          </p:cNvPr>
          <p:cNvSpPr/>
          <p:nvPr/>
        </p:nvSpPr>
        <p:spPr>
          <a:xfrm>
            <a:off x="2581274" y="47127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73602D3-AF1B-655E-548B-091E52313636}"/>
              </a:ext>
            </a:extLst>
          </p:cNvPr>
          <p:cNvSpPr txBox="1"/>
          <p:nvPr/>
        </p:nvSpPr>
        <p:spPr>
          <a:xfrm>
            <a:off x="10726857" y="4835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5" name="Gráfico 34" descr="Lápis com preenchimento sólido">
            <a:extLst>
              <a:ext uri="{FF2B5EF4-FFF2-40B4-BE49-F238E27FC236}">
                <a16:creationId xmlns:a16="http://schemas.microsoft.com/office/drawing/2014/main" id="{28B8B01C-8582-F468-931A-DF993C9F9A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61723"/>
            <a:ext cx="198827" cy="198827"/>
          </a:xfrm>
          <a:prstGeom prst="rect">
            <a:avLst/>
          </a:prstGeom>
        </p:spPr>
      </p:pic>
      <p:pic>
        <p:nvPicPr>
          <p:cNvPr id="36" name="Gráfico 35" descr="Lixo com preenchimento sólido">
            <a:extLst>
              <a:ext uri="{FF2B5EF4-FFF2-40B4-BE49-F238E27FC236}">
                <a16:creationId xmlns:a16="http://schemas.microsoft.com/office/drawing/2014/main" id="{F7E0B312-CAD6-BFFD-001A-871FF30476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61724"/>
            <a:ext cx="198827" cy="198827"/>
          </a:xfrm>
          <a:prstGeom prst="rect">
            <a:avLst/>
          </a:prstGeom>
        </p:spPr>
      </p:pic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EB103C9C-7224-C43C-2277-EEF9520FAD08}"/>
              </a:ext>
            </a:extLst>
          </p:cNvPr>
          <p:cNvCxnSpPr>
            <a:cxnSpLocks/>
          </p:cNvCxnSpPr>
          <p:nvPr/>
        </p:nvCxnSpPr>
        <p:spPr>
          <a:xfrm>
            <a:off x="2643361" y="5041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4C477579-D75D-09BB-7557-85C6C7D0A095}"/>
              </a:ext>
            </a:extLst>
          </p:cNvPr>
          <p:cNvSpPr txBox="1"/>
          <p:nvPr/>
        </p:nvSpPr>
        <p:spPr>
          <a:xfrm>
            <a:off x="2588066" y="473924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AMOSTRA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0E80F86-057B-0CF8-ADD1-DE7124946169}"/>
              </a:ext>
            </a:extLst>
          </p:cNvPr>
          <p:cNvSpPr txBox="1"/>
          <p:nvPr/>
        </p:nvSpPr>
        <p:spPr>
          <a:xfrm>
            <a:off x="2572773" y="51288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Amostra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A09C3773-8A01-5EA3-E3D9-184821F34B4B}"/>
              </a:ext>
            </a:extLst>
          </p:cNvPr>
          <p:cNvSpPr/>
          <p:nvPr/>
        </p:nvSpPr>
        <p:spPr>
          <a:xfrm>
            <a:off x="2643361" y="5445806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D4579851-0F9D-8388-8FA1-4EF090E5B4FC}"/>
              </a:ext>
            </a:extLst>
          </p:cNvPr>
          <p:cNvSpPr/>
          <p:nvPr/>
        </p:nvSpPr>
        <p:spPr>
          <a:xfrm>
            <a:off x="4344769" y="544580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66C37F3C-9D79-AA03-65BE-7407A83A78AB}"/>
              </a:ext>
            </a:extLst>
          </p:cNvPr>
          <p:cNvSpPr txBox="1"/>
          <p:nvPr/>
        </p:nvSpPr>
        <p:spPr>
          <a:xfrm>
            <a:off x="42507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020FBA4A-545F-FB32-C4FD-181A1725C141}"/>
              </a:ext>
            </a:extLst>
          </p:cNvPr>
          <p:cNvSpPr/>
          <p:nvPr/>
        </p:nvSpPr>
        <p:spPr>
          <a:xfrm>
            <a:off x="7481670" y="5445806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Pelo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37A47DE-9249-9C89-0F78-6A68270D2973}"/>
              </a:ext>
            </a:extLst>
          </p:cNvPr>
          <p:cNvSpPr txBox="1"/>
          <p:nvPr/>
        </p:nvSpPr>
        <p:spPr>
          <a:xfrm>
            <a:off x="73876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2C5FE2FB-7879-0843-0A7C-6433DACBEC70}"/>
              </a:ext>
            </a:extLst>
          </p:cNvPr>
          <p:cNvSpPr txBox="1"/>
          <p:nvPr/>
        </p:nvSpPr>
        <p:spPr>
          <a:xfrm>
            <a:off x="10176301" y="513483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envio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5F3DD274-5AA9-6F05-053E-1A768896B3C6}"/>
              </a:ext>
            </a:extLst>
          </p:cNvPr>
          <p:cNvSpPr/>
          <p:nvPr/>
        </p:nvSpPr>
        <p:spPr>
          <a:xfrm>
            <a:off x="10261280" y="5445806"/>
            <a:ext cx="160867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D9C23941-1AEC-F726-EC59-37745685D1D4}"/>
              </a:ext>
            </a:extLst>
          </p:cNvPr>
          <p:cNvSpPr txBox="1"/>
          <p:nvPr/>
        </p:nvSpPr>
        <p:spPr>
          <a:xfrm>
            <a:off x="2588066" y="664693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C8A56A4B-DACD-AB24-0606-E1AB2B31D558}"/>
              </a:ext>
            </a:extLst>
          </p:cNvPr>
          <p:cNvSpPr/>
          <p:nvPr/>
        </p:nvSpPr>
        <p:spPr>
          <a:xfrm>
            <a:off x="2673045" y="6957902"/>
            <a:ext cx="919691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E4B305F-BB12-B8BE-7607-CAF15EA311B5}"/>
              </a:ext>
            </a:extLst>
          </p:cNvPr>
          <p:cNvSpPr txBox="1"/>
          <p:nvPr/>
        </p:nvSpPr>
        <p:spPr>
          <a:xfrm>
            <a:off x="2573361" y="586293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2F5BC334-FD2C-4D97-DFAD-2406B3A8451E}"/>
              </a:ext>
            </a:extLst>
          </p:cNvPr>
          <p:cNvSpPr/>
          <p:nvPr/>
        </p:nvSpPr>
        <p:spPr>
          <a:xfrm>
            <a:off x="2643949" y="6179845"/>
            <a:ext cx="254478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B39062F0-E804-CE18-5D36-8AA1E0CDB2BC}"/>
              </a:ext>
            </a:extLst>
          </p:cNvPr>
          <p:cNvSpPr txBox="1"/>
          <p:nvPr/>
        </p:nvSpPr>
        <p:spPr>
          <a:xfrm>
            <a:off x="5221012" y="587206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Armazenamento atual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597670FF-E2B1-DF6E-92A8-FBDB87EFE6F3}"/>
              </a:ext>
            </a:extLst>
          </p:cNvPr>
          <p:cNvSpPr/>
          <p:nvPr/>
        </p:nvSpPr>
        <p:spPr>
          <a:xfrm>
            <a:off x="5305991" y="6183040"/>
            <a:ext cx="350781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FF85BB17-C767-2DBE-9454-151A0D796C11}"/>
              </a:ext>
            </a:extLst>
          </p:cNvPr>
          <p:cNvSpPr/>
          <p:nvPr/>
        </p:nvSpPr>
        <p:spPr>
          <a:xfrm>
            <a:off x="8907833" y="6179845"/>
            <a:ext cx="135077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341439A3-C772-8E80-F3C5-2324C9575124}"/>
              </a:ext>
            </a:extLst>
          </p:cNvPr>
          <p:cNvSpPr txBox="1"/>
          <p:nvPr/>
        </p:nvSpPr>
        <p:spPr>
          <a:xfrm>
            <a:off x="8813805" y="587206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Quantidade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48FBCF4-DDD9-4EC7-3C25-F545D9661B75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8" name="Triângulo isósceles 77">
            <a:extLst>
              <a:ext uri="{FF2B5EF4-FFF2-40B4-BE49-F238E27FC236}">
                <a16:creationId xmlns:a16="http://schemas.microsoft.com/office/drawing/2014/main" id="{66CBC42B-3687-C178-AFFF-4C4449ED844D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9" name="Triângulo isósceles 78">
            <a:extLst>
              <a:ext uri="{FF2B5EF4-FFF2-40B4-BE49-F238E27FC236}">
                <a16:creationId xmlns:a16="http://schemas.microsoft.com/office/drawing/2014/main" id="{57756084-0602-D040-D32D-1C61122A13FA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E78D6E49-2B3B-6387-6A1A-B9B0975F1F9C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3F8D679-D550-AA75-7377-5F984657C214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B9F82DF9-F62A-7F34-C8E6-779F7FD0E72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9" name="Gráfico 48" descr="Aviso estrutura de tópicos">
              <a:extLst>
                <a:ext uri="{FF2B5EF4-FFF2-40B4-BE49-F238E27FC236}">
                  <a16:creationId xmlns:a16="http://schemas.microsoft.com/office/drawing/2014/main" id="{C0F490CF-776A-6CB9-8F87-EB5B2668C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56" name="Agrupar 55">
              <a:extLst>
                <a:ext uri="{FF2B5EF4-FFF2-40B4-BE49-F238E27FC236}">
                  <a16:creationId xmlns:a16="http://schemas.microsoft.com/office/drawing/2014/main" id="{7BD33163-C207-C52B-3F9D-FC304F1B7DD1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61" name="Gráfico 60" descr="Casinha de cachorro estrutura de tópicos">
                <a:extLst>
                  <a:ext uri="{FF2B5EF4-FFF2-40B4-BE49-F238E27FC236}">
                    <a16:creationId xmlns:a16="http://schemas.microsoft.com/office/drawing/2014/main" id="{33854EAD-F2B1-39EB-E787-1BFC26006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62" name="CaixaDeTexto 61">
                <a:extLst>
                  <a:ext uri="{FF2B5EF4-FFF2-40B4-BE49-F238E27FC236}">
                    <a16:creationId xmlns:a16="http://schemas.microsoft.com/office/drawing/2014/main" id="{8437E7FD-7091-6E63-D7D1-E0B886CB4A95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59" name="Gráfico 58" descr="Área de Transferência estrutura de tópicos">
              <a:extLst>
                <a:ext uri="{FF2B5EF4-FFF2-40B4-BE49-F238E27FC236}">
                  <a16:creationId xmlns:a16="http://schemas.microsoft.com/office/drawing/2014/main" id="{C53FDE28-6C01-E12C-C13E-73021E55A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48386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1FC7D-8B1D-F0F5-7568-8B82D046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545B49CE-C448-AC87-C35F-A2F5BBA95B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C43A5D61-1519-2E98-5066-0497846190C5}"/>
              </a:ext>
            </a:extLst>
          </p:cNvPr>
          <p:cNvSpPr/>
          <p:nvPr/>
        </p:nvSpPr>
        <p:spPr>
          <a:xfrm>
            <a:off x="2425802" y="711675"/>
            <a:ext cx="9677196" cy="6073360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6D86379-69B0-9BC9-B177-35A60FD143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91F394E-AAF8-6B95-39D7-2818FC22DF6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6F7F57B3-5EC9-3BC3-7A4E-45DE57C561F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677FF26-E82E-3CE4-BD9A-7E97FB35F7DA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07C8DC4-9D09-65C5-25A2-3EEB70AB6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21ACBBD-CEF7-0A81-A4B6-6725D637807A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E78ADCE-C5ED-AECE-495A-B8F240A0D05C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C0E6C68-B69A-9A98-70D7-7D74A85495B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F7A3A85A-8D4B-E320-F503-478177E2F96E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C7FBACCB-7E4E-A72D-0C5B-67BC6D44BE2E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51C614B-06FB-9B9B-DB0C-7DDC2D5AEC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A6A4D40-AC03-78E9-2AD0-01804CCD1C0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DA76470-0B34-704B-D605-F92682598397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NECRÓPSIAS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06D2850F-4B0A-DB35-A8E8-04E88BC2E48E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47777C75-DD55-07CE-D57E-47CB1B1A539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DD95A018-635E-60E3-6057-2C8B43A6165A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35A78334-29BC-1149-0C14-D039C08406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CF4139B-0BA2-C726-F257-317AA136F33B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60E7F487-5342-E4CF-CCF0-D5A59AA519FC}"/>
              </a:ext>
            </a:extLst>
          </p:cNvPr>
          <p:cNvSpPr txBox="1"/>
          <p:nvPr/>
        </p:nvSpPr>
        <p:spPr>
          <a:xfrm>
            <a:off x="2428875" y="848578"/>
            <a:ext cx="1295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A01C2A6-38DE-F6D0-1EDB-E6954212FB0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A082A4F-549F-CAA8-1F8D-AFB3F45499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653322"/>
              </p:ext>
            </p:extLst>
          </p:nvPr>
        </p:nvGraphicFramePr>
        <p:xfrm>
          <a:off x="2568575" y="1407497"/>
          <a:ext cx="9382125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896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3140529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3042557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542143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Ectoparasitos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873D679D-4E42-10C1-83EA-5A932663BE17}"/>
              </a:ext>
            </a:extLst>
          </p:cNvPr>
          <p:cNvSpPr/>
          <p:nvPr/>
        </p:nvSpPr>
        <p:spPr>
          <a:xfrm rot="10800000">
            <a:off x="3322877" y="16393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9CB24B5-1047-236C-1B3A-BC36569E6B6D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D11962E-FC79-8430-D429-0750C02924C9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F6B5626-6924-7A42-5609-721F7B52F1B1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Amostra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B61F707E-3DB1-D025-D591-AF1A25EED9FE}"/>
              </a:ext>
            </a:extLst>
          </p:cNvPr>
          <p:cNvSpPr/>
          <p:nvPr/>
        </p:nvSpPr>
        <p:spPr>
          <a:xfrm>
            <a:off x="2568574" y="2464895"/>
            <a:ext cx="9382125" cy="2716706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CE0703A-BFA2-2DFD-2170-76CBB1C23DE4}"/>
              </a:ext>
            </a:extLst>
          </p:cNvPr>
          <p:cNvSpPr txBox="1"/>
          <p:nvPr/>
        </p:nvSpPr>
        <p:spPr>
          <a:xfrm>
            <a:off x="10714157" y="25876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5" name="Gráfico 34" descr="Lápis com preenchimento sólido">
            <a:extLst>
              <a:ext uri="{FF2B5EF4-FFF2-40B4-BE49-F238E27FC236}">
                <a16:creationId xmlns:a16="http://schemas.microsoft.com/office/drawing/2014/main" id="{2F32BC26-F16E-24FB-9B7C-B847C0E671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45903" y="2613823"/>
            <a:ext cx="198827" cy="198827"/>
          </a:xfrm>
          <a:prstGeom prst="rect">
            <a:avLst/>
          </a:prstGeom>
        </p:spPr>
      </p:pic>
      <p:pic>
        <p:nvPicPr>
          <p:cNvPr id="36" name="Gráfico 35" descr="Lixo com preenchimento sólido">
            <a:extLst>
              <a:ext uri="{FF2B5EF4-FFF2-40B4-BE49-F238E27FC236}">
                <a16:creationId xmlns:a16="http://schemas.microsoft.com/office/drawing/2014/main" id="{5FF29123-12E7-9C7B-11B5-AFE09A43FC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17561" y="2613824"/>
            <a:ext cx="198827" cy="198827"/>
          </a:xfrm>
          <a:prstGeom prst="rect">
            <a:avLst/>
          </a:prstGeom>
        </p:spPr>
      </p:pic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B4CB4C35-4D8A-A759-A5EA-E4CDA93FE8EE}"/>
              </a:ext>
            </a:extLst>
          </p:cNvPr>
          <p:cNvCxnSpPr>
            <a:cxnSpLocks/>
          </p:cNvCxnSpPr>
          <p:nvPr/>
        </p:nvCxnSpPr>
        <p:spPr>
          <a:xfrm>
            <a:off x="2630661" y="27936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726AF366-D6C0-5592-FD61-4A0957D0225D}"/>
              </a:ext>
            </a:extLst>
          </p:cNvPr>
          <p:cNvSpPr txBox="1"/>
          <p:nvPr/>
        </p:nvSpPr>
        <p:spPr>
          <a:xfrm>
            <a:off x="2575366" y="249134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AMOSTRA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7511842-3DCC-67EB-7B96-9AE0E2D750B9}"/>
              </a:ext>
            </a:extLst>
          </p:cNvPr>
          <p:cNvSpPr txBox="1"/>
          <p:nvPr/>
        </p:nvSpPr>
        <p:spPr>
          <a:xfrm>
            <a:off x="2560073" y="28809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Amostra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8CA4C167-EB80-AC7C-6791-72C4C813494E}"/>
              </a:ext>
            </a:extLst>
          </p:cNvPr>
          <p:cNvSpPr/>
          <p:nvPr/>
        </p:nvSpPr>
        <p:spPr>
          <a:xfrm>
            <a:off x="2630661" y="3197906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00825A99-F5FB-2ADF-EBB0-3050D91E2A12}"/>
              </a:ext>
            </a:extLst>
          </p:cNvPr>
          <p:cNvSpPr/>
          <p:nvPr/>
        </p:nvSpPr>
        <p:spPr>
          <a:xfrm>
            <a:off x="4332069" y="319790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4427FB17-DBDD-EACE-CB10-07FFACE893AF}"/>
              </a:ext>
            </a:extLst>
          </p:cNvPr>
          <p:cNvSpPr txBox="1"/>
          <p:nvPr/>
        </p:nvSpPr>
        <p:spPr>
          <a:xfrm>
            <a:off x="4238042" y="28901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E57D9381-3C5C-07B7-720D-8FC5AAF6071F}"/>
              </a:ext>
            </a:extLst>
          </p:cNvPr>
          <p:cNvSpPr/>
          <p:nvPr/>
        </p:nvSpPr>
        <p:spPr>
          <a:xfrm>
            <a:off x="7468970" y="3197906"/>
            <a:ext cx="264023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Pelo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5C57415-66C9-55A6-D346-A6103379916F}"/>
              </a:ext>
            </a:extLst>
          </p:cNvPr>
          <p:cNvSpPr txBox="1"/>
          <p:nvPr/>
        </p:nvSpPr>
        <p:spPr>
          <a:xfrm>
            <a:off x="7374942" y="28901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669085A7-B1DA-6246-BEC9-47E069F0A38C}"/>
              </a:ext>
            </a:extLst>
          </p:cNvPr>
          <p:cNvSpPr txBox="1"/>
          <p:nvPr/>
        </p:nvSpPr>
        <p:spPr>
          <a:xfrm>
            <a:off x="10163601" y="288693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de envio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2E2DA2CB-051B-67F4-74BC-4FC5CB8ECB99}"/>
              </a:ext>
            </a:extLst>
          </p:cNvPr>
          <p:cNvSpPr/>
          <p:nvPr/>
        </p:nvSpPr>
        <p:spPr>
          <a:xfrm>
            <a:off x="10248580" y="3197906"/>
            <a:ext cx="160867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1B73ED29-3E14-CCCC-36EF-075FF10EA0D2}"/>
              </a:ext>
            </a:extLst>
          </p:cNvPr>
          <p:cNvSpPr txBox="1"/>
          <p:nvPr/>
        </p:nvSpPr>
        <p:spPr>
          <a:xfrm>
            <a:off x="2575366" y="4399030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8964741F-97E9-331B-D448-C6533978C653}"/>
              </a:ext>
            </a:extLst>
          </p:cNvPr>
          <p:cNvSpPr/>
          <p:nvPr/>
        </p:nvSpPr>
        <p:spPr>
          <a:xfrm>
            <a:off x="2660345" y="4710002"/>
            <a:ext cx="919691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0F265F33-33A6-F642-6112-770EE0B583CA}"/>
              </a:ext>
            </a:extLst>
          </p:cNvPr>
          <p:cNvSpPr txBox="1"/>
          <p:nvPr/>
        </p:nvSpPr>
        <p:spPr>
          <a:xfrm>
            <a:off x="2560661" y="361503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Status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2FE75849-FF4D-AB02-1FEA-7FB763F36036}"/>
              </a:ext>
            </a:extLst>
          </p:cNvPr>
          <p:cNvSpPr/>
          <p:nvPr/>
        </p:nvSpPr>
        <p:spPr>
          <a:xfrm>
            <a:off x="2631249" y="3931945"/>
            <a:ext cx="2544789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57284BF1-CA86-36E1-FC71-208756A43577}"/>
              </a:ext>
            </a:extLst>
          </p:cNvPr>
          <p:cNvSpPr txBox="1"/>
          <p:nvPr/>
        </p:nvSpPr>
        <p:spPr>
          <a:xfrm>
            <a:off x="5208312" y="3624168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Armazenamento atual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B43A5F08-047B-FBAA-EBEC-2DC36B2C2C88}"/>
              </a:ext>
            </a:extLst>
          </p:cNvPr>
          <p:cNvSpPr/>
          <p:nvPr/>
        </p:nvSpPr>
        <p:spPr>
          <a:xfrm>
            <a:off x="5293291" y="3935140"/>
            <a:ext cx="350781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3ED9DD73-47AC-C594-2BDA-454476E9780C}"/>
              </a:ext>
            </a:extLst>
          </p:cNvPr>
          <p:cNvSpPr/>
          <p:nvPr/>
        </p:nvSpPr>
        <p:spPr>
          <a:xfrm>
            <a:off x="8895133" y="3931945"/>
            <a:ext cx="135077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E4EF49E2-C544-9010-9362-64C30A9BE6E1}"/>
              </a:ext>
            </a:extLst>
          </p:cNvPr>
          <p:cNvSpPr txBox="1"/>
          <p:nvPr/>
        </p:nvSpPr>
        <p:spPr>
          <a:xfrm>
            <a:off x="8801105" y="3624168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Quantidade</a:t>
            </a:r>
          </a:p>
        </p:txBody>
      </p:sp>
      <p:graphicFrame>
        <p:nvGraphicFramePr>
          <p:cNvPr id="47" name="Tabela 46">
            <a:extLst>
              <a:ext uri="{FF2B5EF4-FFF2-40B4-BE49-F238E27FC236}">
                <a16:creationId xmlns:a16="http://schemas.microsoft.com/office/drawing/2014/main" id="{A25D2D66-157C-A6E7-33C6-C84936AA6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995765"/>
              </p:ext>
            </p:extLst>
          </p:nvPr>
        </p:nvGraphicFramePr>
        <p:xfrm>
          <a:off x="2581275" y="5270276"/>
          <a:ext cx="9382125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896">
                  <a:extLst>
                    <a:ext uri="{9D8B030D-6E8A-4147-A177-3AD203B41FA5}">
                      <a16:colId xmlns:a16="http://schemas.microsoft.com/office/drawing/2014/main" val="3696059362"/>
                    </a:ext>
                  </a:extLst>
                </a:gridCol>
                <a:gridCol w="3115129">
                  <a:extLst>
                    <a:ext uri="{9D8B030D-6E8A-4147-A177-3AD203B41FA5}">
                      <a16:colId xmlns:a16="http://schemas.microsoft.com/office/drawing/2014/main" val="3854694352"/>
                    </a:ext>
                  </a:extLst>
                </a:gridCol>
                <a:gridCol w="3067957">
                  <a:extLst>
                    <a:ext uri="{9D8B030D-6E8A-4147-A177-3AD203B41FA5}">
                      <a16:colId xmlns:a16="http://schemas.microsoft.com/office/drawing/2014/main" val="1216721716"/>
                    </a:ext>
                  </a:extLst>
                </a:gridCol>
                <a:gridCol w="1542143">
                  <a:extLst>
                    <a:ext uri="{9D8B030D-6E8A-4147-A177-3AD203B41FA5}">
                      <a16:colId xmlns:a16="http://schemas.microsoft.com/office/drawing/2014/main" val="3747692071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Helmintos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620273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Sangue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364958"/>
                  </a:ext>
                </a:extLst>
              </a:tr>
            </a:tbl>
          </a:graphicData>
        </a:graphic>
      </p:graphicFrame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A9E7CA5B-16F1-2247-1CAD-11E07F6C81B9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9" name="Triângulo isósceles 58">
            <a:extLst>
              <a:ext uri="{FF2B5EF4-FFF2-40B4-BE49-F238E27FC236}">
                <a16:creationId xmlns:a16="http://schemas.microsoft.com/office/drawing/2014/main" id="{4EDE2FA9-0530-2214-E2E6-EA968137B54A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Triângulo isósceles 60">
            <a:extLst>
              <a:ext uri="{FF2B5EF4-FFF2-40B4-BE49-F238E27FC236}">
                <a16:creationId xmlns:a16="http://schemas.microsoft.com/office/drawing/2014/main" id="{7EB0FFA9-016F-B42F-8A1C-898D496CFAC0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84316067-8B46-1088-07DB-046186C9E526}"/>
              </a:ext>
            </a:extLst>
          </p:cNvPr>
          <p:cNvSpPr/>
          <p:nvPr/>
        </p:nvSpPr>
        <p:spPr>
          <a:xfrm>
            <a:off x="12130336" y="2567246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AE5D23A-822A-CDEF-39CC-A864CEFC8E91}"/>
              </a:ext>
            </a:extLst>
          </p:cNvPr>
          <p:cNvSpPr/>
          <p:nvPr/>
        </p:nvSpPr>
        <p:spPr>
          <a:xfrm>
            <a:off x="0" y="4719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F673CF51-1C16-0C6B-6165-1AAE9E600E9A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" name="Gráfico 4" descr="Aviso estrutura de tópicos">
              <a:extLst>
                <a:ext uri="{FF2B5EF4-FFF2-40B4-BE49-F238E27FC236}">
                  <a16:creationId xmlns:a16="http://schemas.microsoft.com/office/drawing/2014/main" id="{7FCD0FD1-227C-A092-5878-F10099B669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7E0BF8BF-7B9F-24B0-4F80-6261CF85811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9" name="Gráfico 8" descr="Casinha de cachorro estrutura de tópicos">
                <a:extLst>
                  <a:ext uri="{FF2B5EF4-FFF2-40B4-BE49-F238E27FC236}">
                    <a16:creationId xmlns:a16="http://schemas.microsoft.com/office/drawing/2014/main" id="{D86E16F1-90B6-A3AD-8ED7-9D7130B9EF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85DF29B-C59A-B0C1-3551-F140D56CEA02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" name="Gráfico 6" descr="Área de Transferência estrutura de tópicos">
              <a:extLst>
                <a:ext uri="{FF2B5EF4-FFF2-40B4-BE49-F238E27FC236}">
                  <a16:creationId xmlns:a16="http://schemas.microsoft.com/office/drawing/2014/main" id="{D91693D9-5836-1836-E9F2-B28509D77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251583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62A2C-A365-B82D-4A42-29985582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610ADF4-B0DB-E36C-8FB0-A206938A52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6CEA0F9-6848-9843-F666-8CF82E2E7C90}"/>
              </a:ext>
            </a:extLst>
          </p:cNvPr>
          <p:cNvGrpSpPr/>
          <p:nvPr/>
        </p:nvGrpSpPr>
        <p:grpSpPr>
          <a:xfrm>
            <a:off x="2425801" y="674131"/>
            <a:ext cx="9677197" cy="6110902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B6706165-DA79-E7F5-93A9-943DA0266F37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C1DC04FE-F8FD-F06E-E808-AA04F2A69EC0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2D9ED647-1226-6F04-2F44-4B679176E607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D71250AA-B187-6BBC-83E5-A4B313FAEF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28B613D-CDC6-61E7-B219-092B15EAFE6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399A010-1C6C-64BA-927E-2B2C90A3E67E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290B7C0-435A-FF2E-97DA-365BE0944644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19804AE4-9FE4-F941-DDBE-21267F581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E3148BC-8735-B9A7-51E6-12441DF942E9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9B390B9-2F6A-F4FB-AEB4-4EEC30E96824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9E2908B8-281D-E612-2C5F-4F6E92E80BC1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3218138E-736C-A4CB-54A0-B578D0868EA6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C13D865-7226-CA36-0EB8-0B1B3419A999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2E2EEAAF-F476-7884-62E0-9C83F7ACC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3371ECD2-A1A1-CC31-61B5-47F4D41E4380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40A0C0B-BDFC-F8B6-319C-5AA391E4A27E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DEC4647-B230-9ADD-6DE2-23F62F33F1B2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D811A241-E8AC-0982-F6F3-25A1E360991C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10B4B28-ECC4-263C-BB71-E13C993F412D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ABCECB6-64EE-BF98-054A-C16A7FDC8635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640616D0-9669-7395-CD44-004E92B844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03F45614-5D45-5E7F-CB17-107C6E00B278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23797B6-D35C-D678-9254-D48ED4E78B52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DB9CB0E4-2483-989A-0DDC-28146FAB6B4A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004E1710-CD85-E6EC-8C8D-EFF7B9872487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59C8DEB-AFEE-AE8B-E863-8CD32F244336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9929AD44-3672-66A1-B411-5C941F0FBBE4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resultados de amostra(s)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5E226204-19A1-A5AF-EE96-8DA7EBF7AEF5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121D7A24-69AC-B83C-45F7-2D54CD51AFD9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Necrópsia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BCA7696B-B712-50B0-F5EC-54CF74FA8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1379250-4551-8E3A-9A02-B699DCAE18E7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E4EC3A0-E8B1-CF4D-36AE-16A24422F0FD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648ED45-2399-E5E8-BD87-2C81B2CD2D46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FFAE0CC3-1939-2F1B-4676-2E0BDAC4FB68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26C70B39-76C3-E58F-0764-DE73E7C7034E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EFDA6A22-6894-52D5-B335-BBF6BB8C2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F33006E1-8035-1BF1-19AA-089D27A3C1F9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F405652-EAA6-5992-0CB3-5C038EB86034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775ADFFF-F96F-50D6-A4A8-E02C5C4DA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369395"/>
              </p:ext>
            </p:extLst>
          </p:nvPr>
        </p:nvGraphicFramePr>
        <p:xfrm>
          <a:off x="2581275" y="3655397"/>
          <a:ext cx="9382126" cy="2433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338000">
                  <a:extLst>
                    <a:ext uri="{9D8B030D-6E8A-4147-A177-3AD203B41FA5}">
                      <a16:colId xmlns:a16="http://schemas.microsoft.com/office/drawing/2014/main" val="192838191"/>
                    </a:ext>
                  </a:extLst>
                </a:gridCol>
                <a:gridCol w="2045280">
                  <a:extLst>
                    <a:ext uri="{9D8B030D-6E8A-4147-A177-3AD203B41FA5}">
                      <a16:colId xmlns:a16="http://schemas.microsoft.com/office/drawing/2014/main" val="3801871339"/>
                    </a:ext>
                  </a:extLst>
                </a:gridCol>
                <a:gridCol w="1264921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Técnica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Sangue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cPCR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Positivo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Baço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cPCR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Negativo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Pulmão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qPCR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Positivo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988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Sangue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qPCR</a:t>
                      </a:r>
                      <a:endParaRPr lang="pt-BR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Negativo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444146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C7099E47-C7DE-0A3C-5202-D404E2AC90AE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B9CA9EB-C7B6-8F22-E717-F2A3A653EF00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A0D35B9-2E2C-9604-BD79-AF79B06CE641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6" name="Gráfico 35" descr="Aviso estrutura de tópicos">
              <a:extLst>
                <a:ext uri="{FF2B5EF4-FFF2-40B4-BE49-F238E27FC236}">
                  <a16:creationId xmlns:a16="http://schemas.microsoft.com/office/drawing/2014/main" id="{33C0BD8B-D574-F8CA-CAFD-2B13F86B6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5ECAEA3B-A054-935D-B8BC-7CA4E1EF08E6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9" name="Gráfico 38" descr="Casinha de cachorro estrutura de tópicos">
                <a:extLst>
                  <a:ext uri="{FF2B5EF4-FFF2-40B4-BE49-F238E27FC236}">
                    <a16:creationId xmlns:a16="http://schemas.microsoft.com/office/drawing/2014/main" id="{80B9ABDD-96AB-FF34-5353-079D2CC685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07CE3046-6643-1918-887A-1F2EA22C909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E17973AE-8F18-E7DD-9F8D-BF09087B6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204327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8BD7-8B58-99AB-A1E9-ADA79E1B9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FBAE636-2D42-F5D2-29A8-4A8378C997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9DC442AE-8F56-8D54-58E0-BFC5D01F9218}"/>
              </a:ext>
            </a:extLst>
          </p:cNvPr>
          <p:cNvGrpSpPr/>
          <p:nvPr/>
        </p:nvGrpSpPr>
        <p:grpSpPr>
          <a:xfrm>
            <a:off x="2425801" y="674130"/>
            <a:ext cx="9677197" cy="6615665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63E4411B-297E-19FD-01A2-F37FF1E23F07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29B4D927-E39F-CB12-F117-A7D90A4816ED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CECCFA10-3B2F-185C-A1B3-CF60CD47EEEC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446D6339-C1DE-5166-9106-8F572789A6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91F6126-DCD4-4EEE-A269-730E6F68514B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8A64509F-B937-CA66-51AF-472760012CE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E35EFA3-9F2D-B577-66B1-077E9C06D75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FE994253-EB94-492C-5706-A8DABE1FC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5953D2A-05DD-E7D1-E8C1-1CF2865679D9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D591B55-2FE2-1767-2EAE-CA973CC22125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6693A50-1BE2-0E26-E094-8739DFA02B89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28449E72-EE2B-97F9-B3AF-60B85106AC08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EE6167C-299F-EF69-E3AA-085E2E17E53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F659C1BA-69B0-FF73-9102-AC34EBCA52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F78A58B7-2F8E-B9A6-C0E7-D6EA76EFA074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A00C6D2C-E80A-34AE-3910-8F34C4448593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54F53049-F086-9936-BDAE-3F45CC95D2A8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A0E679E-1542-6D64-B617-512EAB04BC3F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CE0E6E7-97B6-CD02-FCDE-DE0D2C0BA16D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B26D8959-0FA0-A31D-1710-2465CA5FD2B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82129A2A-38DF-CA83-1AE3-38FA2971D6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F1FC1B41-D82B-79CA-074E-E43DF87DED6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D378E00-2E56-D21A-81A9-F5769DD5B26D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F8F6E430-D990-3C36-F0A6-5429428E2C3A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EDD8F5A8-1D24-FE74-F4A0-CB1ED392742A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E7032F9-3C62-37C6-C755-84841CCB26D2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4E30A8CC-D73A-BA59-2953-D78C63CED401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resultados de amostra(s)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BA8ED19C-AED8-9488-A30F-617DE58947ED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FCAA5550-3ACF-76EB-F66C-BCFFF0AF9492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Necrópsia</a:t>
              </a:r>
              <a:endParaRPr lang="pt-BR" sz="1400" dirty="0">
                <a:solidFill>
                  <a:srgbClr val="7C7C7C"/>
                </a:solidFill>
              </a:endParaRP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3B2A79B7-9815-E71F-AB83-782FF5D5C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0181DCF-3509-E1D7-A88D-249B1B97065A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0C8D91F3-FD90-4FA9-620B-08CA0B886FD3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31CEBA0-15B3-E311-B744-2A7A69B0D05A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0D15945-0022-99B6-A7F5-9A9B2DB404F0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6961A95C-3E08-F6EE-6B92-7F7ED7CA0030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2D1DB561-8549-8411-0ED1-0FB4E29CC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A7F532C-B3D6-1BA5-6217-BCC6C143BD9A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4B3B68-E773-751D-66DF-37B2B06DE7B9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591B356A-F40A-24F0-2467-40975E548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77828"/>
              </p:ext>
            </p:extLst>
          </p:nvPr>
        </p:nvGraphicFramePr>
        <p:xfrm>
          <a:off x="2581275" y="3655397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338000">
                  <a:extLst>
                    <a:ext uri="{9D8B030D-6E8A-4147-A177-3AD203B41FA5}">
                      <a16:colId xmlns:a16="http://schemas.microsoft.com/office/drawing/2014/main" val="192838191"/>
                    </a:ext>
                  </a:extLst>
                </a:gridCol>
                <a:gridCol w="2045280">
                  <a:extLst>
                    <a:ext uri="{9D8B030D-6E8A-4147-A177-3AD203B41FA5}">
                      <a16:colId xmlns:a16="http://schemas.microsoft.com/office/drawing/2014/main" val="3801871339"/>
                    </a:ext>
                  </a:extLst>
                </a:gridCol>
                <a:gridCol w="1264921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 da amostra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Técnica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78FCED70-A7BF-4267-4270-9582FCFC5044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EDFB69C-716A-DD67-CAC0-110610562B2C}"/>
              </a:ext>
            </a:extLst>
          </p:cNvPr>
          <p:cNvSpPr/>
          <p:nvPr/>
        </p:nvSpPr>
        <p:spPr>
          <a:xfrm>
            <a:off x="2581274" y="422511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C8E6C4E-F99E-CAAA-4F9F-B5BEDDB014F1}"/>
              </a:ext>
            </a:extLst>
          </p:cNvPr>
          <p:cNvSpPr txBox="1"/>
          <p:nvPr/>
        </p:nvSpPr>
        <p:spPr>
          <a:xfrm>
            <a:off x="10904657" y="43478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6" name="Gráfico 35" descr="Lápis com preenchimento sólido">
            <a:extLst>
              <a:ext uri="{FF2B5EF4-FFF2-40B4-BE49-F238E27FC236}">
                <a16:creationId xmlns:a16="http://schemas.microsoft.com/office/drawing/2014/main" id="{F6BF75BA-E8C9-9A17-C8FE-C284A8C524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436403" y="4374043"/>
            <a:ext cx="198827" cy="198827"/>
          </a:xfrm>
          <a:prstGeom prst="rect">
            <a:avLst/>
          </a:prstGeom>
        </p:spPr>
      </p:pic>
      <p:pic>
        <p:nvPicPr>
          <p:cNvPr id="37" name="Gráfico 36" descr="Lixo com preenchimento sólido">
            <a:extLst>
              <a:ext uri="{FF2B5EF4-FFF2-40B4-BE49-F238E27FC236}">
                <a16:creationId xmlns:a16="http://schemas.microsoft.com/office/drawing/2014/main" id="{355D6068-945D-1E10-D74E-BC8D3D44A71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708061" y="4374044"/>
            <a:ext cx="198827" cy="198827"/>
          </a:xfrm>
          <a:prstGeom prst="rect">
            <a:avLst/>
          </a:prstGeom>
        </p:spPr>
      </p:pic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03B4E409-C398-AAF3-7994-7189C033E858}"/>
              </a:ext>
            </a:extLst>
          </p:cNvPr>
          <p:cNvCxnSpPr>
            <a:cxnSpLocks/>
          </p:cNvCxnSpPr>
          <p:nvPr/>
        </p:nvCxnSpPr>
        <p:spPr>
          <a:xfrm>
            <a:off x="2643361" y="455382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0401B97F-EF43-77D5-544B-B67EC0E26EF9}"/>
              </a:ext>
            </a:extLst>
          </p:cNvPr>
          <p:cNvSpPr txBox="1"/>
          <p:nvPr/>
        </p:nvSpPr>
        <p:spPr>
          <a:xfrm>
            <a:off x="2588066" y="425156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781D8ED-9FE3-5C81-DF08-CBBEEFD2ED5C}"/>
              </a:ext>
            </a:extLst>
          </p:cNvPr>
          <p:cNvSpPr txBox="1"/>
          <p:nvPr/>
        </p:nvSpPr>
        <p:spPr>
          <a:xfrm>
            <a:off x="2578824" y="46347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3BD5E132-6A5E-EB1B-B74D-5FE8B62B352B}"/>
              </a:ext>
            </a:extLst>
          </p:cNvPr>
          <p:cNvSpPr/>
          <p:nvPr/>
        </p:nvSpPr>
        <p:spPr>
          <a:xfrm>
            <a:off x="2663803" y="494574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5BC06E6C-8C7C-87E2-817E-A037507D9DE0}"/>
              </a:ext>
            </a:extLst>
          </p:cNvPr>
          <p:cNvSpPr/>
          <p:nvPr/>
        </p:nvSpPr>
        <p:spPr>
          <a:xfrm>
            <a:off x="3725645" y="494254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E3511509-3382-513A-F226-46F3310924F6}"/>
              </a:ext>
            </a:extLst>
          </p:cNvPr>
          <p:cNvSpPr txBox="1"/>
          <p:nvPr/>
        </p:nvSpPr>
        <p:spPr>
          <a:xfrm>
            <a:off x="3631617" y="46347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7B35356F-D516-C474-3CA0-37CB402E145F}"/>
              </a:ext>
            </a:extLst>
          </p:cNvPr>
          <p:cNvSpPr txBox="1"/>
          <p:nvPr/>
        </p:nvSpPr>
        <p:spPr>
          <a:xfrm>
            <a:off x="5322024" y="46347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6C25F6D4-65A8-E795-8C5C-6FE76F6B584F}"/>
              </a:ext>
            </a:extLst>
          </p:cNvPr>
          <p:cNvSpPr/>
          <p:nvPr/>
        </p:nvSpPr>
        <p:spPr>
          <a:xfrm>
            <a:off x="5407003" y="4945741"/>
            <a:ext cx="18112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42DD7D31-C6DA-FE46-50B9-ED2A445DE588}"/>
              </a:ext>
            </a:extLst>
          </p:cNvPr>
          <p:cNvSpPr/>
          <p:nvPr/>
        </p:nvSpPr>
        <p:spPr>
          <a:xfrm>
            <a:off x="7357846" y="4942546"/>
            <a:ext cx="130744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04A2EF78-3EAA-EC1C-C8F0-CA8CD1129D60}"/>
              </a:ext>
            </a:extLst>
          </p:cNvPr>
          <p:cNvSpPr txBox="1"/>
          <p:nvPr/>
        </p:nvSpPr>
        <p:spPr>
          <a:xfrm>
            <a:off x="7263817" y="46347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Técnica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A9F79A6D-6DF2-90B2-6D6C-E96519C088FD}"/>
              </a:ext>
            </a:extLst>
          </p:cNvPr>
          <p:cNvSpPr/>
          <p:nvPr/>
        </p:nvSpPr>
        <p:spPr>
          <a:xfrm>
            <a:off x="8805645" y="494254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6485F9B7-B2ED-0A19-98CD-8F021E26A140}"/>
              </a:ext>
            </a:extLst>
          </p:cNvPr>
          <p:cNvSpPr txBox="1"/>
          <p:nvPr/>
        </p:nvSpPr>
        <p:spPr>
          <a:xfrm>
            <a:off x="8711617" y="46347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3C90236D-A44D-C660-3C21-E7ADCE0E3E07}"/>
              </a:ext>
            </a:extLst>
          </p:cNvPr>
          <p:cNvSpPr txBox="1"/>
          <p:nvPr/>
        </p:nvSpPr>
        <p:spPr>
          <a:xfrm>
            <a:off x="2573361" y="53680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39FF00DB-D150-CC1C-478F-461AEFC7F389}"/>
              </a:ext>
            </a:extLst>
          </p:cNvPr>
          <p:cNvSpPr/>
          <p:nvPr/>
        </p:nvSpPr>
        <p:spPr>
          <a:xfrm>
            <a:off x="2643949" y="56850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D0ED6A3-E98D-E8EA-17EF-809F40B97750}"/>
              </a:ext>
            </a:extLst>
          </p:cNvPr>
          <p:cNvSpPr txBox="1"/>
          <p:nvPr/>
        </p:nvSpPr>
        <p:spPr>
          <a:xfrm>
            <a:off x="5690912" y="53772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de extração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AED77071-49C8-74EC-E97F-F1CE9C00FAB4}"/>
              </a:ext>
            </a:extLst>
          </p:cNvPr>
          <p:cNvSpPr/>
          <p:nvPr/>
        </p:nvSpPr>
        <p:spPr>
          <a:xfrm>
            <a:off x="5775891" y="56881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kit extração de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TRIzol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1A1450D2-AF1A-CDD2-5B74-8D4AFDFACD00}"/>
              </a:ext>
            </a:extLst>
          </p:cNvPr>
          <p:cNvSpPr/>
          <p:nvPr/>
        </p:nvSpPr>
        <p:spPr>
          <a:xfrm>
            <a:off x="8907833" y="56850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83740571-7002-61F4-9C70-89A12C6EC4CF}"/>
              </a:ext>
            </a:extLst>
          </p:cNvPr>
          <p:cNvSpPr txBox="1"/>
          <p:nvPr/>
        </p:nvSpPr>
        <p:spPr>
          <a:xfrm>
            <a:off x="8813805" y="53772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Gene-alvo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1C0CB597-D0CE-B1DF-450B-AE0598262485}"/>
              </a:ext>
            </a:extLst>
          </p:cNvPr>
          <p:cNvSpPr txBox="1"/>
          <p:nvPr/>
        </p:nvSpPr>
        <p:spPr>
          <a:xfrm>
            <a:off x="2573361" y="61300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Primer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EF4D6121-DC13-8F7D-241E-D091AF0DD60B}"/>
              </a:ext>
            </a:extLst>
          </p:cNvPr>
          <p:cNvSpPr txBox="1"/>
          <p:nvPr/>
        </p:nvSpPr>
        <p:spPr>
          <a:xfrm>
            <a:off x="5690912" y="68885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Agente suspeito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61679218-3E03-9DB6-752B-B97A149511BA}"/>
              </a:ext>
            </a:extLst>
          </p:cNvPr>
          <p:cNvSpPr/>
          <p:nvPr/>
        </p:nvSpPr>
        <p:spPr>
          <a:xfrm>
            <a:off x="5775891" y="71994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Anaplasma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sp.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88292362-6B61-DCE9-5118-7B635BA23D38}"/>
              </a:ext>
            </a:extLst>
          </p:cNvPr>
          <p:cNvSpPr/>
          <p:nvPr/>
        </p:nvSpPr>
        <p:spPr>
          <a:xfrm>
            <a:off x="8907833" y="71963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E6EB925F-A986-5288-3BD2-1E5EC873124E}"/>
              </a:ext>
            </a:extLst>
          </p:cNvPr>
          <p:cNvSpPr txBox="1"/>
          <p:nvPr/>
        </p:nvSpPr>
        <p:spPr>
          <a:xfrm>
            <a:off x="8813805" y="68885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Controle utilizado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76ACE33A-507A-D055-D200-E249DFF31ECE}"/>
              </a:ext>
            </a:extLst>
          </p:cNvPr>
          <p:cNvSpPr/>
          <p:nvPr/>
        </p:nvSpPr>
        <p:spPr>
          <a:xfrm>
            <a:off x="2643949" y="6447001"/>
            <a:ext cx="922601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16S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-F: 5’-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GAT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TTT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GCT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CAA GGG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G -3’ / 16S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-R: 5’-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CCG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TCA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CCT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TTA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AGT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TTA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 -3'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5D2D9F3D-1C73-B5D0-E070-9A8E0D45B240}"/>
              </a:ext>
            </a:extLst>
          </p:cNvPr>
          <p:cNvSpPr txBox="1"/>
          <p:nvPr/>
        </p:nvSpPr>
        <p:spPr>
          <a:xfrm>
            <a:off x="2573361" y="68666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Pares de Base (</a:t>
            </a:r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pb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A2948886-4CD4-7408-6357-AC5FD05050BB}"/>
              </a:ext>
            </a:extLst>
          </p:cNvPr>
          <p:cNvSpPr/>
          <p:nvPr/>
        </p:nvSpPr>
        <p:spPr>
          <a:xfrm>
            <a:off x="2643949" y="71836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FBBC8413-7D75-33B1-1CA1-4BD312D3BFB1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0" name="Triângulo isósceles 79">
            <a:extLst>
              <a:ext uri="{FF2B5EF4-FFF2-40B4-BE49-F238E27FC236}">
                <a16:creationId xmlns:a16="http://schemas.microsoft.com/office/drawing/2014/main" id="{0B033DC1-82D9-828B-960C-E830362FA2C3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CA8ADC79-2AF1-9236-F4F1-C9FE0FBA1DD1}"/>
              </a:ext>
            </a:extLst>
          </p:cNvPr>
          <p:cNvSpPr/>
          <p:nvPr/>
        </p:nvSpPr>
        <p:spPr>
          <a:xfrm>
            <a:off x="12130336" y="13933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2" name="Triângulo isósceles 81">
            <a:extLst>
              <a:ext uri="{FF2B5EF4-FFF2-40B4-BE49-F238E27FC236}">
                <a16:creationId xmlns:a16="http://schemas.microsoft.com/office/drawing/2014/main" id="{E6571D4A-BCF6-5295-A683-FF5B640B9354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3E79EA7B-2DB2-7BD1-A83C-D38993152EF2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3" name="Agrupar 82">
            <a:extLst>
              <a:ext uri="{FF2B5EF4-FFF2-40B4-BE49-F238E27FC236}">
                <a16:creationId xmlns:a16="http://schemas.microsoft.com/office/drawing/2014/main" id="{515ED160-D483-E5DF-671B-0F4E0B8B8759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84" name="Gráfico 83" descr="Aviso estrutura de tópicos">
              <a:extLst>
                <a:ext uri="{FF2B5EF4-FFF2-40B4-BE49-F238E27FC236}">
                  <a16:creationId xmlns:a16="http://schemas.microsoft.com/office/drawing/2014/main" id="{592B4418-EE7E-81C0-7ED6-8FC05052F7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85" name="Agrupar 84">
              <a:extLst>
                <a:ext uri="{FF2B5EF4-FFF2-40B4-BE49-F238E27FC236}">
                  <a16:creationId xmlns:a16="http://schemas.microsoft.com/office/drawing/2014/main" id="{DDCFDEA3-74FF-8BB1-ACD5-3A5CF2A1BAEA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87" name="Gráfico 86" descr="Casinha de cachorro estrutura de tópicos">
                <a:extLst>
                  <a:ext uri="{FF2B5EF4-FFF2-40B4-BE49-F238E27FC236}">
                    <a16:creationId xmlns:a16="http://schemas.microsoft.com/office/drawing/2014/main" id="{6F086592-9AF4-1689-0887-CE5CB8C052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D8AA85FE-909A-0AE7-8D57-9413EBE41EE9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86" name="Gráfico 85" descr="Área de Transferência estrutura de tópicos">
              <a:extLst>
                <a:ext uri="{FF2B5EF4-FFF2-40B4-BE49-F238E27FC236}">
                  <a16:creationId xmlns:a16="http://schemas.microsoft.com/office/drawing/2014/main" id="{2F652AA2-0376-D67B-D616-EFDE994B7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838646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00517-F7DB-5B7F-1020-217ACC0F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1A0D3E37-7113-B19B-A614-05AD4FA396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63EA4938-19BA-6A7F-7D9F-2CAAB9824B7A}"/>
              </a:ext>
            </a:extLst>
          </p:cNvPr>
          <p:cNvGrpSpPr/>
          <p:nvPr/>
        </p:nvGrpSpPr>
        <p:grpSpPr>
          <a:xfrm>
            <a:off x="2425801" y="674130"/>
            <a:ext cx="9677197" cy="6615665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DAE97048-F6AB-88D6-E374-BCB2C7738388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D480E5D3-36AB-7A56-04A2-1978B199F033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83AA353-F093-F881-7417-65D7F243BDD7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D93055DB-BF7A-C1E0-E481-D49719A727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22B1551-6E24-C2AA-0E94-8876D1CAA11D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FE61FB6-F6B5-FB7C-845A-7D04CBA0F61D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5C11EB1F-A8D8-F66F-CAF7-243A16EA92D8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ABFFA1FD-B5ED-088B-BDAA-C5FFF811F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D480E92-6A33-A04F-840C-A21D5C4A2B7E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9B35C6B-0139-E045-0DCF-8D540B68DAE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D069AB4-6ACB-4721-85BD-4B1EFF3C57C2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B5C54841-CA55-AD1B-8583-5BA70322420A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E776FEF-61D5-4CEE-C3A1-BCAB1EE8DA0C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4C082F3-CFE6-FA2C-519E-501B1E25D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9CC5505-805C-C19F-FB0F-E79CF26BC0A5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0B9F173-B3F9-EFD8-6395-D6D13752B359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732D3952-5D51-A37B-3D24-8EF7FDF7B985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FCB1988-0A70-EAA4-8655-B0B5DB1DBE30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82ADF3A2-1818-B5B1-E218-FAC0D2B79E7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87DCA35-A6FF-F62C-C197-91E5688C9E3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CF87D692-DE03-2DF9-5326-446ED7A88E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135AEB6-9A45-2968-DEA2-DAF8802155FD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0A37F854-2AED-99DD-EDE5-2AD8EEF691A9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0B68243-548E-A8D3-5D5D-D56881A0EBE4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801353F5-6040-F707-7449-F5E800829B2E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BB29EB3-B9BE-2C50-5E0A-22E6362D1D93}"/>
              </a:ext>
            </a:extLst>
          </p:cNvPr>
          <p:cNvSpPr/>
          <p:nvPr/>
        </p:nvSpPr>
        <p:spPr>
          <a:xfrm>
            <a:off x="2581274" y="1405714"/>
            <a:ext cx="9382125" cy="3420285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51D8136-4550-026C-7546-42F461BF5585}"/>
              </a:ext>
            </a:extLst>
          </p:cNvPr>
          <p:cNvSpPr txBox="1"/>
          <p:nvPr/>
        </p:nvSpPr>
        <p:spPr>
          <a:xfrm>
            <a:off x="10904657" y="15284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6" name="Gráfico 35" descr="Lápis com preenchimento sólido">
            <a:extLst>
              <a:ext uri="{FF2B5EF4-FFF2-40B4-BE49-F238E27FC236}">
                <a16:creationId xmlns:a16="http://schemas.microsoft.com/office/drawing/2014/main" id="{69BBE963-88F1-CAF5-3555-689FD9F8B6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36403" y="1554643"/>
            <a:ext cx="198827" cy="198827"/>
          </a:xfrm>
          <a:prstGeom prst="rect">
            <a:avLst/>
          </a:prstGeom>
        </p:spPr>
      </p:pic>
      <p:pic>
        <p:nvPicPr>
          <p:cNvPr id="37" name="Gráfico 36" descr="Lixo com preenchimento sólido">
            <a:extLst>
              <a:ext uri="{FF2B5EF4-FFF2-40B4-BE49-F238E27FC236}">
                <a16:creationId xmlns:a16="http://schemas.microsoft.com/office/drawing/2014/main" id="{24F5512C-E79E-22F2-C082-8E59B9F5BCE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08061" y="1554644"/>
            <a:ext cx="198827" cy="198827"/>
          </a:xfrm>
          <a:prstGeom prst="rect">
            <a:avLst/>
          </a:prstGeom>
        </p:spPr>
      </p:pic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71A2945E-DE5B-70E7-7F67-51351024794B}"/>
              </a:ext>
            </a:extLst>
          </p:cNvPr>
          <p:cNvCxnSpPr>
            <a:cxnSpLocks/>
          </p:cNvCxnSpPr>
          <p:nvPr/>
        </p:nvCxnSpPr>
        <p:spPr>
          <a:xfrm>
            <a:off x="2643361" y="173442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AA108F90-FEFD-F980-ACC2-DA1F984CD507}"/>
              </a:ext>
            </a:extLst>
          </p:cNvPr>
          <p:cNvSpPr txBox="1"/>
          <p:nvPr/>
        </p:nvSpPr>
        <p:spPr>
          <a:xfrm>
            <a:off x="2588066" y="143216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69259C48-1C7F-72DC-AD94-A53DD4F564AB}"/>
              </a:ext>
            </a:extLst>
          </p:cNvPr>
          <p:cNvSpPr txBox="1"/>
          <p:nvPr/>
        </p:nvSpPr>
        <p:spPr>
          <a:xfrm>
            <a:off x="2578824" y="18153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941D464A-FA58-DA45-DE44-9EC0D2A8895A}"/>
              </a:ext>
            </a:extLst>
          </p:cNvPr>
          <p:cNvSpPr/>
          <p:nvPr/>
        </p:nvSpPr>
        <p:spPr>
          <a:xfrm>
            <a:off x="2663803" y="212634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B5DEAC00-793D-3504-72B0-405068C96529}"/>
              </a:ext>
            </a:extLst>
          </p:cNvPr>
          <p:cNvSpPr/>
          <p:nvPr/>
        </p:nvSpPr>
        <p:spPr>
          <a:xfrm>
            <a:off x="3725645" y="212314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344BE31-EC65-73F4-E241-5BC76F6EDDEF}"/>
              </a:ext>
            </a:extLst>
          </p:cNvPr>
          <p:cNvSpPr txBox="1"/>
          <p:nvPr/>
        </p:nvSpPr>
        <p:spPr>
          <a:xfrm>
            <a:off x="36316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F3D1F3B5-52D0-5FF4-A5C0-989285AF0B72}"/>
              </a:ext>
            </a:extLst>
          </p:cNvPr>
          <p:cNvSpPr txBox="1"/>
          <p:nvPr/>
        </p:nvSpPr>
        <p:spPr>
          <a:xfrm>
            <a:off x="5322024" y="18153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C958F66B-A3FF-41C1-E4E6-3F9BE057FDF2}"/>
              </a:ext>
            </a:extLst>
          </p:cNvPr>
          <p:cNvSpPr/>
          <p:nvPr/>
        </p:nvSpPr>
        <p:spPr>
          <a:xfrm>
            <a:off x="5407003" y="2126341"/>
            <a:ext cx="18112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6" name="Retângulo: Cantos Arredondados 45">
            <a:extLst>
              <a:ext uri="{FF2B5EF4-FFF2-40B4-BE49-F238E27FC236}">
                <a16:creationId xmlns:a16="http://schemas.microsoft.com/office/drawing/2014/main" id="{F4DC7037-F5CF-9ED4-894E-7563548B7413}"/>
              </a:ext>
            </a:extLst>
          </p:cNvPr>
          <p:cNvSpPr/>
          <p:nvPr/>
        </p:nvSpPr>
        <p:spPr>
          <a:xfrm>
            <a:off x="7357846" y="2123146"/>
            <a:ext cx="130744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8BAE82A3-A870-CD35-57A6-50D0C884779C}"/>
              </a:ext>
            </a:extLst>
          </p:cNvPr>
          <p:cNvSpPr txBox="1"/>
          <p:nvPr/>
        </p:nvSpPr>
        <p:spPr>
          <a:xfrm>
            <a:off x="72638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Técnica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D294F034-2B54-26FF-1757-654AFDACF94E}"/>
              </a:ext>
            </a:extLst>
          </p:cNvPr>
          <p:cNvSpPr/>
          <p:nvPr/>
        </p:nvSpPr>
        <p:spPr>
          <a:xfrm>
            <a:off x="8805645" y="212314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B8FC89D8-DFE1-DD0A-4886-78C14C3C650E}"/>
              </a:ext>
            </a:extLst>
          </p:cNvPr>
          <p:cNvSpPr txBox="1"/>
          <p:nvPr/>
        </p:nvSpPr>
        <p:spPr>
          <a:xfrm>
            <a:off x="87116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207811B9-35D0-00DB-BB12-B9986FC7C42B}"/>
              </a:ext>
            </a:extLst>
          </p:cNvPr>
          <p:cNvSpPr txBox="1"/>
          <p:nvPr/>
        </p:nvSpPr>
        <p:spPr>
          <a:xfrm>
            <a:off x="2573361" y="25486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F6AE1BDF-E438-9478-588D-A2B8044CD59E}"/>
              </a:ext>
            </a:extLst>
          </p:cNvPr>
          <p:cNvSpPr/>
          <p:nvPr/>
        </p:nvSpPr>
        <p:spPr>
          <a:xfrm>
            <a:off x="2643949" y="28656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81BED2A-FFF6-A0B4-8536-8E55E599A452}"/>
              </a:ext>
            </a:extLst>
          </p:cNvPr>
          <p:cNvSpPr txBox="1"/>
          <p:nvPr/>
        </p:nvSpPr>
        <p:spPr>
          <a:xfrm>
            <a:off x="5690912" y="25578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de extração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D1292BDB-72DC-16DE-9F08-FE77BA296234}"/>
              </a:ext>
            </a:extLst>
          </p:cNvPr>
          <p:cNvSpPr/>
          <p:nvPr/>
        </p:nvSpPr>
        <p:spPr>
          <a:xfrm>
            <a:off x="5775891" y="28687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kit extração de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TRIzol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977DB846-BB57-61EB-465F-B51A93669F26}"/>
              </a:ext>
            </a:extLst>
          </p:cNvPr>
          <p:cNvSpPr/>
          <p:nvPr/>
        </p:nvSpPr>
        <p:spPr>
          <a:xfrm>
            <a:off x="8907833" y="28656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6A5B315A-5AD1-6614-3111-130613196807}"/>
              </a:ext>
            </a:extLst>
          </p:cNvPr>
          <p:cNvSpPr txBox="1"/>
          <p:nvPr/>
        </p:nvSpPr>
        <p:spPr>
          <a:xfrm>
            <a:off x="8813805" y="25578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Gene-alvo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FBE7D539-49B9-8681-C160-924591E1455F}"/>
              </a:ext>
            </a:extLst>
          </p:cNvPr>
          <p:cNvSpPr txBox="1"/>
          <p:nvPr/>
        </p:nvSpPr>
        <p:spPr>
          <a:xfrm>
            <a:off x="2573361" y="33106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Primer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BDD39245-7F11-181B-0D80-AC477576E82B}"/>
              </a:ext>
            </a:extLst>
          </p:cNvPr>
          <p:cNvSpPr txBox="1"/>
          <p:nvPr/>
        </p:nvSpPr>
        <p:spPr>
          <a:xfrm>
            <a:off x="5690912" y="406912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Agente suspeito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E06C9944-AE51-5E70-7DA8-5E6D14888B75}"/>
              </a:ext>
            </a:extLst>
          </p:cNvPr>
          <p:cNvSpPr/>
          <p:nvPr/>
        </p:nvSpPr>
        <p:spPr>
          <a:xfrm>
            <a:off x="5775891" y="438009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Anaplasma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sp.</a:t>
            </a:r>
          </a:p>
        </p:txBody>
      </p:sp>
      <p:sp>
        <p:nvSpPr>
          <p:cNvPr id="74" name="Retângulo: Cantos Arredondados 73">
            <a:extLst>
              <a:ext uri="{FF2B5EF4-FFF2-40B4-BE49-F238E27FC236}">
                <a16:creationId xmlns:a16="http://schemas.microsoft.com/office/drawing/2014/main" id="{1981549B-4EE8-E5DC-37C8-18594BED1C83}"/>
              </a:ext>
            </a:extLst>
          </p:cNvPr>
          <p:cNvSpPr/>
          <p:nvPr/>
        </p:nvSpPr>
        <p:spPr>
          <a:xfrm>
            <a:off x="8907833" y="43769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B4FDE60-6FDD-255B-8F3F-441D248A70CE}"/>
              </a:ext>
            </a:extLst>
          </p:cNvPr>
          <p:cNvSpPr txBox="1"/>
          <p:nvPr/>
        </p:nvSpPr>
        <p:spPr>
          <a:xfrm>
            <a:off x="8813805" y="406912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Controle utilizado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51023602-E983-9770-3BE2-4BD3B4C1FFCC}"/>
              </a:ext>
            </a:extLst>
          </p:cNvPr>
          <p:cNvSpPr/>
          <p:nvPr/>
        </p:nvSpPr>
        <p:spPr>
          <a:xfrm>
            <a:off x="2643949" y="3627601"/>
            <a:ext cx="922601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16S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-F: 5’-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GAT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TTT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GCT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CAA GGG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G -3’ / 16S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rRNA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-R: 5’-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CCG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TCA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CCT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TTA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AGT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TTA</a:t>
            </a:r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C -3'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AEB14BAF-DD74-23D6-8F62-6AF56BA31DA2}"/>
              </a:ext>
            </a:extLst>
          </p:cNvPr>
          <p:cNvSpPr txBox="1"/>
          <p:nvPr/>
        </p:nvSpPr>
        <p:spPr>
          <a:xfrm>
            <a:off x="2573361" y="404729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Pares de Base (</a:t>
            </a:r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pb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31046865-1017-46A4-AFD2-F1E667516E71}"/>
              </a:ext>
            </a:extLst>
          </p:cNvPr>
          <p:cNvSpPr/>
          <p:nvPr/>
        </p:nvSpPr>
        <p:spPr>
          <a:xfrm>
            <a:off x="2643949" y="436420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300</a:t>
            </a:r>
          </a:p>
        </p:txBody>
      </p:sp>
      <p:graphicFrame>
        <p:nvGraphicFramePr>
          <p:cNvPr id="55" name="Tabela 54">
            <a:extLst>
              <a:ext uri="{FF2B5EF4-FFF2-40B4-BE49-F238E27FC236}">
                <a16:creationId xmlns:a16="http://schemas.microsoft.com/office/drawing/2014/main" id="{8CE47818-8B88-CB2E-859A-BF7507724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274296"/>
              </p:ext>
            </p:extLst>
          </p:nvPr>
        </p:nvGraphicFramePr>
        <p:xfrm>
          <a:off x="2581273" y="4911027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3173073353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250406430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3009915241"/>
                    </a:ext>
                  </a:extLst>
                </a:gridCol>
                <a:gridCol w="1338000">
                  <a:extLst>
                    <a:ext uri="{9D8B030D-6E8A-4147-A177-3AD203B41FA5}">
                      <a16:colId xmlns:a16="http://schemas.microsoft.com/office/drawing/2014/main" val="2510029262"/>
                    </a:ext>
                  </a:extLst>
                </a:gridCol>
                <a:gridCol w="2045280">
                  <a:extLst>
                    <a:ext uri="{9D8B030D-6E8A-4147-A177-3AD203B41FA5}">
                      <a16:colId xmlns:a16="http://schemas.microsoft.com/office/drawing/2014/main" val="2071065195"/>
                    </a:ext>
                  </a:extLst>
                </a:gridCol>
                <a:gridCol w="1264921">
                  <a:extLst>
                    <a:ext uri="{9D8B030D-6E8A-4147-A177-3AD203B41FA5}">
                      <a16:colId xmlns:a16="http://schemas.microsoft.com/office/drawing/2014/main" val="3813330513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Baço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cPCR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Negativo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79025"/>
                  </a:ext>
                </a:extLst>
              </a:tr>
            </a:tbl>
          </a:graphicData>
        </a:graphic>
      </p:graphicFrame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CC3B0D38-0BC2-DF9B-B7F2-CDC26ABBCE3E}"/>
              </a:ext>
            </a:extLst>
          </p:cNvPr>
          <p:cNvSpPr/>
          <p:nvPr/>
        </p:nvSpPr>
        <p:spPr>
          <a:xfrm>
            <a:off x="2596578" y="5474877"/>
            <a:ext cx="9382125" cy="269289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F29564F-D574-DCB5-D1B9-2947ADE2E5F1}"/>
              </a:ext>
            </a:extLst>
          </p:cNvPr>
          <p:cNvSpPr txBox="1"/>
          <p:nvPr/>
        </p:nvSpPr>
        <p:spPr>
          <a:xfrm>
            <a:off x="10919961" y="560542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1" name="Gráfico 10" descr="Lápis com preenchimento sólido">
            <a:extLst>
              <a:ext uri="{FF2B5EF4-FFF2-40B4-BE49-F238E27FC236}">
                <a16:creationId xmlns:a16="http://schemas.microsoft.com/office/drawing/2014/main" id="{A43B301B-3BD0-50DE-2F06-3CA0CFE3E1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51707" y="5631603"/>
            <a:ext cx="198827" cy="198827"/>
          </a:xfrm>
          <a:prstGeom prst="rect">
            <a:avLst/>
          </a:prstGeom>
        </p:spPr>
      </p:pic>
      <p:pic>
        <p:nvPicPr>
          <p:cNvPr id="13" name="Gráfico 12" descr="Lixo com preenchimento sólido">
            <a:extLst>
              <a:ext uri="{FF2B5EF4-FFF2-40B4-BE49-F238E27FC236}">
                <a16:creationId xmlns:a16="http://schemas.microsoft.com/office/drawing/2014/main" id="{70BC870E-EB1C-C47F-FC20-5B4FA9AF8C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23365" y="5631604"/>
            <a:ext cx="198827" cy="198827"/>
          </a:xfrm>
          <a:prstGeom prst="rect">
            <a:avLst/>
          </a:prstGeom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E1B2F1ED-DAAA-2FCD-348D-73B3EFABF5FA}"/>
              </a:ext>
            </a:extLst>
          </p:cNvPr>
          <p:cNvCxnSpPr>
            <a:cxnSpLocks/>
          </p:cNvCxnSpPr>
          <p:nvPr/>
        </p:nvCxnSpPr>
        <p:spPr>
          <a:xfrm>
            <a:off x="2658665" y="581138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9E4B20C-646C-5D53-2E68-F800E3181118}"/>
              </a:ext>
            </a:extLst>
          </p:cNvPr>
          <p:cNvSpPr txBox="1"/>
          <p:nvPr/>
        </p:nvSpPr>
        <p:spPr>
          <a:xfrm>
            <a:off x="2603370" y="550912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7E29288-3E00-A1BE-2892-E323E4D440B6}"/>
              </a:ext>
            </a:extLst>
          </p:cNvPr>
          <p:cNvSpPr txBox="1"/>
          <p:nvPr/>
        </p:nvSpPr>
        <p:spPr>
          <a:xfrm>
            <a:off x="2594128" y="589232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7D455EE6-A1B0-EFCE-8DE4-AAE6A17B5139}"/>
              </a:ext>
            </a:extLst>
          </p:cNvPr>
          <p:cNvSpPr/>
          <p:nvPr/>
        </p:nvSpPr>
        <p:spPr>
          <a:xfrm>
            <a:off x="2679107" y="620330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003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2DB50FF3-76E6-05AE-63DF-04DDF8F24F53}"/>
              </a:ext>
            </a:extLst>
          </p:cNvPr>
          <p:cNvSpPr/>
          <p:nvPr/>
        </p:nvSpPr>
        <p:spPr>
          <a:xfrm>
            <a:off x="3740949" y="620010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32CD5A04-3182-2B2B-DCF1-24EBDC609DD0}"/>
              </a:ext>
            </a:extLst>
          </p:cNvPr>
          <p:cNvSpPr txBox="1"/>
          <p:nvPr/>
        </p:nvSpPr>
        <p:spPr>
          <a:xfrm>
            <a:off x="3646921" y="58923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FDFEF88D-8C83-5237-5A5E-02E170F4F8D9}"/>
              </a:ext>
            </a:extLst>
          </p:cNvPr>
          <p:cNvSpPr txBox="1"/>
          <p:nvPr/>
        </p:nvSpPr>
        <p:spPr>
          <a:xfrm>
            <a:off x="5337328" y="589232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AD165A59-58A6-A2FD-4A5A-23FA5B825927}"/>
              </a:ext>
            </a:extLst>
          </p:cNvPr>
          <p:cNvSpPr/>
          <p:nvPr/>
        </p:nvSpPr>
        <p:spPr>
          <a:xfrm>
            <a:off x="5422307" y="6203301"/>
            <a:ext cx="18112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101" name="Retângulo: Cantos Arredondados 100">
            <a:extLst>
              <a:ext uri="{FF2B5EF4-FFF2-40B4-BE49-F238E27FC236}">
                <a16:creationId xmlns:a16="http://schemas.microsoft.com/office/drawing/2014/main" id="{F79852A0-110D-3795-1EE7-83D47DA1FE85}"/>
              </a:ext>
            </a:extLst>
          </p:cNvPr>
          <p:cNvSpPr/>
          <p:nvPr/>
        </p:nvSpPr>
        <p:spPr>
          <a:xfrm>
            <a:off x="7373150" y="6200106"/>
            <a:ext cx="130744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2315B526-5357-A3EC-BF54-09061DCADBD5}"/>
              </a:ext>
            </a:extLst>
          </p:cNvPr>
          <p:cNvSpPr txBox="1"/>
          <p:nvPr/>
        </p:nvSpPr>
        <p:spPr>
          <a:xfrm>
            <a:off x="7279121" y="58923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Técnica</a:t>
            </a:r>
          </a:p>
        </p:txBody>
      </p:sp>
      <p:sp>
        <p:nvSpPr>
          <p:cNvPr id="109" name="Retângulo: Cantos Arredondados 108">
            <a:extLst>
              <a:ext uri="{FF2B5EF4-FFF2-40B4-BE49-F238E27FC236}">
                <a16:creationId xmlns:a16="http://schemas.microsoft.com/office/drawing/2014/main" id="{CFEC7A92-6268-25F0-FCCA-D2B5528BDC98}"/>
              </a:ext>
            </a:extLst>
          </p:cNvPr>
          <p:cNvSpPr/>
          <p:nvPr/>
        </p:nvSpPr>
        <p:spPr>
          <a:xfrm>
            <a:off x="8820949" y="620010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F0EDB521-C76E-5991-6B08-213698E37621}"/>
              </a:ext>
            </a:extLst>
          </p:cNvPr>
          <p:cNvSpPr txBox="1"/>
          <p:nvPr/>
        </p:nvSpPr>
        <p:spPr>
          <a:xfrm>
            <a:off x="8726921" y="58923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BC7FFC1A-BA03-4C00-7AFC-2789BC61F42D}"/>
              </a:ext>
            </a:extLst>
          </p:cNvPr>
          <p:cNvSpPr txBox="1"/>
          <p:nvPr/>
        </p:nvSpPr>
        <p:spPr>
          <a:xfrm>
            <a:off x="2588665" y="662565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112" name="Retângulo: Cantos Arredondados 111">
            <a:extLst>
              <a:ext uri="{FF2B5EF4-FFF2-40B4-BE49-F238E27FC236}">
                <a16:creationId xmlns:a16="http://schemas.microsoft.com/office/drawing/2014/main" id="{14D089E1-0F16-8E73-ED1B-A531C4340DA6}"/>
              </a:ext>
            </a:extLst>
          </p:cNvPr>
          <p:cNvSpPr/>
          <p:nvPr/>
        </p:nvSpPr>
        <p:spPr>
          <a:xfrm>
            <a:off x="2659253" y="69425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25969BF9-2F8F-AC51-FE62-752812139B92}"/>
              </a:ext>
            </a:extLst>
          </p:cNvPr>
          <p:cNvSpPr txBox="1"/>
          <p:nvPr/>
        </p:nvSpPr>
        <p:spPr>
          <a:xfrm>
            <a:off x="5706216" y="663478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Agente</a:t>
            </a:r>
          </a:p>
        </p:txBody>
      </p:sp>
      <p:sp>
        <p:nvSpPr>
          <p:cNvPr id="118" name="Retângulo: Cantos Arredondados 117">
            <a:extLst>
              <a:ext uri="{FF2B5EF4-FFF2-40B4-BE49-F238E27FC236}">
                <a16:creationId xmlns:a16="http://schemas.microsoft.com/office/drawing/2014/main" id="{9106E08F-4ADF-0F06-D3C7-8275598D86A5}"/>
              </a:ext>
            </a:extLst>
          </p:cNvPr>
          <p:cNvSpPr/>
          <p:nvPr/>
        </p:nvSpPr>
        <p:spPr>
          <a:xfrm>
            <a:off x="5791195" y="694575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Vírus da cinomose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9" name="Retângulo: Cantos Arredondados 118">
            <a:extLst>
              <a:ext uri="{FF2B5EF4-FFF2-40B4-BE49-F238E27FC236}">
                <a16:creationId xmlns:a16="http://schemas.microsoft.com/office/drawing/2014/main" id="{CB1E4D80-0A6A-43FA-23D6-7572F98C1C4E}"/>
              </a:ext>
            </a:extLst>
          </p:cNvPr>
          <p:cNvSpPr/>
          <p:nvPr/>
        </p:nvSpPr>
        <p:spPr>
          <a:xfrm>
            <a:off x="8923137" y="69425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 gene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0" name="CaixaDeTexto 119">
            <a:extLst>
              <a:ext uri="{FF2B5EF4-FFF2-40B4-BE49-F238E27FC236}">
                <a16:creationId xmlns:a16="http://schemas.microsoft.com/office/drawing/2014/main" id="{9EE62B14-A2F7-3897-F2B8-CD8727C7CB52}"/>
              </a:ext>
            </a:extLst>
          </p:cNvPr>
          <p:cNvSpPr txBox="1"/>
          <p:nvPr/>
        </p:nvSpPr>
        <p:spPr>
          <a:xfrm>
            <a:off x="8829109" y="663478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Gene-alvo</a:t>
            </a:r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8B7A0574-2E18-88C0-E6BE-AC6085CD74A9}"/>
              </a:ext>
            </a:extLst>
          </p:cNvPr>
          <p:cNvSpPr txBox="1"/>
          <p:nvPr/>
        </p:nvSpPr>
        <p:spPr>
          <a:xfrm>
            <a:off x="5706216" y="739678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Cópias estimadas (/µL)</a:t>
            </a:r>
          </a:p>
        </p:txBody>
      </p:sp>
      <p:sp>
        <p:nvSpPr>
          <p:cNvPr id="122" name="Retângulo: Cantos Arredondados 121">
            <a:extLst>
              <a:ext uri="{FF2B5EF4-FFF2-40B4-BE49-F238E27FC236}">
                <a16:creationId xmlns:a16="http://schemas.microsoft.com/office/drawing/2014/main" id="{2B957B8C-4A94-3D5C-525A-7FAAA38CBD54}"/>
              </a:ext>
            </a:extLst>
          </p:cNvPr>
          <p:cNvSpPr/>
          <p:nvPr/>
        </p:nvSpPr>
        <p:spPr>
          <a:xfrm>
            <a:off x="5791195" y="770775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2,3e5</a:t>
            </a:r>
          </a:p>
        </p:txBody>
      </p:sp>
      <p:sp>
        <p:nvSpPr>
          <p:cNvPr id="123" name="Retângulo: Cantos Arredondados 122">
            <a:extLst>
              <a:ext uri="{FF2B5EF4-FFF2-40B4-BE49-F238E27FC236}">
                <a16:creationId xmlns:a16="http://schemas.microsoft.com/office/drawing/2014/main" id="{528DBF5D-6C42-B157-F7A0-E2E01F23595A}"/>
              </a:ext>
            </a:extLst>
          </p:cNvPr>
          <p:cNvSpPr/>
          <p:nvPr/>
        </p:nvSpPr>
        <p:spPr>
          <a:xfrm>
            <a:off x="8923137" y="77045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A056D77C-45CF-6F1C-FAB0-7D0D957EAEAC}"/>
              </a:ext>
            </a:extLst>
          </p:cNvPr>
          <p:cNvSpPr txBox="1"/>
          <p:nvPr/>
        </p:nvSpPr>
        <p:spPr>
          <a:xfrm>
            <a:off x="8829109" y="739678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Controles</a:t>
            </a:r>
          </a:p>
        </p:txBody>
      </p:sp>
      <p:sp>
        <p:nvSpPr>
          <p:cNvPr id="125" name="CaixaDeTexto 124">
            <a:extLst>
              <a:ext uri="{FF2B5EF4-FFF2-40B4-BE49-F238E27FC236}">
                <a16:creationId xmlns:a16="http://schemas.microsoft.com/office/drawing/2014/main" id="{A03089B6-6DA1-229C-D83A-F32E4B59CFF7}"/>
              </a:ext>
            </a:extLst>
          </p:cNvPr>
          <p:cNvSpPr txBox="1"/>
          <p:nvPr/>
        </p:nvSpPr>
        <p:spPr>
          <a:xfrm>
            <a:off x="2588665" y="737495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Ct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médio</a:t>
            </a:r>
          </a:p>
        </p:txBody>
      </p:sp>
      <p:sp>
        <p:nvSpPr>
          <p:cNvPr id="126" name="Retângulo: Cantos Arredondados 125">
            <a:extLst>
              <a:ext uri="{FF2B5EF4-FFF2-40B4-BE49-F238E27FC236}">
                <a16:creationId xmlns:a16="http://schemas.microsoft.com/office/drawing/2014/main" id="{14DBB9C0-7447-215A-14B6-1C11A75EF03A}"/>
              </a:ext>
            </a:extLst>
          </p:cNvPr>
          <p:cNvSpPr/>
          <p:nvPr/>
        </p:nvSpPr>
        <p:spPr>
          <a:xfrm>
            <a:off x="2659253" y="76918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21,5</a:t>
            </a:r>
          </a:p>
        </p:txBody>
      </p:sp>
      <p:sp>
        <p:nvSpPr>
          <p:cNvPr id="127" name="Retângulo: Cantos Arredondados 126">
            <a:extLst>
              <a:ext uri="{FF2B5EF4-FFF2-40B4-BE49-F238E27FC236}">
                <a16:creationId xmlns:a16="http://schemas.microsoft.com/office/drawing/2014/main" id="{3BA127E7-55A8-562B-E4DC-B6DF9C4D8042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8" name="Triângulo isósceles 127">
            <a:extLst>
              <a:ext uri="{FF2B5EF4-FFF2-40B4-BE49-F238E27FC236}">
                <a16:creationId xmlns:a16="http://schemas.microsoft.com/office/drawing/2014/main" id="{FA3E1939-6898-4D50-CA0F-C6300D833285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9" name="Triângulo isósceles 128">
            <a:extLst>
              <a:ext uri="{FF2B5EF4-FFF2-40B4-BE49-F238E27FC236}">
                <a16:creationId xmlns:a16="http://schemas.microsoft.com/office/drawing/2014/main" id="{F0A5E2C3-5CDC-5C38-BEFC-8EDA47E8A42A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0" name="Retângulo: Cantos Arredondados 129">
            <a:extLst>
              <a:ext uri="{FF2B5EF4-FFF2-40B4-BE49-F238E27FC236}">
                <a16:creationId xmlns:a16="http://schemas.microsoft.com/office/drawing/2014/main" id="{2A9FEBB2-86B9-52E9-B172-0F38F6D33647}"/>
              </a:ext>
            </a:extLst>
          </p:cNvPr>
          <p:cNvSpPr/>
          <p:nvPr/>
        </p:nvSpPr>
        <p:spPr>
          <a:xfrm>
            <a:off x="12130336" y="2879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24C8F8E-03DD-6F6A-BEB5-B7D2DDFC4D44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829E504-C8D4-881D-23FB-22DB5F979FB8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" name="Gráfico 4" descr="Aviso estrutura de tópicos">
              <a:extLst>
                <a:ext uri="{FF2B5EF4-FFF2-40B4-BE49-F238E27FC236}">
                  <a16:creationId xmlns:a16="http://schemas.microsoft.com/office/drawing/2014/main" id="{FBEFBA48-DC37-FD0B-5EE7-94FA40866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1" name="Agrupar 70">
              <a:extLst>
                <a:ext uri="{FF2B5EF4-FFF2-40B4-BE49-F238E27FC236}">
                  <a16:creationId xmlns:a16="http://schemas.microsoft.com/office/drawing/2014/main" id="{C89340D4-1064-0FF6-4A82-A8505E7F42B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81" name="Gráfico 80" descr="Casinha de cachorro estrutura de tópicos">
                <a:extLst>
                  <a:ext uri="{FF2B5EF4-FFF2-40B4-BE49-F238E27FC236}">
                    <a16:creationId xmlns:a16="http://schemas.microsoft.com/office/drawing/2014/main" id="{90D72B28-2E88-C260-D656-976D73EA35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82" name="CaixaDeTexto 81">
                <a:extLst>
                  <a:ext uri="{FF2B5EF4-FFF2-40B4-BE49-F238E27FC236}">
                    <a16:creationId xmlns:a16="http://schemas.microsoft.com/office/drawing/2014/main" id="{41233A90-3CFF-B92E-9339-803C843AE4FB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80" name="Gráfico 79" descr="Área de Transferência estrutura de tópicos">
              <a:extLst>
                <a:ext uri="{FF2B5EF4-FFF2-40B4-BE49-F238E27FC236}">
                  <a16:creationId xmlns:a16="http://schemas.microsoft.com/office/drawing/2014/main" id="{F91662B4-150E-8C64-B467-4C747871E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7287397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09B44-5D96-876B-8FB0-0FFFBB64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D5641A6-3C5E-5F44-D2E0-37CF682B25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89051E8-BB14-A33B-3D49-1A38FBECC73B}"/>
              </a:ext>
            </a:extLst>
          </p:cNvPr>
          <p:cNvGrpSpPr/>
          <p:nvPr/>
        </p:nvGrpSpPr>
        <p:grpSpPr>
          <a:xfrm>
            <a:off x="2425801" y="674131"/>
            <a:ext cx="9677197" cy="6110906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12713CD3-8475-F172-5684-84EBD7C977B9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1FA6FD8B-F4B8-D066-7B9E-472417BA30BD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7AD4655C-D508-527E-CFAB-7A7041E6DE45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F9DA2A68-A875-4409-5B22-7D4E55E30C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DDE403B-D070-C3BE-B1A2-F4F44CED78B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72C37F0-E8C4-B902-36BA-C21318CDD7D9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B9431E4D-8711-0FA6-9C0D-71ACCEEC37FF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7A9559D0-A923-3622-8A78-7B7E7537D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97A8AFD-1586-3200-F220-171D7C965F98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AF2EE08-B43F-5A26-F2B6-0798C74D2072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6EE9D4C-2537-53B7-0E1F-E17E0599501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729EFB27-A317-E6E6-74B3-549D42A4E2F9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7B60CD4-F7C8-541C-D671-D31A0EF405C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60D4BC44-4D76-F660-B9B4-9CA803F7D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2A0AD5E6-99B5-2EEE-CFCC-1827E8AF3B25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9FFE5E5B-12D7-CA2C-3758-1939C6513FE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FB97341-ABC5-F6F7-08E0-74AAF170F82F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1C3F40B5-33C3-50A5-652B-E4A9D5C4F622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5BB2577E-33DB-E254-8BC4-5CEB301C5D4B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D7A776E-8B0C-0EAE-7484-FD111396071E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858C1DCD-A44E-B00E-B468-146ECB658B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68EDC1E9-967F-3DA4-E4C8-D27778786980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F10740CC-10A5-0F56-F8D0-7EB453555CD1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50D4A6F5-15C5-3316-10EF-371BD56EDE70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8BEB928-D987-D5C3-720E-D745622E6363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1E4CEA54-227B-B018-DDC4-66B4B9954AD6}"/>
              </a:ext>
            </a:extLst>
          </p:cNvPr>
          <p:cNvSpPr/>
          <p:nvPr/>
        </p:nvSpPr>
        <p:spPr>
          <a:xfrm>
            <a:off x="2581274" y="1405715"/>
            <a:ext cx="9382125" cy="1212148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graphicFrame>
        <p:nvGraphicFramePr>
          <p:cNvPr id="55" name="Tabela 54">
            <a:extLst>
              <a:ext uri="{FF2B5EF4-FFF2-40B4-BE49-F238E27FC236}">
                <a16:creationId xmlns:a16="http://schemas.microsoft.com/office/drawing/2014/main" id="{A962CA8E-24FB-4CC5-B0F1-6B416FC65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07518"/>
              </p:ext>
            </p:extLst>
          </p:nvPr>
        </p:nvGraphicFramePr>
        <p:xfrm>
          <a:off x="2581273" y="2675827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3173073353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250406430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3009915241"/>
                    </a:ext>
                  </a:extLst>
                </a:gridCol>
                <a:gridCol w="1338000">
                  <a:extLst>
                    <a:ext uri="{9D8B030D-6E8A-4147-A177-3AD203B41FA5}">
                      <a16:colId xmlns:a16="http://schemas.microsoft.com/office/drawing/2014/main" val="2510029262"/>
                    </a:ext>
                  </a:extLst>
                </a:gridCol>
                <a:gridCol w="2045280">
                  <a:extLst>
                    <a:ext uri="{9D8B030D-6E8A-4147-A177-3AD203B41FA5}">
                      <a16:colId xmlns:a16="http://schemas.microsoft.com/office/drawing/2014/main" val="2071065195"/>
                    </a:ext>
                  </a:extLst>
                </a:gridCol>
                <a:gridCol w="1264921">
                  <a:extLst>
                    <a:ext uri="{9D8B030D-6E8A-4147-A177-3AD203B41FA5}">
                      <a16:colId xmlns:a16="http://schemas.microsoft.com/office/drawing/2014/main" val="3813330513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Baço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cPCR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Negativo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979025"/>
                  </a:ext>
                </a:extLst>
              </a:tr>
            </a:tbl>
          </a:graphicData>
        </a:graphic>
      </p:graphicFrame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5CC359D0-2D89-1A6E-208B-4C14201CD460}"/>
              </a:ext>
            </a:extLst>
          </p:cNvPr>
          <p:cNvSpPr/>
          <p:nvPr/>
        </p:nvSpPr>
        <p:spPr>
          <a:xfrm>
            <a:off x="2596578" y="3239677"/>
            <a:ext cx="9382125" cy="269289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09063B10-F9E4-696F-0B5F-4CF08C1A6128}"/>
              </a:ext>
            </a:extLst>
          </p:cNvPr>
          <p:cNvSpPr txBox="1"/>
          <p:nvPr/>
        </p:nvSpPr>
        <p:spPr>
          <a:xfrm>
            <a:off x="10919961" y="337022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81" name="Gráfico 80" descr="Lápis com preenchimento sólido">
            <a:extLst>
              <a:ext uri="{FF2B5EF4-FFF2-40B4-BE49-F238E27FC236}">
                <a16:creationId xmlns:a16="http://schemas.microsoft.com/office/drawing/2014/main" id="{9B96DA72-8D17-0877-45E7-836AEADE8D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51707" y="3396403"/>
            <a:ext cx="198827" cy="198827"/>
          </a:xfrm>
          <a:prstGeom prst="rect">
            <a:avLst/>
          </a:prstGeom>
        </p:spPr>
      </p:pic>
      <p:pic>
        <p:nvPicPr>
          <p:cNvPr id="82" name="Gráfico 81" descr="Lixo com preenchimento sólido">
            <a:extLst>
              <a:ext uri="{FF2B5EF4-FFF2-40B4-BE49-F238E27FC236}">
                <a16:creationId xmlns:a16="http://schemas.microsoft.com/office/drawing/2014/main" id="{88F2BD05-FF3C-EB5E-5F62-91998BD849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23365" y="3396404"/>
            <a:ext cx="198827" cy="198827"/>
          </a:xfrm>
          <a:prstGeom prst="rect">
            <a:avLst/>
          </a:prstGeom>
        </p:spPr>
      </p:pic>
      <p:cxnSp>
        <p:nvCxnSpPr>
          <p:cNvPr id="83" name="Conector reto 82">
            <a:extLst>
              <a:ext uri="{FF2B5EF4-FFF2-40B4-BE49-F238E27FC236}">
                <a16:creationId xmlns:a16="http://schemas.microsoft.com/office/drawing/2014/main" id="{4C0380B7-ED50-AA0E-B6EF-26E39B1654FA}"/>
              </a:ext>
            </a:extLst>
          </p:cNvPr>
          <p:cNvCxnSpPr>
            <a:cxnSpLocks/>
          </p:cNvCxnSpPr>
          <p:nvPr/>
        </p:nvCxnSpPr>
        <p:spPr>
          <a:xfrm>
            <a:off x="2658665" y="357618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05F807B6-CAC2-7F93-95FF-41C0B29F82CA}"/>
              </a:ext>
            </a:extLst>
          </p:cNvPr>
          <p:cNvSpPr txBox="1"/>
          <p:nvPr/>
        </p:nvSpPr>
        <p:spPr>
          <a:xfrm>
            <a:off x="2603370" y="327392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BE1381AC-F4E2-6FBC-4592-73934FC52C48}"/>
              </a:ext>
            </a:extLst>
          </p:cNvPr>
          <p:cNvSpPr txBox="1"/>
          <p:nvPr/>
        </p:nvSpPr>
        <p:spPr>
          <a:xfrm>
            <a:off x="2594128" y="365712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86" name="Retângulo: Cantos Arredondados 85">
            <a:extLst>
              <a:ext uri="{FF2B5EF4-FFF2-40B4-BE49-F238E27FC236}">
                <a16:creationId xmlns:a16="http://schemas.microsoft.com/office/drawing/2014/main" id="{631AA360-C73E-1D6D-1894-AE829AF18F81}"/>
              </a:ext>
            </a:extLst>
          </p:cNvPr>
          <p:cNvSpPr/>
          <p:nvPr/>
        </p:nvSpPr>
        <p:spPr>
          <a:xfrm>
            <a:off x="2679107" y="396810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003</a:t>
            </a: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3D224160-048A-1A5E-C2A5-89B668734181}"/>
              </a:ext>
            </a:extLst>
          </p:cNvPr>
          <p:cNvSpPr/>
          <p:nvPr/>
        </p:nvSpPr>
        <p:spPr>
          <a:xfrm>
            <a:off x="3740949" y="396490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96C8466A-77CB-51DA-19AD-23A5F3939202}"/>
              </a:ext>
            </a:extLst>
          </p:cNvPr>
          <p:cNvSpPr txBox="1"/>
          <p:nvPr/>
        </p:nvSpPr>
        <p:spPr>
          <a:xfrm>
            <a:off x="3646921" y="36571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CA2BD5AE-A623-0839-18D8-D365776C49D8}"/>
              </a:ext>
            </a:extLst>
          </p:cNvPr>
          <p:cNvSpPr txBox="1"/>
          <p:nvPr/>
        </p:nvSpPr>
        <p:spPr>
          <a:xfrm>
            <a:off x="5337328" y="365712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1B317F1C-0FAE-B627-F4BA-D03EAE20DD16}"/>
              </a:ext>
            </a:extLst>
          </p:cNvPr>
          <p:cNvSpPr/>
          <p:nvPr/>
        </p:nvSpPr>
        <p:spPr>
          <a:xfrm>
            <a:off x="5422307" y="3968101"/>
            <a:ext cx="18112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A725BAD6-6C95-A86C-13E5-4E39DF619C3D}"/>
              </a:ext>
            </a:extLst>
          </p:cNvPr>
          <p:cNvSpPr/>
          <p:nvPr/>
        </p:nvSpPr>
        <p:spPr>
          <a:xfrm>
            <a:off x="7373150" y="3964906"/>
            <a:ext cx="130744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BB6DF19C-D68C-C217-1487-4ECD4B4D967A}"/>
              </a:ext>
            </a:extLst>
          </p:cNvPr>
          <p:cNvSpPr txBox="1"/>
          <p:nvPr/>
        </p:nvSpPr>
        <p:spPr>
          <a:xfrm>
            <a:off x="7279121" y="36571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Técnica</a:t>
            </a:r>
          </a:p>
        </p:txBody>
      </p:sp>
      <p:sp>
        <p:nvSpPr>
          <p:cNvPr id="93" name="Retângulo: Cantos Arredondados 92">
            <a:extLst>
              <a:ext uri="{FF2B5EF4-FFF2-40B4-BE49-F238E27FC236}">
                <a16:creationId xmlns:a16="http://schemas.microsoft.com/office/drawing/2014/main" id="{0C2A9514-2CEE-F40E-3DB7-2A03034ABA62}"/>
              </a:ext>
            </a:extLst>
          </p:cNvPr>
          <p:cNvSpPr/>
          <p:nvPr/>
        </p:nvSpPr>
        <p:spPr>
          <a:xfrm>
            <a:off x="8820949" y="396490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3D2E5110-78E2-FF9D-C91C-4762A4EF9959}"/>
              </a:ext>
            </a:extLst>
          </p:cNvPr>
          <p:cNvSpPr txBox="1"/>
          <p:nvPr/>
        </p:nvSpPr>
        <p:spPr>
          <a:xfrm>
            <a:off x="8726921" y="36571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7AED418A-194B-EF2F-717F-489F6D00FBAD}"/>
              </a:ext>
            </a:extLst>
          </p:cNvPr>
          <p:cNvSpPr txBox="1"/>
          <p:nvPr/>
        </p:nvSpPr>
        <p:spPr>
          <a:xfrm>
            <a:off x="2588665" y="439045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Data da realização</a:t>
            </a:r>
          </a:p>
        </p:txBody>
      </p:sp>
      <p:sp>
        <p:nvSpPr>
          <p:cNvPr id="96" name="Retângulo: Cantos Arredondados 95">
            <a:extLst>
              <a:ext uri="{FF2B5EF4-FFF2-40B4-BE49-F238E27FC236}">
                <a16:creationId xmlns:a16="http://schemas.microsoft.com/office/drawing/2014/main" id="{7A642B57-74A4-3948-4CB2-E77CF8E6FFBF}"/>
              </a:ext>
            </a:extLst>
          </p:cNvPr>
          <p:cNvSpPr/>
          <p:nvPr/>
        </p:nvSpPr>
        <p:spPr>
          <a:xfrm>
            <a:off x="2659253" y="47073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01/02/2025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F78DE153-1705-D9E1-BAC4-008B101710A0}"/>
              </a:ext>
            </a:extLst>
          </p:cNvPr>
          <p:cNvSpPr txBox="1"/>
          <p:nvPr/>
        </p:nvSpPr>
        <p:spPr>
          <a:xfrm>
            <a:off x="5706216" y="439958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Agente</a:t>
            </a:r>
          </a:p>
        </p:txBody>
      </p:sp>
      <p:sp>
        <p:nvSpPr>
          <p:cNvPr id="98" name="Retângulo: Cantos Arredondados 97">
            <a:extLst>
              <a:ext uri="{FF2B5EF4-FFF2-40B4-BE49-F238E27FC236}">
                <a16:creationId xmlns:a16="http://schemas.microsoft.com/office/drawing/2014/main" id="{F6213D38-331F-D76D-C772-D3E8CD51B112}"/>
              </a:ext>
            </a:extLst>
          </p:cNvPr>
          <p:cNvSpPr/>
          <p:nvPr/>
        </p:nvSpPr>
        <p:spPr>
          <a:xfrm>
            <a:off x="5791195" y="471055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Vírus da cinomose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99" name="Retângulo: Cantos Arredondados 98">
            <a:extLst>
              <a:ext uri="{FF2B5EF4-FFF2-40B4-BE49-F238E27FC236}">
                <a16:creationId xmlns:a16="http://schemas.microsoft.com/office/drawing/2014/main" id="{F68B4CB2-7DA8-C9A1-8E5D-6DF0A0BF2DA6}"/>
              </a:ext>
            </a:extLst>
          </p:cNvPr>
          <p:cNvSpPr/>
          <p:nvPr/>
        </p:nvSpPr>
        <p:spPr>
          <a:xfrm>
            <a:off x="8923137" y="47073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 gene </a:t>
            </a:r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82B80FE1-8FF3-85B2-F363-B73CE52191EE}"/>
              </a:ext>
            </a:extLst>
          </p:cNvPr>
          <p:cNvSpPr txBox="1"/>
          <p:nvPr/>
        </p:nvSpPr>
        <p:spPr>
          <a:xfrm>
            <a:off x="8829109" y="439958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Gene-alvo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B7A5EF0B-2DB9-6CF7-9505-59BCF98A062B}"/>
              </a:ext>
            </a:extLst>
          </p:cNvPr>
          <p:cNvSpPr txBox="1"/>
          <p:nvPr/>
        </p:nvSpPr>
        <p:spPr>
          <a:xfrm>
            <a:off x="5706216" y="5161584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Cópias estimadas (/µL)</a:t>
            </a:r>
          </a:p>
        </p:txBody>
      </p:sp>
      <p:sp>
        <p:nvSpPr>
          <p:cNvPr id="103" name="Retângulo: Cantos Arredondados 102">
            <a:extLst>
              <a:ext uri="{FF2B5EF4-FFF2-40B4-BE49-F238E27FC236}">
                <a16:creationId xmlns:a16="http://schemas.microsoft.com/office/drawing/2014/main" id="{B26357FE-665A-474D-52B5-660CAA03BEA0}"/>
              </a:ext>
            </a:extLst>
          </p:cNvPr>
          <p:cNvSpPr/>
          <p:nvPr/>
        </p:nvSpPr>
        <p:spPr>
          <a:xfrm>
            <a:off x="5791195" y="5472556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2,3e5</a:t>
            </a:r>
          </a:p>
        </p:txBody>
      </p:sp>
      <p:sp>
        <p:nvSpPr>
          <p:cNvPr id="104" name="Retângulo: Cantos Arredondados 103">
            <a:extLst>
              <a:ext uri="{FF2B5EF4-FFF2-40B4-BE49-F238E27FC236}">
                <a16:creationId xmlns:a16="http://schemas.microsoft.com/office/drawing/2014/main" id="{41AB9E6B-7555-BD6A-15DC-7CA7000DF010}"/>
              </a:ext>
            </a:extLst>
          </p:cNvPr>
          <p:cNvSpPr/>
          <p:nvPr/>
        </p:nvSpPr>
        <p:spPr>
          <a:xfrm>
            <a:off x="8923137" y="54693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770190A6-4910-5B87-FE23-0019ABBAF8AA}"/>
              </a:ext>
            </a:extLst>
          </p:cNvPr>
          <p:cNvSpPr txBox="1"/>
          <p:nvPr/>
        </p:nvSpPr>
        <p:spPr>
          <a:xfrm>
            <a:off x="8829109" y="5161584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Controles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17AC9637-534D-E1ED-FE72-664ACFD2211B}"/>
              </a:ext>
            </a:extLst>
          </p:cNvPr>
          <p:cNvSpPr txBox="1"/>
          <p:nvPr/>
        </p:nvSpPr>
        <p:spPr>
          <a:xfrm>
            <a:off x="2588665" y="513975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Ct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médio</a:t>
            </a:r>
          </a:p>
        </p:txBody>
      </p:sp>
      <p:sp>
        <p:nvSpPr>
          <p:cNvPr id="108" name="Retângulo: Cantos Arredondados 107">
            <a:extLst>
              <a:ext uri="{FF2B5EF4-FFF2-40B4-BE49-F238E27FC236}">
                <a16:creationId xmlns:a16="http://schemas.microsoft.com/office/drawing/2014/main" id="{764DD7BA-95E2-1A34-FDF5-6546B91A8179}"/>
              </a:ext>
            </a:extLst>
          </p:cNvPr>
          <p:cNvSpPr/>
          <p:nvPr/>
        </p:nvSpPr>
        <p:spPr>
          <a:xfrm>
            <a:off x="2659253" y="5456661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21,5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ADE01288-4B68-BFE7-735A-AA4231DF81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1409019"/>
              </p:ext>
            </p:extLst>
          </p:nvPr>
        </p:nvGraphicFramePr>
        <p:xfrm>
          <a:off x="2581195" y="6028755"/>
          <a:ext cx="9382126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845">
                  <a:extLst>
                    <a:ext uri="{9D8B030D-6E8A-4147-A177-3AD203B41FA5}">
                      <a16:colId xmlns:a16="http://schemas.microsoft.com/office/drawing/2014/main" val="1591100268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3699419514"/>
                    </a:ext>
                  </a:extLst>
                </a:gridCol>
                <a:gridCol w="2026920">
                  <a:extLst>
                    <a:ext uri="{9D8B030D-6E8A-4147-A177-3AD203B41FA5}">
                      <a16:colId xmlns:a16="http://schemas.microsoft.com/office/drawing/2014/main" val="2855731876"/>
                    </a:ext>
                  </a:extLst>
                </a:gridCol>
                <a:gridCol w="1338000">
                  <a:extLst>
                    <a:ext uri="{9D8B030D-6E8A-4147-A177-3AD203B41FA5}">
                      <a16:colId xmlns:a16="http://schemas.microsoft.com/office/drawing/2014/main" val="3381859657"/>
                    </a:ext>
                  </a:extLst>
                </a:gridCol>
                <a:gridCol w="2045280">
                  <a:extLst>
                    <a:ext uri="{9D8B030D-6E8A-4147-A177-3AD203B41FA5}">
                      <a16:colId xmlns:a16="http://schemas.microsoft.com/office/drawing/2014/main" val="423085939"/>
                    </a:ext>
                  </a:extLst>
                </a:gridCol>
                <a:gridCol w="1264921">
                  <a:extLst>
                    <a:ext uri="{9D8B030D-6E8A-4147-A177-3AD203B41FA5}">
                      <a16:colId xmlns:a16="http://schemas.microsoft.com/office/drawing/2014/main" val="2694120327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Sangue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qPCR</a:t>
                      </a:r>
                      <a:endParaRPr lang="pt-BR" sz="14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Negativo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637094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36382F1-3D9B-CD6A-202C-8AD79BC5EA49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riângulo isósceles 6">
            <a:extLst>
              <a:ext uri="{FF2B5EF4-FFF2-40B4-BE49-F238E27FC236}">
                <a16:creationId xmlns:a16="http://schemas.microsoft.com/office/drawing/2014/main" id="{2A43B6C5-2781-9451-AF7B-2B60D83341A7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riângulo isósceles 8">
            <a:extLst>
              <a:ext uri="{FF2B5EF4-FFF2-40B4-BE49-F238E27FC236}">
                <a16:creationId xmlns:a16="http://schemas.microsoft.com/office/drawing/2014/main" id="{BD06BB2A-3F78-FDA2-A34E-BBEBE7A71019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40C0F90D-DEEF-470F-34D1-580735F27B86}"/>
              </a:ext>
            </a:extLst>
          </p:cNvPr>
          <p:cNvSpPr/>
          <p:nvPr/>
        </p:nvSpPr>
        <p:spPr>
          <a:xfrm>
            <a:off x="12130336" y="4784249"/>
            <a:ext cx="45719" cy="195982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680D769-E3A3-D22E-FD64-154330DDDDC9}"/>
              </a:ext>
            </a:extLst>
          </p:cNvPr>
          <p:cNvSpPr txBox="1"/>
          <p:nvPr/>
        </p:nvSpPr>
        <p:spPr>
          <a:xfrm>
            <a:off x="10904657" y="152846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11" name="Gráfico 10" descr="Lápis com preenchimento sólido">
            <a:extLst>
              <a:ext uri="{FF2B5EF4-FFF2-40B4-BE49-F238E27FC236}">
                <a16:creationId xmlns:a16="http://schemas.microsoft.com/office/drawing/2014/main" id="{43C62B42-FB61-864E-1FE6-6676E62F15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436403" y="1554643"/>
            <a:ext cx="198827" cy="198827"/>
          </a:xfrm>
          <a:prstGeom prst="rect">
            <a:avLst/>
          </a:prstGeom>
        </p:spPr>
      </p:pic>
      <p:pic>
        <p:nvPicPr>
          <p:cNvPr id="13" name="Gráfico 12" descr="Lixo com preenchimento sólido">
            <a:extLst>
              <a:ext uri="{FF2B5EF4-FFF2-40B4-BE49-F238E27FC236}">
                <a16:creationId xmlns:a16="http://schemas.microsoft.com/office/drawing/2014/main" id="{2FA9050E-7DC8-6FF0-5B13-52959FAAEC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08061" y="1554644"/>
            <a:ext cx="198827" cy="198827"/>
          </a:xfrm>
          <a:prstGeom prst="rect">
            <a:avLst/>
          </a:prstGeom>
        </p:spPr>
      </p:pic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7A05E04F-C6FA-EEDB-E019-07E0781DFB6C}"/>
              </a:ext>
            </a:extLst>
          </p:cNvPr>
          <p:cNvCxnSpPr>
            <a:cxnSpLocks/>
          </p:cNvCxnSpPr>
          <p:nvPr/>
        </p:nvCxnSpPr>
        <p:spPr>
          <a:xfrm>
            <a:off x="2643361" y="1734420"/>
            <a:ext cx="76766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3B5777F9-9C99-AF04-9010-FA49B4CCFE02}"/>
              </a:ext>
            </a:extLst>
          </p:cNvPr>
          <p:cNvSpPr txBox="1"/>
          <p:nvPr/>
        </p:nvSpPr>
        <p:spPr>
          <a:xfrm>
            <a:off x="2588066" y="143216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 DO EXAME DA AMOSTRA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9DC31F62-0975-9182-808E-88B5CB226B19}"/>
              </a:ext>
            </a:extLst>
          </p:cNvPr>
          <p:cNvSpPr txBox="1"/>
          <p:nvPr/>
        </p:nvSpPr>
        <p:spPr>
          <a:xfrm>
            <a:off x="2578824" y="18153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C79CD096-9508-60B3-0E7C-847062D7F9B3}"/>
              </a:ext>
            </a:extLst>
          </p:cNvPr>
          <p:cNvSpPr/>
          <p:nvPr/>
        </p:nvSpPr>
        <p:spPr>
          <a:xfrm>
            <a:off x="2663803" y="2126341"/>
            <a:ext cx="941142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001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690BBAD6-1C0E-AF63-7814-9FCBFB3052FA}"/>
              </a:ext>
            </a:extLst>
          </p:cNvPr>
          <p:cNvSpPr/>
          <p:nvPr/>
        </p:nvSpPr>
        <p:spPr>
          <a:xfrm>
            <a:off x="3725645" y="2123146"/>
            <a:ext cx="156065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XYZ-001</a:t>
            </a:r>
            <a:r>
              <a:rPr lang="pt-BR" sz="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 sz="8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FF18168-412E-04E6-4D86-C68A2F55BF95}"/>
              </a:ext>
            </a:extLst>
          </p:cNvPr>
          <p:cNvSpPr txBox="1"/>
          <p:nvPr/>
        </p:nvSpPr>
        <p:spPr>
          <a:xfrm>
            <a:off x="36316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09B906E-112A-565A-54FC-73F3571E0053}"/>
              </a:ext>
            </a:extLst>
          </p:cNvPr>
          <p:cNvSpPr txBox="1"/>
          <p:nvPr/>
        </p:nvSpPr>
        <p:spPr>
          <a:xfrm>
            <a:off x="5322024" y="1815369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Tipo da amostra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E1853FD6-CB9A-41E3-5309-FA1EFD06CDAB}"/>
              </a:ext>
            </a:extLst>
          </p:cNvPr>
          <p:cNvSpPr/>
          <p:nvPr/>
        </p:nvSpPr>
        <p:spPr>
          <a:xfrm>
            <a:off x="5407003" y="2126341"/>
            <a:ext cx="181124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AD5AE350-00D2-6DCD-2AD2-8756F1054D1D}"/>
              </a:ext>
            </a:extLst>
          </p:cNvPr>
          <p:cNvSpPr/>
          <p:nvPr/>
        </p:nvSpPr>
        <p:spPr>
          <a:xfrm>
            <a:off x="7357846" y="2123146"/>
            <a:ext cx="1307440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1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8927835-CF6E-C4F9-C64F-FB756FE08F34}"/>
              </a:ext>
            </a:extLst>
          </p:cNvPr>
          <p:cNvSpPr txBox="1"/>
          <p:nvPr/>
        </p:nvSpPr>
        <p:spPr>
          <a:xfrm>
            <a:off x="72638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Técnica</a:t>
            </a:r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579B1029-F3B9-2ACF-D780-2195DEEE83E5}"/>
              </a:ext>
            </a:extLst>
          </p:cNvPr>
          <p:cNvSpPr/>
          <p:nvPr/>
        </p:nvSpPr>
        <p:spPr>
          <a:xfrm>
            <a:off x="8805645" y="2123146"/>
            <a:ext cx="172461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434E6F59-460F-09E9-040B-70E447A8D6B5}"/>
              </a:ext>
            </a:extLst>
          </p:cNvPr>
          <p:cNvSpPr txBox="1"/>
          <p:nvPr/>
        </p:nvSpPr>
        <p:spPr>
          <a:xfrm>
            <a:off x="8711617" y="181536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</a:t>
            </a:r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9A1492FB-66DA-0A73-3531-D61C0E6E346D}"/>
              </a:ext>
            </a:extLst>
          </p:cNvPr>
          <p:cNvCxnSpPr>
            <a:cxnSpLocks/>
          </p:cNvCxnSpPr>
          <p:nvPr/>
        </p:nvCxnSpPr>
        <p:spPr>
          <a:xfrm>
            <a:off x="2646683" y="2548439"/>
            <a:ext cx="9226010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tângulo 44">
            <a:extLst>
              <a:ext uri="{FF2B5EF4-FFF2-40B4-BE49-F238E27FC236}">
                <a16:creationId xmlns:a16="http://schemas.microsoft.com/office/drawing/2014/main" id="{1FDE8CE7-C065-9D11-0D06-D82999DFAC83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8F6002A0-A67C-48E6-D0FD-EF697D20A7B5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7" name="Gráfico 46" descr="Aviso estrutura de tópicos">
              <a:extLst>
                <a:ext uri="{FF2B5EF4-FFF2-40B4-BE49-F238E27FC236}">
                  <a16:creationId xmlns:a16="http://schemas.microsoft.com/office/drawing/2014/main" id="{E4517D35-C9D6-EC87-9366-DB855A6F6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49" name="Agrupar 48">
              <a:extLst>
                <a:ext uri="{FF2B5EF4-FFF2-40B4-BE49-F238E27FC236}">
                  <a16:creationId xmlns:a16="http://schemas.microsoft.com/office/drawing/2014/main" id="{C11A9D21-4B95-1E87-E615-7BBB11540F35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56" name="Gráfico 55" descr="Casinha de cachorro estrutura de tópicos">
                <a:extLst>
                  <a:ext uri="{FF2B5EF4-FFF2-40B4-BE49-F238E27FC236}">
                    <a16:creationId xmlns:a16="http://schemas.microsoft.com/office/drawing/2014/main" id="{34B8DBB7-9FCA-70B5-C913-196B5CFF57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F38C091D-C2F3-D77D-DC41-B6E5D59A425C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51" name="Gráfico 50" descr="Área de Transferência estrutura de tópicos">
              <a:extLst>
                <a:ext uri="{FF2B5EF4-FFF2-40B4-BE49-F238E27FC236}">
                  <a16:creationId xmlns:a16="http://schemas.microsoft.com/office/drawing/2014/main" id="{C710E1F4-1954-2C53-1D21-3A058AF14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03877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FA416-C552-F01D-2AA2-B46F33D05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88A40F6-0BB9-4AED-0057-D77C830708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1EBBF2CC-6B73-50D4-482F-AA99EA56C70C}"/>
              </a:ext>
            </a:extLst>
          </p:cNvPr>
          <p:cNvSpPr/>
          <p:nvPr/>
        </p:nvSpPr>
        <p:spPr>
          <a:xfrm>
            <a:off x="2425802" y="709930"/>
            <a:ext cx="9677196" cy="6075103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8073A13-3826-7742-6BC4-92082D82CD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3F2889B-41DD-702E-C52B-91A091B8270B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ACD9EA45-F424-96D7-7FD0-EA11FBD52034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E8919AF1-185C-7D5F-DC6D-E3B3DC034B17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5F8B56C4-F37C-CD8E-BC79-4FFD2555C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8F7A9CD2-A616-9D4E-10B6-8CE5CC4043D4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9B5480BC-8E4A-757B-15D3-D0D64CF89694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85E58830-3405-B224-9986-9D87F816664F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6B5F1BB4-3B12-F9BE-13D9-76418B50C2B0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977FA6A-3176-A50A-38B8-5B30ABDE5EA6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28031573-C3A4-2313-B5C3-367D232774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996BE183-A0A7-940B-1199-20FD882043A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2356627-AB65-517B-9473-96A94BD38E16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8E603E8-FE88-810D-83AC-0464738DBBA7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A8DA9E31-A32C-3D1D-4402-B8A908B1BFD4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92B9DB7-EC4D-B82D-FD1E-73F267D2DC60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2A6BB0E0-02AC-456C-7C9C-F32D0C4E82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BE1A1B08-FB2E-8D89-E73F-141695B207D6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4C3BC780-FF18-B9C3-F9A5-FAC747333929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A876E43A-930A-2EE9-BD2E-2BAC22C42AB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7D84E5C6-EC02-B229-09B0-EBA3D90AF9EE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9E39F24-6ECF-F394-31E1-952A01FA2955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2B311A0C-64AF-858E-2208-6997408C7B58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análise de helmintos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7C342725-B108-5524-E7E7-02E6DB05499D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8F3DAEE1-7347-6B3F-48A6-C81CC57AE025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Necrópsia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AED2D41B-6773-7561-4CF3-724330B17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0C4C35E-A38F-A3C1-71A8-C48D98DE7334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A67D706-EE4F-2B54-C899-8483974166B0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3AC8481-B209-7009-2977-552AB674E253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5BF0315-9DF5-807D-B55A-60C48A42C815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457F100A-9888-90B6-577C-A8A84D8CAF41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39155EC-2258-7701-D418-D6AD340E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4DFC02D-C13C-13D8-51AC-5B63C09CE769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90F300-F743-F1FC-F62F-3DBD63317A77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E88B5001-28EB-77B1-33CF-7F447DE3A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440458"/>
              </p:ext>
            </p:extLst>
          </p:nvPr>
        </p:nvGraphicFramePr>
        <p:xfrm>
          <a:off x="2581275" y="3655397"/>
          <a:ext cx="9382124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AH-001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AH-002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AH-003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9881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A2DA5C01-379D-CB50-5474-FC8B45D66F0B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88D9858-202E-6D4F-3D32-2A442CF96687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4BF7F7EC-649F-B060-23E3-C4CA5021D15F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B20CCF04-653F-17A4-5771-9CAAF6760116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Helmintos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13AC996-7893-37D4-F0BE-AD7F4EE16A61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C3C0802C-0E82-1A9A-EF68-011B45A88FFB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18" name="Gráfico 17" descr="Aviso estrutura de tópicos">
              <a:extLst>
                <a:ext uri="{FF2B5EF4-FFF2-40B4-BE49-F238E27FC236}">
                  <a16:creationId xmlns:a16="http://schemas.microsoft.com/office/drawing/2014/main" id="{29BE3A5F-B882-9DDF-8DF4-15395204F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id="{B5508E21-DF8E-C425-D32B-87D429D2DCE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8" name="Gráfico 37" descr="Casinha de cachorro estrutura de tópicos">
                <a:extLst>
                  <a:ext uri="{FF2B5EF4-FFF2-40B4-BE49-F238E27FC236}">
                    <a16:creationId xmlns:a16="http://schemas.microsoft.com/office/drawing/2014/main" id="{B2FAFC62-E40F-6F89-E0AC-78A634FF9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B479E792-C7A7-D786-3969-3846B7E2B6C1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7" name="Gráfico 36" descr="Área de Transferência estrutura de tópicos">
              <a:extLst>
                <a:ext uri="{FF2B5EF4-FFF2-40B4-BE49-F238E27FC236}">
                  <a16:creationId xmlns:a16="http://schemas.microsoft.com/office/drawing/2014/main" id="{9DBE734A-1E6A-F41A-ED20-98F013757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5403441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6ADB-8324-3D00-4B8D-9EFA77CE5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EC03E17F-2A25-A198-8704-9642F5B324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3018E55-4D51-E9F3-F4C1-381562F42DCB}"/>
              </a:ext>
            </a:extLst>
          </p:cNvPr>
          <p:cNvSpPr/>
          <p:nvPr/>
        </p:nvSpPr>
        <p:spPr>
          <a:xfrm>
            <a:off x="2425802" y="709930"/>
            <a:ext cx="9677196" cy="6576238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B0C99968-0D8D-0951-1606-D46B7535C3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0F536145-F689-5E25-4BDF-DCC4A7F6921D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521351C-FEC9-E72A-8A33-7C3525E35D91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22703003-2B7E-F844-DF34-1911731F0F66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E3CB8610-92BB-4C0A-4C79-6ACF1C2F3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181A3FB-7501-DD7F-1B81-27DF660055EB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EFFFA30-8A00-FCFE-C781-453EBD79F7FC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F4780219-6A35-F963-2525-F84244F2A305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412A2352-FAE8-2896-580F-5A22F69F09AF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F634062-9DEF-BC2B-0BA5-6EE5C096C7CC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AAA4F829-A9F1-BB0F-D24F-BC1C454750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A8A1F9DD-E0DF-66A3-23B5-920E120C79A0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DDB97D7F-472A-6AF4-BBF0-BC7D9DA7D270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167D741D-DD18-8017-36CE-5335DE02140A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76BA642-5C85-67A0-EA6F-4497013C40D7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4BAB809-5E4B-35DD-C572-468D11999BBB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32586BED-1961-2B48-9072-E440DE62FA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6579904A-C93B-71FF-F7AE-1B0CCEFC2D0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1C4D39C7-76C3-FEBF-5217-DB195A73CA3F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9A4D3923-0673-8551-A3C8-8F4E25F658CC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95319A69-F90B-60C3-9F57-0BB7F426A469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CCB477F-8106-CBDD-66DC-F2F3F8E401D1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7C043C6-7A70-CBFA-906E-6231D196E02D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análise de helmintos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FA9290A4-9126-E44C-0D85-8BB7ABDE37BB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18FAE0F3-7756-2881-C846-4684003F8A63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Necrópsia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FF856FAC-86D0-1D49-E48F-C094401D6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6581BBD5-0F73-2170-4EBD-5BEC3AEB2EBF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62F254F-8188-A478-C776-38A794FEA6C3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7E327EC-62CF-E71D-B6A7-D210E68D87A4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914718F-085A-6836-31E7-E21AED6E8398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988971AF-BEAD-F80D-48AC-4D99CCAE9623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BCC93D2-7EAA-96E7-EFB7-345F488F5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4D6DF04F-CD9B-E449-8FA1-E5B3CBF02291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F6ECC4D-E553-F8CF-4AD3-8A735834F928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ACC7FAA-C9FA-E658-52FB-3A302CDD7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759310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AH-001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568F71AB-8BF9-FF5E-5A8C-25A1A273BBEC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84A1008-FE2B-56B7-8603-9E5643E8972A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53267A4-019A-453E-BFD3-2DF3BA63C4C3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78FF78DE-E4B9-DC39-D2D6-CB81DBECA010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Helmintos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CFB9C848-E011-D8E3-D82F-DE106C1E1E31}"/>
              </a:ext>
            </a:extLst>
          </p:cNvPr>
          <p:cNvSpPr/>
          <p:nvPr/>
        </p:nvSpPr>
        <p:spPr>
          <a:xfrm>
            <a:off x="2581274" y="47127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366A5065-E20F-FC77-3DA2-48B04A838CF0}"/>
              </a:ext>
            </a:extLst>
          </p:cNvPr>
          <p:cNvSpPr txBox="1"/>
          <p:nvPr/>
        </p:nvSpPr>
        <p:spPr>
          <a:xfrm>
            <a:off x="10752257" y="4835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9" name="Gráfico 38" descr="Lápis com preenchimento sólido">
            <a:extLst>
              <a:ext uri="{FF2B5EF4-FFF2-40B4-BE49-F238E27FC236}">
                <a16:creationId xmlns:a16="http://schemas.microsoft.com/office/drawing/2014/main" id="{088234A7-37FA-C52E-6C5F-32C78164F99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61723"/>
            <a:ext cx="198827" cy="198827"/>
          </a:xfrm>
          <a:prstGeom prst="rect">
            <a:avLst/>
          </a:prstGeom>
        </p:spPr>
      </p:pic>
      <p:pic>
        <p:nvPicPr>
          <p:cNvPr id="40" name="Gráfico 39" descr="Lixo com preenchimento sólido">
            <a:extLst>
              <a:ext uri="{FF2B5EF4-FFF2-40B4-BE49-F238E27FC236}">
                <a16:creationId xmlns:a16="http://schemas.microsoft.com/office/drawing/2014/main" id="{03E012C6-6BB1-D4EF-982C-440477B62A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61724"/>
            <a:ext cx="198827" cy="198827"/>
          </a:xfrm>
          <a:prstGeom prst="rect">
            <a:avLst/>
          </a:prstGeom>
        </p:spPr>
      </p:pic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66AF1BD8-2BBA-761A-3732-135680F32E95}"/>
              </a:ext>
            </a:extLst>
          </p:cNvPr>
          <p:cNvCxnSpPr>
            <a:cxnSpLocks/>
          </p:cNvCxnSpPr>
          <p:nvPr/>
        </p:nvCxnSpPr>
        <p:spPr>
          <a:xfrm>
            <a:off x="2643361" y="5041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EBB749F8-DEAE-6FC2-730B-3CE69CDB9240}"/>
              </a:ext>
            </a:extLst>
          </p:cNvPr>
          <p:cNvSpPr txBox="1"/>
          <p:nvPr/>
        </p:nvSpPr>
        <p:spPr>
          <a:xfrm>
            <a:off x="2588066" y="473924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HELMINTOS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7A57015D-9063-0048-BE1B-2516B1DB30D6}"/>
              </a:ext>
            </a:extLst>
          </p:cNvPr>
          <p:cNvSpPr txBox="1"/>
          <p:nvPr/>
        </p:nvSpPr>
        <p:spPr>
          <a:xfrm>
            <a:off x="2572773" y="51288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4CD34D25-F7A4-6A75-CE82-7891AC4D6CBB}"/>
              </a:ext>
            </a:extLst>
          </p:cNvPr>
          <p:cNvSpPr/>
          <p:nvPr/>
        </p:nvSpPr>
        <p:spPr>
          <a:xfrm>
            <a:off x="2643361" y="5445806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AH-002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029D156F-E7A8-C2B6-808A-1CAEDD3F1099}"/>
              </a:ext>
            </a:extLst>
          </p:cNvPr>
          <p:cNvSpPr/>
          <p:nvPr/>
        </p:nvSpPr>
        <p:spPr>
          <a:xfrm>
            <a:off x="4344769" y="544580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86E080B6-EA46-A77F-3CA5-3D3C779068D0}"/>
              </a:ext>
            </a:extLst>
          </p:cNvPr>
          <p:cNvSpPr txBox="1"/>
          <p:nvPr/>
        </p:nvSpPr>
        <p:spPr>
          <a:xfrm>
            <a:off x="42507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FF2FEC0-5E1A-9D4A-18C6-03EFE814A89F}"/>
              </a:ext>
            </a:extLst>
          </p:cNvPr>
          <p:cNvSpPr txBox="1"/>
          <p:nvPr/>
        </p:nvSpPr>
        <p:spPr>
          <a:xfrm>
            <a:off x="2572773" y="58721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80377950-EC5F-C160-58E6-738CEFEF4E6B}"/>
              </a:ext>
            </a:extLst>
          </p:cNvPr>
          <p:cNvSpPr/>
          <p:nvPr/>
        </p:nvSpPr>
        <p:spPr>
          <a:xfrm>
            <a:off x="2643361" y="6189051"/>
            <a:ext cx="306980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abc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EBDD082-3CB2-B22B-6C81-1F0B9A4B4078}"/>
              </a:ext>
            </a:extLst>
          </p:cNvPr>
          <p:cNvSpPr txBox="1"/>
          <p:nvPr/>
        </p:nvSpPr>
        <p:spPr>
          <a:xfrm>
            <a:off x="5785873" y="58721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7EBB7C19-77D1-71DD-7D3E-9251A7C0B2C4}"/>
              </a:ext>
            </a:extLst>
          </p:cNvPr>
          <p:cNvSpPr/>
          <p:nvPr/>
        </p:nvSpPr>
        <p:spPr>
          <a:xfrm>
            <a:off x="5852769" y="6189051"/>
            <a:ext cx="146980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EE3BE7A6-AB2B-3AD4-A81E-B1EF6CD618A0}"/>
              </a:ext>
            </a:extLst>
          </p:cNvPr>
          <p:cNvSpPr txBox="1"/>
          <p:nvPr/>
        </p:nvSpPr>
        <p:spPr>
          <a:xfrm>
            <a:off x="7398773" y="58721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F6D306B5-40C0-2EB7-8886-EF301EF7249E}"/>
              </a:ext>
            </a:extLst>
          </p:cNvPr>
          <p:cNvSpPr/>
          <p:nvPr/>
        </p:nvSpPr>
        <p:spPr>
          <a:xfrm>
            <a:off x="7465668" y="6189051"/>
            <a:ext cx="146980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Enviada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3B515AB4-BFD0-ED99-CBF5-BE1523C3E8A6}"/>
              </a:ext>
            </a:extLst>
          </p:cNvPr>
          <p:cNvSpPr txBox="1"/>
          <p:nvPr/>
        </p:nvSpPr>
        <p:spPr>
          <a:xfrm>
            <a:off x="2573361" y="662404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3B8B1731-6D18-2EE1-4316-E49682E792F3}"/>
              </a:ext>
            </a:extLst>
          </p:cNvPr>
          <p:cNvSpPr/>
          <p:nvPr/>
        </p:nvSpPr>
        <p:spPr>
          <a:xfrm>
            <a:off x="2643948" y="6940955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abcd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673EDDE2-C9B7-7282-51B2-07A857ADDF38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4" name="Triângulo isósceles 63">
            <a:extLst>
              <a:ext uri="{FF2B5EF4-FFF2-40B4-BE49-F238E27FC236}">
                <a16:creationId xmlns:a16="http://schemas.microsoft.com/office/drawing/2014/main" id="{30DEADFE-398C-9D5B-5ACF-EE08978025B8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Triângulo isósceles 64">
            <a:extLst>
              <a:ext uri="{FF2B5EF4-FFF2-40B4-BE49-F238E27FC236}">
                <a16:creationId xmlns:a16="http://schemas.microsoft.com/office/drawing/2014/main" id="{C891BACE-021F-653B-3813-977A71141351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0789A0CC-BEC6-A719-668A-1E0562AE20C2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1ADA674-8BBC-3487-73BA-E87982BC6C8E}"/>
              </a:ext>
            </a:extLst>
          </p:cNvPr>
          <p:cNvSpPr txBox="1"/>
          <p:nvPr/>
        </p:nvSpPr>
        <p:spPr>
          <a:xfrm>
            <a:off x="9011673" y="58721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total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B0524BC-B22A-BA19-0120-0BB1931549AF}"/>
              </a:ext>
            </a:extLst>
          </p:cNvPr>
          <p:cNvSpPr/>
          <p:nvPr/>
        </p:nvSpPr>
        <p:spPr>
          <a:xfrm>
            <a:off x="9078568" y="6189051"/>
            <a:ext cx="146980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Enviada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6EE1A8D-5D92-D69E-356A-5DD6D054E295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EE90C4BD-A911-6F6D-B330-42CF7D2BE879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72" name="Gráfico 71" descr="Aviso estrutura de tópicos">
              <a:extLst>
                <a:ext uri="{FF2B5EF4-FFF2-40B4-BE49-F238E27FC236}">
                  <a16:creationId xmlns:a16="http://schemas.microsoft.com/office/drawing/2014/main" id="{464A1C3F-3831-3589-15D7-57B1B21AC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3" name="Agrupar 72">
              <a:extLst>
                <a:ext uri="{FF2B5EF4-FFF2-40B4-BE49-F238E27FC236}">
                  <a16:creationId xmlns:a16="http://schemas.microsoft.com/office/drawing/2014/main" id="{9CFE202A-DD41-C83C-90FD-7F6CF86208F3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76" name="Gráfico 75" descr="Casinha de cachorro estrutura de tópicos">
                <a:extLst>
                  <a:ext uri="{FF2B5EF4-FFF2-40B4-BE49-F238E27FC236}">
                    <a16:creationId xmlns:a16="http://schemas.microsoft.com/office/drawing/2014/main" id="{C4E9ACFA-61C6-0D18-5B80-6956A2D96F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7" name="CaixaDeTexto 76">
                <a:extLst>
                  <a:ext uri="{FF2B5EF4-FFF2-40B4-BE49-F238E27FC236}">
                    <a16:creationId xmlns:a16="http://schemas.microsoft.com/office/drawing/2014/main" id="{C06EFC47-FFD3-81E2-12BC-FCF73FFF54CB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74" name="Gráfico 73" descr="Área de Transferência estrutura de tópicos">
              <a:extLst>
                <a:ext uri="{FF2B5EF4-FFF2-40B4-BE49-F238E27FC236}">
                  <a16:creationId xmlns:a16="http://schemas.microsoft.com/office/drawing/2014/main" id="{D9A3D664-009A-D398-44B3-5926BC5885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6364864-8939-7501-065D-7847403B6FF3}"/>
              </a:ext>
            </a:extLst>
          </p:cNvPr>
          <p:cNvSpPr/>
          <p:nvPr/>
        </p:nvSpPr>
        <p:spPr>
          <a:xfrm>
            <a:off x="7449315" y="5439973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6EF2B86-7EA7-E4B4-66C1-3F686FB4CC4A}"/>
              </a:ext>
            </a:extLst>
          </p:cNvPr>
          <p:cNvSpPr txBox="1"/>
          <p:nvPr/>
        </p:nvSpPr>
        <p:spPr>
          <a:xfrm>
            <a:off x="7355288" y="513219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</p:spTree>
    <p:extLst>
      <p:ext uri="{BB962C8B-B14F-4D97-AF65-F5344CB8AC3E}">
        <p14:creationId xmlns:p14="http://schemas.microsoft.com/office/powerpoint/2010/main" val="426516422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86017-BF1F-908E-C6ED-9F8761122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6066713-9106-E8FE-A03A-54E6186025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23F5BE1A-0E7B-3D5E-0167-B785EF9B9DB8}"/>
              </a:ext>
            </a:extLst>
          </p:cNvPr>
          <p:cNvSpPr/>
          <p:nvPr/>
        </p:nvSpPr>
        <p:spPr>
          <a:xfrm>
            <a:off x="2425802" y="709930"/>
            <a:ext cx="9677196" cy="6057564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8A9429C-93F7-3608-DDD4-7619B20445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2AFDEA23-4A05-B48B-614C-4E3EE15AE0C1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01D75376-D486-49B1-8EF3-7FEFE3DF7238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DEB5F685-E4D5-BD27-4F2C-4FECE2FE4CFB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E4CFAFE4-ABFD-1587-4D6F-391AAD6E92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1ECC7F7-C787-5F61-5AB9-1F8BBFF22098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0195957-02DC-0F3D-4783-4CE95CA09F11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BAA36EEB-9B60-1F34-1EF7-6B0CE0738509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E3DDEB1B-5904-484F-CC4E-346015B4D36D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03FEE76-B687-F9AB-D0A6-5BA17E4F1A64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C6D39E3D-10F1-4B82-59A5-5D4AB140AC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841966B1-0C19-56A0-F884-2AC23103127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7D8E8439-0069-55D8-E41D-96C8AB51DBC0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E4B227AA-757E-E4BD-D286-35BD8712ECD5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E48C1E25-3BD1-29CC-4ACE-8869EBFB80A9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1569670F-12B6-714D-8D63-D8B6EBF29477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EFE05BD5-B7ED-4594-9357-126C09AFD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5CB9BB6-BB62-FC42-F7AB-B83E7171CE68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5DD8D6DC-5481-2D23-6A4A-D6317FBA94B7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E6867B53-9F09-31BE-FB44-396E2ED70D3D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FB678185-1C86-4D29-8870-578A96B9A5A8}"/>
              </a:ext>
            </a:extLst>
          </p:cNvPr>
          <p:cNvSpPr/>
          <p:nvPr/>
        </p:nvSpPr>
        <p:spPr>
          <a:xfrm>
            <a:off x="2593769" y="1394369"/>
            <a:ext cx="9382125" cy="831073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7DE9752-CEBA-6A4E-5843-EECBCCFB171E}"/>
              </a:ext>
            </a:extLst>
          </p:cNvPr>
          <p:cNvSpPr/>
          <p:nvPr/>
        </p:nvSpPr>
        <p:spPr>
          <a:xfrm>
            <a:off x="10701456" y="17213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7029D0F-B12D-E42F-8445-7DA6F404D694}"/>
              </a:ext>
            </a:extLst>
          </p:cNvPr>
          <p:cNvSpPr txBox="1"/>
          <p:nvPr/>
        </p:nvSpPr>
        <p:spPr>
          <a:xfrm>
            <a:off x="2726618" y="13793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Filtrar registros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22C491E-9FD3-C4B6-09AC-017DB2780175}"/>
              </a:ext>
            </a:extLst>
          </p:cNvPr>
          <p:cNvGrpSpPr/>
          <p:nvPr/>
        </p:nvGrpSpPr>
        <p:grpSpPr>
          <a:xfrm>
            <a:off x="2726619" y="17343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BA630A37-05AF-70ED-C25A-672C61D64C3D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78C6933D-2033-AC50-8859-6E2291837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529343F3-735A-0D90-5BFA-D3F25AAEDE2B}"/>
              </a:ext>
            </a:extLst>
          </p:cNvPr>
          <p:cNvSpPr/>
          <p:nvPr/>
        </p:nvSpPr>
        <p:spPr>
          <a:xfrm>
            <a:off x="4697467" y="17343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C2DA3DF-94E5-8AE9-206B-C7C2748C2E8F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Ectoparasitos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0EF91A13-4588-5507-2476-E4D7A4172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98512"/>
              </p:ext>
            </p:extLst>
          </p:nvPr>
        </p:nvGraphicFramePr>
        <p:xfrm>
          <a:off x="2581275" y="23726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AH-001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156B6A05-EC92-2071-C7CE-1B4EFC587746}"/>
              </a:ext>
            </a:extLst>
          </p:cNvPr>
          <p:cNvSpPr/>
          <p:nvPr/>
        </p:nvSpPr>
        <p:spPr>
          <a:xfrm rot="10800000">
            <a:off x="3335577" y="26045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DE4A6FD0-B7F6-0A4D-F18C-D8BB453A1F01}"/>
              </a:ext>
            </a:extLst>
          </p:cNvPr>
          <p:cNvSpPr/>
          <p:nvPr/>
        </p:nvSpPr>
        <p:spPr>
          <a:xfrm>
            <a:off x="37241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93027F4E-B949-5E9D-4053-9CDF83B6E5B0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F68B4F9-35E6-597B-F9A8-F90A3842BC4B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Helmintos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7FA9EEFA-A768-B04D-EDB1-7F2445C1CD95}"/>
              </a:ext>
            </a:extLst>
          </p:cNvPr>
          <p:cNvSpPr/>
          <p:nvPr/>
        </p:nvSpPr>
        <p:spPr>
          <a:xfrm>
            <a:off x="2581274" y="3456542"/>
            <a:ext cx="9382125" cy="268418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07A4B691-BCE3-4A19-ADD5-49E11A034B8F}"/>
              </a:ext>
            </a:extLst>
          </p:cNvPr>
          <p:cNvSpPr txBox="1"/>
          <p:nvPr/>
        </p:nvSpPr>
        <p:spPr>
          <a:xfrm>
            <a:off x="10752257" y="35528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9" name="Gráfico 38" descr="Lápis com preenchimento sólido">
            <a:extLst>
              <a:ext uri="{FF2B5EF4-FFF2-40B4-BE49-F238E27FC236}">
                <a16:creationId xmlns:a16="http://schemas.microsoft.com/office/drawing/2014/main" id="{A4B7A13D-A466-DBFB-EDD9-419E0A4A951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3579023"/>
            <a:ext cx="198827" cy="198827"/>
          </a:xfrm>
          <a:prstGeom prst="rect">
            <a:avLst/>
          </a:prstGeom>
        </p:spPr>
      </p:pic>
      <p:pic>
        <p:nvPicPr>
          <p:cNvPr id="40" name="Gráfico 39" descr="Lixo com preenchimento sólido">
            <a:extLst>
              <a:ext uri="{FF2B5EF4-FFF2-40B4-BE49-F238E27FC236}">
                <a16:creationId xmlns:a16="http://schemas.microsoft.com/office/drawing/2014/main" id="{6CD2D29B-E97B-8E92-E18E-6DECDB6668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3579024"/>
            <a:ext cx="198827" cy="198827"/>
          </a:xfrm>
          <a:prstGeom prst="rect">
            <a:avLst/>
          </a:prstGeom>
        </p:spPr>
      </p:pic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EE1153ED-63D3-3A9E-67DD-02658A72A4D6}"/>
              </a:ext>
            </a:extLst>
          </p:cNvPr>
          <p:cNvCxnSpPr>
            <a:cxnSpLocks/>
          </p:cNvCxnSpPr>
          <p:nvPr/>
        </p:nvCxnSpPr>
        <p:spPr>
          <a:xfrm>
            <a:off x="2643361" y="37588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8D312600-5990-E951-EAAB-0FFC9CD5C916}"/>
              </a:ext>
            </a:extLst>
          </p:cNvPr>
          <p:cNvSpPr txBox="1"/>
          <p:nvPr/>
        </p:nvSpPr>
        <p:spPr>
          <a:xfrm>
            <a:off x="2588066" y="3456542"/>
            <a:ext cx="3887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HELMINTOS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CEF989A8-199C-3BAD-5971-40781AB4EDEC}"/>
              </a:ext>
            </a:extLst>
          </p:cNvPr>
          <p:cNvSpPr txBox="1"/>
          <p:nvPr/>
        </p:nvSpPr>
        <p:spPr>
          <a:xfrm>
            <a:off x="2572773" y="38461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C72373C0-80D0-97DC-DFDE-5E8D0595280F}"/>
              </a:ext>
            </a:extLst>
          </p:cNvPr>
          <p:cNvSpPr/>
          <p:nvPr/>
        </p:nvSpPr>
        <p:spPr>
          <a:xfrm>
            <a:off x="2643361" y="4163106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AH-002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821E06CE-6925-F023-48B5-0BB611C5BE6D}"/>
              </a:ext>
            </a:extLst>
          </p:cNvPr>
          <p:cNvSpPr/>
          <p:nvPr/>
        </p:nvSpPr>
        <p:spPr>
          <a:xfrm>
            <a:off x="4344769" y="416310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664A3A84-E575-AA80-6FE9-ABDAEB1F8F75}"/>
              </a:ext>
            </a:extLst>
          </p:cNvPr>
          <p:cNvSpPr txBox="1"/>
          <p:nvPr/>
        </p:nvSpPr>
        <p:spPr>
          <a:xfrm>
            <a:off x="4250742" y="38553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EDFE4D0C-E6A0-053D-9ADB-448FD0F8CBA0}"/>
              </a:ext>
            </a:extLst>
          </p:cNvPr>
          <p:cNvSpPr txBox="1"/>
          <p:nvPr/>
        </p:nvSpPr>
        <p:spPr>
          <a:xfrm>
            <a:off x="2572773" y="45894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Local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7B01D6D9-5703-F954-1B01-DAB0D11C8F37}"/>
              </a:ext>
            </a:extLst>
          </p:cNvPr>
          <p:cNvSpPr/>
          <p:nvPr/>
        </p:nvSpPr>
        <p:spPr>
          <a:xfrm>
            <a:off x="2643361" y="4906351"/>
            <a:ext cx="306980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abc</a:t>
            </a: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7D5D6B2C-CE95-11A9-5761-875F2B11D3E8}"/>
              </a:ext>
            </a:extLst>
          </p:cNvPr>
          <p:cNvSpPr txBox="1"/>
          <p:nvPr/>
        </p:nvSpPr>
        <p:spPr>
          <a:xfrm>
            <a:off x="5785873" y="45894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E4359199-2D84-CDF3-64C9-40F739B325A9}"/>
              </a:ext>
            </a:extLst>
          </p:cNvPr>
          <p:cNvSpPr/>
          <p:nvPr/>
        </p:nvSpPr>
        <p:spPr>
          <a:xfrm>
            <a:off x="5852769" y="4906351"/>
            <a:ext cx="1469804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20F332E0-E3C9-6A06-B220-B32DFF5931B6}"/>
              </a:ext>
            </a:extLst>
          </p:cNvPr>
          <p:cNvSpPr txBox="1"/>
          <p:nvPr/>
        </p:nvSpPr>
        <p:spPr>
          <a:xfrm>
            <a:off x="7398773" y="45894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CE89D52B-C8C6-CD8C-CD30-E42F5BE869EF}"/>
              </a:ext>
            </a:extLst>
          </p:cNvPr>
          <p:cNvSpPr/>
          <p:nvPr/>
        </p:nvSpPr>
        <p:spPr>
          <a:xfrm>
            <a:off x="7465668" y="4906351"/>
            <a:ext cx="146980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Enviada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083BF563-7CD4-FFFB-AE47-51C317C757E2}"/>
              </a:ext>
            </a:extLst>
          </p:cNvPr>
          <p:cNvSpPr txBox="1"/>
          <p:nvPr/>
        </p:nvSpPr>
        <p:spPr>
          <a:xfrm>
            <a:off x="2573361" y="5341345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62" name="Retângulo: Cantos Arredondados 61">
            <a:extLst>
              <a:ext uri="{FF2B5EF4-FFF2-40B4-BE49-F238E27FC236}">
                <a16:creationId xmlns:a16="http://schemas.microsoft.com/office/drawing/2014/main" id="{4994E2B5-6BA8-FB92-5254-F4F1F1104186}"/>
              </a:ext>
            </a:extLst>
          </p:cNvPr>
          <p:cNvSpPr/>
          <p:nvPr/>
        </p:nvSpPr>
        <p:spPr>
          <a:xfrm>
            <a:off x="2643948" y="5658255"/>
            <a:ext cx="9225423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abcd</a:t>
            </a:r>
            <a:endParaRPr lang="pt-BR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61EE330E-8864-2A4C-E018-91E325998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273079"/>
              </p:ext>
            </p:extLst>
          </p:nvPr>
        </p:nvGraphicFramePr>
        <p:xfrm>
          <a:off x="2589246" y="6222260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3900618053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909884092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1572005489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278818"/>
                  </a:ext>
                </a:extLst>
              </a:tr>
            </a:tbl>
          </a:graphicData>
        </a:graphic>
      </p:graphicFrame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C4AE2A5-6E5B-670B-D17C-BDD50582B2D1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riângulo isósceles 17">
            <a:extLst>
              <a:ext uri="{FF2B5EF4-FFF2-40B4-BE49-F238E27FC236}">
                <a16:creationId xmlns:a16="http://schemas.microsoft.com/office/drawing/2014/main" id="{1B886917-C405-E52D-260C-2C1CCE3BA0E2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Triângulo isósceles 35">
            <a:extLst>
              <a:ext uri="{FF2B5EF4-FFF2-40B4-BE49-F238E27FC236}">
                <a16:creationId xmlns:a16="http://schemas.microsoft.com/office/drawing/2014/main" id="{26C3FBE3-406A-7090-0961-F083C2B177F7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560769CA-4DDD-513F-59EC-1F420A282758}"/>
              </a:ext>
            </a:extLst>
          </p:cNvPr>
          <p:cNvSpPr/>
          <p:nvPr/>
        </p:nvSpPr>
        <p:spPr>
          <a:xfrm>
            <a:off x="12130336" y="25617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2AAB7143-5E0D-F1CC-2CE3-A119D34106DE}"/>
              </a:ext>
            </a:extLst>
          </p:cNvPr>
          <p:cNvSpPr txBox="1"/>
          <p:nvPr/>
        </p:nvSpPr>
        <p:spPr>
          <a:xfrm>
            <a:off x="9011673" y="4589441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total</a:t>
            </a: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3A6103ED-1689-6712-05D6-65FCB45CA7DD}"/>
              </a:ext>
            </a:extLst>
          </p:cNvPr>
          <p:cNvSpPr/>
          <p:nvPr/>
        </p:nvSpPr>
        <p:spPr>
          <a:xfrm>
            <a:off x="9078568" y="4906351"/>
            <a:ext cx="1469805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Enviada</a:t>
            </a:r>
          </a:p>
        </p:txBody>
      </p:sp>
      <p:sp>
        <p:nvSpPr>
          <p:cNvPr id="64" name="Retângulo 63">
            <a:extLst>
              <a:ext uri="{FF2B5EF4-FFF2-40B4-BE49-F238E27FC236}">
                <a16:creationId xmlns:a16="http://schemas.microsoft.com/office/drawing/2014/main" id="{CA9542CD-64A6-A772-BE4D-199F7676275A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65" name="Agrupar 64">
            <a:extLst>
              <a:ext uri="{FF2B5EF4-FFF2-40B4-BE49-F238E27FC236}">
                <a16:creationId xmlns:a16="http://schemas.microsoft.com/office/drawing/2014/main" id="{E8E8A267-4D18-C0F1-1F28-18B2D744D92F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66" name="Gráfico 65" descr="Aviso estrutura de tópicos">
              <a:extLst>
                <a:ext uri="{FF2B5EF4-FFF2-40B4-BE49-F238E27FC236}">
                  <a16:creationId xmlns:a16="http://schemas.microsoft.com/office/drawing/2014/main" id="{19C15646-96D2-3636-0A30-683E2AD2A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68" name="Agrupar 67">
              <a:extLst>
                <a:ext uri="{FF2B5EF4-FFF2-40B4-BE49-F238E27FC236}">
                  <a16:creationId xmlns:a16="http://schemas.microsoft.com/office/drawing/2014/main" id="{F0245DAD-6725-B139-F974-5D0D59EC0BD1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70" name="Gráfico 69" descr="Casinha de cachorro estrutura de tópicos">
                <a:extLst>
                  <a:ext uri="{FF2B5EF4-FFF2-40B4-BE49-F238E27FC236}">
                    <a16:creationId xmlns:a16="http://schemas.microsoft.com/office/drawing/2014/main" id="{4EBBC709-2991-61BE-416D-19A6A3AE86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71" name="CaixaDeTexto 70">
                <a:extLst>
                  <a:ext uri="{FF2B5EF4-FFF2-40B4-BE49-F238E27FC236}">
                    <a16:creationId xmlns:a16="http://schemas.microsoft.com/office/drawing/2014/main" id="{0C904BA8-1AA9-3262-1B28-AEF95349947D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69" name="Gráfico 68" descr="Área de Transferência estrutura de tópicos">
              <a:extLst>
                <a:ext uri="{FF2B5EF4-FFF2-40B4-BE49-F238E27FC236}">
                  <a16:creationId xmlns:a16="http://schemas.microsoft.com/office/drawing/2014/main" id="{A00538DA-A742-6FBB-379D-DC4ABF9EA7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8632F3A-A7AF-CC2E-9C56-188F6D6A34A1}"/>
              </a:ext>
            </a:extLst>
          </p:cNvPr>
          <p:cNvSpPr/>
          <p:nvPr/>
        </p:nvSpPr>
        <p:spPr>
          <a:xfrm>
            <a:off x="7449315" y="414421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box...)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38F028B-B477-F611-0DF9-AB12957E6E22}"/>
              </a:ext>
            </a:extLst>
          </p:cNvPr>
          <p:cNvSpPr txBox="1"/>
          <p:nvPr/>
        </p:nvSpPr>
        <p:spPr>
          <a:xfrm>
            <a:off x="7355288" y="383643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</p:spTree>
    <p:extLst>
      <p:ext uri="{BB962C8B-B14F-4D97-AF65-F5344CB8AC3E}">
        <p14:creationId xmlns:p14="http://schemas.microsoft.com/office/powerpoint/2010/main" val="274909690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89C2-32FB-1750-9D9A-1A48F498D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20EB30D-A858-A4CB-6028-74C6E7B916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BA6E8DF1-0C01-D0A8-4D2F-6DC5B6BEFC4C}"/>
              </a:ext>
            </a:extLst>
          </p:cNvPr>
          <p:cNvSpPr/>
          <p:nvPr/>
        </p:nvSpPr>
        <p:spPr>
          <a:xfrm>
            <a:off x="2425802" y="709930"/>
            <a:ext cx="9677196" cy="6075103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78487E5-C2C8-1748-1038-EA557B9E03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98D4DD8-206A-7601-A49F-DFB96244B2F0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F38DF27-F28D-7265-A54E-860E0A75A67C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EEAA08D0-C6EB-E17F-2B2D-FF7BB1A2DD23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9AF56911-75B4-5962-E4D9-F6F9F9908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D8139A7-7D62-7C42-9513-13EFF83B8D60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168195B-6D4E-2E3C-DA19-C35466860289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ACE3A15-3C0B-AC98-76B5-46EC9EE4B4DE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044D46A4-A571-52BA-B6C5-2F7121DA528E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D527B1B-5C29-131F-9350-346A795F6390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17FDFBAB-51B0-F8F5-C592-5F0D8A346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4AA9F3BD-EC32-7EB0-706B-BD02A57303DC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D9399500-4D7D-9367-BF0F-0D0DB498DD3B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948364ED-A5E7-AEF6-22E9-B1AE0B48902B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B7374209-4434-8D65-07D3-3D6AAE8C4F63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60FA2C7D-CED2-755C-3069-714E0902B9E9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D0512CF9-ABC1-C8E3-EB9A-F92301F1AD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22CF750B-3571-C7B6-1489-2BAD944B052E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1BC4BA62-D841-9D6D-F74D-BB0AA01FAC06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0511A057-2FD1-2BD2-3192-A5BBF793A0BD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C9974EE-8ADC-7F23-D229-4596ADCE726A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1AD708AE-C630-A563-139E-330166037DAA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4DA3C6AA-EB59-A973-9E27-60F91819B97C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análise de ectoparasitos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0485A96C-CC5A-C03E-F838-A61901ABC9C1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43EC6026-C50A-1F34-136F-F7C143E3A0A6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Necrópsia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A8C58E50-5076-D380-0269-C0D18E628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4A40A21E-97BC-F4FA-4DCA-A22179B9886C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C8475BF-832B-AB4A-A15B-1924120034BF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DC83C55-C89B-56D9-1EFD-831099C0470B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6E13138-FAEE-2BF5-F09C-CF6064892205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161C6DFA-0993-BD59-801E-4E54A58922E9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E4B341A1-1F4C-353B-EAD9-EA9317752A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7039262-C5D3-09AA-A1E5-F28B134BFA7C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60D9981E-346B-92AF-A6C7-D6BF406BBDBD}"/>
              </a:ext>
            </a:extLst>
          </p:cNvPr>
          <p:cNvGraphicFramePr>
            <a:graphicFrameLocks noGrp="1"/>
          </p:cNvGraphicFramePr>
          <p:nvPr/>
        </p:nvGraphicFramePr>
        <p:xfrm>
          <a:off x="2581275" y="3655397"/>
          <a:ext cx="9382124" cy="1946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 do animal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9881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67355872-004D-560B-DEAC-810BDE4FEBBF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66B80F1-57EC-3D9E-B35A-85F071AA15A0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F5F4F71D-F8E6-764C-695B-A9BECE39400B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19A21A73-D4F6-CD9D-89F8-A13169E90E81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B079102-E93E-971B-6772-A2073629580B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DCA8A7-D78D-51EA-3139-7DB60F8FB38A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Ectoparasitos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33D1F60-4D25-5E76-1470-0434A71C009F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CDA733B5-9F73-15DC-5958-4BFD8E5507EC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6" name="Gráfico 35" descr="Aviso estrutura de tópicos">
              <a:extLst>
                <a:ext uri="{FF2B5EF4-FFF2-40B4-BE49-F238E27FC236}">
                  <a16:creationId xmlns:a16="http://schemas.microsoft.com/office/drawing/2014/main" id="{CF4F1DB8-3681-9B88-F732-C3C4B635E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FF79C6AE-5453-A7F5-F382-1831D9D60FBB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9" name="Gráfico 38" descr="Casinha de cachorro estrutura de tópicos">
                <a:extLst>
                  <a:ext uri="{FF2B5EF4-FFF2-40B4-BE49-F238E27FC236}">
                    <a16:creationId xmlns:a16="http://schemas.microsoft.com/office/drawing/2014/main" id="{1326E91A-1492-FF76-772E-6D39FD7CAB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08B44D48-55F8-6693-8FF8-2A7F2D8351EE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146CEB47-AC09-F93C-767B-DAA75A135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85165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52A0A-18E7-097A-A2FB-C6A60814E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3D43BEE-6C7E-15A5-3B8A-80492D2C0C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0B961F48-9A9B-0F00-D03F-AB52467AAD8E}"/>
              </a:ext>
            </a:extLst>
          </p:cNvPr>
          <p:cNvSpPr/>
          <p:nvPr/>
        </p:nvSpPr>
        <p:spPr>
          <a:xfrm>
            <a:off x="2425802" y="709930"/>
            <a:ext cx="9677196" cy="6576238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9652309-470B-5265-53AC-AEAB813BAF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FD04685B-F85B-9D0B-6E45-6AD92AE09A47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BEFCC948-EB05-42DC-5C2F-CE1BF95961C4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0A5F2B5B-8385-D8A2-0BE0-1EC936C065C2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BABBDA70-1E19-0A0B-5A5F-78228D0654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165394B-CD2F-5C66-70EC-5A0F002AB835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A69529BA-F87C-9D20-A276-21E54212AB97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6F9651A4-07FB-8B40-9F4A-8FC67D987F89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8F753B37-8E41-0505-5324-AC33B88AE65D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3DE9A9FA-4BD3-83C0-3A0D-A032DF5A932F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93ECF858-4765-0C89-FC51-56066079E8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C3838EE0-5A5E-D5E1-8745-A6B541F03EC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4CAD2EF7-EC1F-B46B-4798-7116747E4175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6D27A9A-0E48-75A2-7B8A-E280866C3119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424F111C-41F8-B3CE-34CB-CF0AE38415E6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23E9F4C-8473-9925-AAD2-7CDB02085B12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9F400897-3465-9162-A523-566BC3DC80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B3EF28BC-B511-B8EC-2F78-988668713A43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EDD79A63-872D-CD7C-1AE5-5A9B00193992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11B5C5EC-E2C3-64AA-7DE9-121F0F04D6B2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C925E0EA-DDEE-C7A9-B392-BA0BA1B25E8A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A018BD3E-8E89-D88A-54DC-03D2F8FA219D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AE974B44-4398-6D8F-10AB-BAA81F5D58AC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análise de ectoparasitos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44AEB7A3-0A8F-1D0D-29A2-F48A5F002501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05D02D90-F28D-B986-FC8C-1B8F85F97450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Necrópsia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B85F8D0F-B2C4-C6D7-8E8F-AC69E69A8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A66C0061-FEF1-6AF6-ED57-F0EE5BB8483C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FFC0BF7D-57D3-E730-A756-DA3AB7F4D857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07FDBD3-021A-40CC-5EFE-1A0E12963D3C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5601E8D-92D4-812B-E0B8-4A52472F2F19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39D5E75A-3FE4-2F4E-1BF0-F84CFFA9D93B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C30D9AAC-62C1-42A7-9C35-61DC54492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D5F883E-8320-7AAF-D8A6-C6D7752CDCEC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98323DFB-D838-AF87-26DA-72B38B19B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638497"/>
              </p:ext>
            </p:extLst>
          </p:nvPr>
        </p:nvGraphicFramePr>
        <p:xfrm>
          <a:off x="2581275" y="3655397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D6F1FABA-6E74-0C82-9C4E-D778FC8488F9}"/>
              </a:ext>
            </a:extLst>
          </p:cNvPr>
          <p:cNvSpPr/>
          <p:nvPr/>
        </p:nvSpPr>
        <p:spPr>
          <a:xfrm rot="10800000">
            <a:off x="33355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B57168EE-0DCA-F529-54C5-53221E5C5E81}"/>
              </a:ext>
            </a:extLst>
          </p:cNvPr>
          <p:cNvSpPr/>
          <p:nvPr/>
        </p:nvSpPr>
        <p:spPr>
          <a:xfrm>
            <a:off x="37004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3B503319-BBE7-9BB9-1BA5-732C34BB89B8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 de Helmintos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30AB8F89-8946-C7DB-8992-3D3C9B2D6C3D}"/>
              </a:ext>
            </a:extLst>
          </p:cNvPr>
          <p:cNvSpPr/>
          <p:nvPr/>
        </p:nvSpPr>
        <p:spPr>
          <a:xfrm>
            <a:off x="2581274" y="4712794"/>
            <a:ext cx="9382125" cy="2890793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AD95C56-E555-2A6D-E400-1485C2982B7B}"/>
              </a:ext>
            </a:extLst>
          </p:cNvPr>
          <p:cNvSpPr txBox="1"/>
          <p:nvPr/>
        </p:nvSpPr>
        <p:spPr>
          <a:xfrm>
            <a:off x="10752257" y="4835544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9" name="Gráfico 38" descr="Lápis com preenchimento sólido">
            <a:extLst>
              <a:ext uri="{FF2B5EF4-FFF2-40B4-BE49-F238E27FC236}">
                <a16:creationId xmlns:a16="http://schemas.microsoft.com/office/drawing/2014/main" id="{E07CE07F-D984-5485-EC45-D77212C43D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258603" y="4861723"/>
            <a:ext cx="198827" cy="198827"/>
          </a:xfrm>
          <a:prstGeom prst="rect">
            <a:avLst/>
          </a:prstGeom>
        </p:spPr>
      </p:pic>
      <p:pic>
        <p:nvPicPr>
          <p:cNvPr id="40" name="Gráfico 39" descr="Lixo com preenchimento sólido">
            <a:extLst>
              <a:ext uri="{FF2B5EF4-FFF2-40B4-BE49-F238E27FC236}">
                <a16:creationId xmlns:a16="http://schemas.microsoft.com/office/drawing/2014/main" id="{B64F5DA2-6059-F799-8148-1DC3B74946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30261" y="4861724"/>
            <a:ext cx="198827" cy="198827"/>
          </a:xfrm>
          <a:prstGeom prst="rect">
            <a:avLst/>
          </a:prstGeom>
        </p:spPr>
      </p:pic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BD7A8DA0-00BE-B899-E8E0-0F578BBBE8F4}"/>
              </a:ext>
            </a:extLst>
          </p:cNvPr>
          <p:cNvCxnSpPr>
            <a:cxnSpLocks/>
          </p:cNvCxnSpPr>
          <p:nvPr/>
        </p:nvCxnSpPr>
        <p:spPr>
          <a:xfrm>
            <a:off x="2643361" y="5041500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012FDB6D-8CCC-B3B0-26AC-C34E2F9035E8}"/>
              </a:ext>
            </a:extLst>
          </p:cNvPr>
          <p:cNvSpPr txBox="1"/>
          <p:nvPr/>
        </p:nvSpPr>
        <p:spPr>
          <a:xfrm>
            <a:off x="2588066" y="4739242"/>
            <a:ext cx="46077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806D8D1-71C3-09E7-2001-B668D7795E8C}"/>
              </a:ext>
            </a:extLst>
          </p:cNvPr>
          <p:cNvSpPr txBox="1"/>
          <p:nvPr/>
        </p:nvSpPr>
        <p:spPr>
          <a:xfrm>
            <a:off x="2572773" y="5128896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4CB68105-DF28-8968-8E83-FC2F0A426ED0}"/>
              </a:ext>
            </a:extLst>
          </p:cNvPr>
          <p:cNvSpPr/>
          <p:nvPr/>
        </p:nvSpPr>
        <p:spPr>
          <a:xfrm>
            <a:off x="2643361" y="5445806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935332A1-20A4-C4AC-5CDC-F5B6C4AB46E8}"/>
              </a:ext>
            </a:extLst>
          </p:cNvPr>
          <p:cNvSpPr/>
          <p:nvPr/>
        </p:nvSpPr>
        <p:spPr>
          <a:xfrm>
            <a:off x="4344769" y="5445806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EAC9C19D-A616-4EC2-1EF1-F90674100F1B}"/>
              </a:ext>
            </a:extLst>
          </p:cNvPr>
          <p:cNvSpPr txBox="1"/>
          <p:nvPr/>
        </p:nvSpPr>
        <p:spPr>
          <a:xfrm>
            <a:off x="4250742" y="5138029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612C36E0-AB6A-DBAB-DBED-CCDF7FB23544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4" name="Triângulo isósceles 63">
            <a:extLst>
              <a:ext uri="{FF2B5EF4-FFF2-40B4-BE49-F238E27FC236}">
                <a16:creationId xmlns:a16="http://schemas.microsoft.com/office/drawing/2014/main" id="{C67419E6-6B45-3BFA-2E42-5A6F8401A5D9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Triângulo isósceles 64">
            <a:extLst>
              <a:ext uri="{FF2B5EF4-FFF2-40B4-BE49-F238E27FC236}">
                <a16:creationId xmlns:a16="http://schemas.microsoft.com/office/drawing/2014/main" id="{8D524ABE-22F5-4205-362D-CA40CA50E17C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D22E56D2-DACF-1D2A-7DE7-220C2F0AA0D9}"/>
              </a:ext>
            </a:extLst>
          </p:cNvPr>
          <p:cNvSpPr/>
          <p:nvPr/>
        </p:nvSpPr>
        <p:spPr>
          <a:xfrm>
            <a:off x="12130336" y="13933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12A0F2D-0094-1119-40CC-81A4A9AB7DC2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B1858F7-4ED4-2490-33F5-D0068A11A0AD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FD23BD-9878-876C-89D4-153CB6947783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Ectoparasitos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FA631DA-66B1-5130-256A-60B0AA6F19F2}"/>
              </a:ext>
            </a:extLst>
          </p:cNvPr>
          <p:cNvSpPr txBox="1"/>
          <p:nvPr/>
        </p:nvSpPr>
        <p:spPr>
          <a:xfrm>
            <a:off x="2578824" y="666504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D5F1AD84-E188-9FF4-5694-C78A64FB744C}"/>
              </a:ext>
            </a:extLst>
          </p:cNvPr>
          <p:cNvSpPr/>
          <p:nvPr/>
        </p:nvSpPr>
        <p:spPr>
          <a:xfrm>
            <a:off x="2663803" y="6976018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2" name="Retângulo: Cantos Arredondados 71">
            <a:extLst>
              <a:ext uri="{FF2B5EF4-FFF2-40B4-BE49-F238E27FC236}">
                <a16:creationId xmlns:a16="http://schemas.microsoft.com/office/drawing/2014/main" id="{CEE3CAB9-D330-CB27-439B-7606F972AFDB}"/>
              </a:ext>
            </a:extLst>
          </p:cNvPr>
          <p:cNvSpPr/>
          <p:nvPr/>
        </p:nvSpPr>
        <p:spPr>
          <a:xfrm>
            <a:off x="4233645" y="6972823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9E600874-59C9-A75E-3F34-BE0D12A2BE3A}"/>
              </a:ext>
            </a:extLst>
          </p:cNvPr>
          <p:cNvSpPr txBox="1"/>
          <p:nvPr/>
        </p:nvSpPr>
        <p:spPr>
          <a:xfrm>
            <a:off x="4139617" y="666504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80EEDF29-8BDF-D5FF-0F58-093E04E6C028}"/>
              </a:ext>
            </a:extLst>
          </p:cNvPr>
          <p:cNvSpPr txBox="1"/>
          <p:nvPr/>
        </p:nvSpPr>
        <p:spPr>
          <a:xfrm>
            <a:off x="5703024" y="666504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ninfas</a:t>
            </a:r>
          </a:p>
        </p:txBody>
      </p:sp>
      <p:sp>
        <p:nvSpPr>
          <p:cNvPr id="76" name="Retângulo: Cantos Arredondados 75">
            <a:extLst>
              <a:ext uri="{FF2B5EF4-FFF2-40B4-BE49-F238E27FC236}">
                <a16:creationId xmlns:a16="http://schemas.microsoft.com/office/drawing/2014/main" id="{80671B79-4A1E-48D4-DAF6-B318A620A8DE}"/>
              </a:ext>
            </a:extLst>
          </p:cNvPr>
          <p:cNvSpPr/>
          <p:nvPr/>
        </p:nvSpPr>
        <p:spPr>
          <a:xfrm>
            <a:off x="5788003" y="6976018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65FAD9EB-C187-5CBD-C0F3-A17DB84B8268}"/>
              </a:ext>
            </a:extLst>
          </p:cNvPr>
          <p:cNvSpPr/>
          <p:nvPr/>
        </p:nvSpPr>
        <p:spPr>
          <a:xfrm>
            <a:off x="7357845" y="6972823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86F81878-9A4A-7497-6DC9-4AD85963523E}"/>
              </a:ext>
            </a:extLst>
          </p:cNvPr>
          <p:cNvSpPr txBox="1"/>
          <p:nvPr/>
        </p:nvSpPr>
        <p:spPr>
          <a:xfrm>
            <a:off x="7263817" y="666504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larvas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89601C98-E716-D26B-375D-1DC4B9F25683}"/>
              </a:ext>
            </a:extLst>
          </p:cNvPr>
          <p:cNvSpPr/>
          <p:nvPr/>
        </p:nvSpPr>
        <p:spPr>
          <a:xfrm>
            <a:off x="8919945" y="6972823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DD9C2C95-A9C1-477D-B48E-985D79A67326}"/>
              </a:ext>
            </a:extLst>
          </p:cNvPr>
          <p:cNvSpPr txBox="1"/>
          <p:nvPr/>
        </p:nvSpPr>
        <p:spPr>
          <a:xfrm>
            <a:off x="8825917" y="666504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ovos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6787AA9C-9889-3F55-276D-72F17C7C918E}"/>
              </a:ext>
            </a:extLst>
          </p:cNvPr>
          <p:cNvSpPr txBox="1"/>
          <p:nvPr/>
        </p:nvSpPr>
        <p:spPr>
          <a:xfrm>
            <a:off x="2573361" y="5881532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BF64C440-63AC-1325-4233-4749C1BF2822}"/>
              </a:ext>
            </a:extLst>
          </p:cNvPr>
          <p:cNvSpPr/>
          <p:nvPr/>
        </p:nvSpPr>
        <p:spPr>
          <a:xfrm>
            <a:off x="2643949" y="619844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79A8FA30-2FEB-6A32-CCE7-E4E619A03F47}"/>
              </a:ext>
            </a:extLst>
          </p:cNvPr>
          <p:cNvSpPr txBox="1"/>
          <p:nvPr/>
        </p:nvSpPr>
        <p:spPr>
          <a:xfrm>
            <a:off x="5690912" y="5890665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84" name="Retângulo: Cantos Arredondados 83">
            <a:extLst>
              <a:ext uri="{FF2B5EF4-FFF2-40B4-BE49-F238E27FC236}">
                <a16:creationId xmlns:a16="http://schemas.microsoft.com/office/drawing/2014/main" id="{06C806A1-6FE3-B730-3549-7CEC923B54C9}"/>
              </a:ext>
            </a:extLst>
          </p:cNvPr>
          <p:cNvSpPr/>
          <p:nvPr/>
        </p:nvSpPr>
        <p:spPr>
          <a:xfrm>
            <a:off x="5775891" y="6201637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85" name="Retângulo: Cantos Arredondados 84">
            <a:extLst>
              <a:ext uri="{FF2B5EF4-FFF2-40B4-BE49-F238E27FC236}">
                <a16:creationId xmlns:a16="http://schemas.microsoft.com/office/drawing/2014/main" id="{89506038-F147-401B-7D14-32A66E3F49EC}"/>
              </a:ext>
            </a:extLst>
          </p:cNvPr>
          <p:cNvSpPr/>
          <p:nvPr/>
        </p:nvSpPr>
        <p:spPr>
          <a:xfrm>
            <a:off x="8907833" y="6198442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97AE29F0-24CC-E590-8943-D2FA12203114}"/>
              </a:ext>
            </a:extLst>
          </p:cNvPr>
          <p:cNvSpPr txBox="1"/>
          <p:nvPr/>
        </p:nvSpPr>
        <p:spPr>
          <a:xfrm>
            <a:off x="8813805" y="5890665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Subespécie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8006AC0C-4192-F758-92EC-ED3BA283883B}"/>
              </a:ext>
            </a:extLst>
          </p:cNvPr>
          <p:cNvSpPr txBox="1"/>
          <p:nvPr/>
        </p:nvSpPr>
        <p:spPr>
          <a:xfrm>
            <a:off x="2578824" y="7398471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488BC188-3E1D-FF28-F23F-1254C3AD7E89}"/>
              </a:ext>
            </a:extLst>
          </p:cNvPr>
          <p:cNvSpPr/>
          <p:nvPr/>
        </p:nvSpPr>
        <p:spPr>
          <a:xfrm>
            <a:off x="2663803" y="7709443"/>
            <a:ext cx="92061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722167F7-B1E6-D4E8-BC57-5B1396D8ED90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64BF42F6-8CF2-E74D-D693-EB74E11A4C04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49" name="Gráfico 48" descr="Aviso estrutura de tópicos">
              <a:extLst>
                <a:ext uri="{FF2B5EF4-FFF2-40B4-BE49-F238E27FC236}">
                  <a16:creationId xmlns:a16="http://schemas.microsoft.com/office/drawing/2014/main" id="{4EB2335A-1C34-5DBF-2280-6254A3C0FC3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51" name="Agrupar 50">
              <a:extLst>
                <a:ext uri="{FF2B5EF4-FFF2-40B4-BE49-F238E27FC236}">
                  <a16:creationId xmlns:a16="http://schemas.microsoft.com/office/drawing/2014/main" id="{FD81CC2C-2C51-6DEE-CC0F-A28316D61A1C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56" name="Gráfico 55" descr="Casinha de cachorro estrutura de tópicos">
                <a:extLst>
                  <a:ext uri="{FF2B5EF4-FFF2-40B4-BE49-F238E27FC236}">
                    <a16:creationId xmlns:a16="http://schemas.microsoft.com/office/drawing/2014/main" id="{238ED695-EE1B-DE18-6D27-D11D22F113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8500BAA6-488B-1654-D11F-37F19C9E967A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55" name="Gráfico 54" descr="Área de Transferência estrutura de tópicos">
              <a:extLst>
                <a:ext uri="{FF2B5EF4-FFF2-40B4-BE49-F238E27FC236}">
                  <a16:creationId xmlns:a16="http://schemas.microsoft.com/office/drawing/2014/main" id="{72C143AF-CA16-D3F1-C7E1-EFD43B0C9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5016182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011DB-F782-6434-E19E-962D2EA9D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3085C70-D2AA-4910-57D3-94773DB084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DCCCFDA3-DDEB-45C4-A104-937B907F0889}"/>
              </a:ext>
            </a:extLst>
          </p:cNvPr>
          <p:cNvSpPr/>
          <p:nvPr/>
        </p:nvSpPr>
        <p:spPr>
          <a:xfrm>
            <a:off x="2425802" y="709930"/>
            <a:ext cx="9677196" cy="6057564"/>
          </a:xfrm>
          <a:prstGeom prst="roundRect">
            <a:avLst>
              <a:gd name="adj" fmla="val 1308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2FB752C-EB70-AFC5-3428-35C24B9477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A8F4ECB-DC7E-D18F-514B-F33932F8F95C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CDD36B88-906F-25DC-FDD1-2CE769D10267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4F7174A0-5C92-ABAC-04AE-4AC943A72175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79C29354-BC76-DC70-42DA-7AAAAA8BAC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1DFBBC1-539F-CD32-A3DC-BB8218F0A301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D7DC7B4-1FC3-2C63-1950-FE1BE47B9B78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AE77A292-85BF-1AF4-47A5-3010C6236E31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EDC20CE-3015-1634-E9FD-20E4429289C3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7F522226-198C-2C3D-5272-F2D52B88D5FA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78783149-472E-B0B6-E0CE-0E765537F7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9D715FBD-1DE4-5EA1-A1B5-9E1ACD606A47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9A191D41-9159-848E-EACE-A1B11A2BCD47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RESULTADOS E ANÁLISES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0DFA7739-1395-76EC-A439-8F02069D0EB8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68179A3B-B8F1-15BB-82D1-8F4FB59E6593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70795BC4-E93D-EC88-9A6C-082F590DF66A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D48869FE-5142-A058-DAA5-6DA75574EE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8FCE5598-183F-E351-DB72-534A5DB0559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8516CDEE-4BB3-A510-CBBD-C38B3542317A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Resultados de Exames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6469FD2C-C800-404B-06C6-E5FC348C654E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E3854848-78A1-02FE-AD38-9895E928B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216237"/>
              </p:ext>
            </p:extLst>
          </p:nvPr>
        </p:nvGraphicFramePr>
        <p:xfrm>
          <a:off x="2581275" y="1400240"/>
          <a:ext cx="9382124" cy="973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Necrópsia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01BED4EA-B3D7-D579-D2E4-414DD5147BBF}"/>
              </a:ext>
            </a:extLst>
          </p:cNvPr>
          <p:cNvSpPr/>
          <p:nvPr/>
        </p:nvSpPr>
        <p:spPr>
          <a:xfrm rot="10800000">
            <a:off x="3335577" y="1632133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1F34AC54-9349-0521-9984-141266E6E137}"/>
              </a:ext>
            </a:extLst>
          </p:cNvPr>
          <p:cNvSpPr txBox="1"/>
          <p:nvPr/>
        </p:nvSpPr>
        <p:spPr>
          <a:xfrm>
            <a:off x="3724172" y="735360"/>
            <a:ext cx="138717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Análise</a:t>
            </a:r>
            <a:r>
              <a:rPr lang="pt-BR" sz="1400" b="1" dirty="0">
                <a:solidFill>
                  <a:srgbClr val="DA0000"/>
                </a:solidFill>
              </a:rPr>
              <a:t> 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</a:t>
            </a:r>
            <a:r>
              <a:rPr lang="pt-BR" sz="1400" b="1" dirty="0">
                <a:solidFill>
                  <a:srgbClr val="DA0000"/>
                </a:solidFill>
              </a:rPr>
              <a:t> 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Helmintos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EC33AD5B-14A4-1E3C-C7FD-E423679CFF16}"/>
              </a:ext>
            </a:extLst>
          </p:cNvPr>
          <p:cNvSpPr/>
          <p:nvPr/>
        </p:nvSpPr>
        <p:spPr>
          <a:xfrm>
            <a:off x="2581274" y="2484085"/>
            <a:ext cx="9382125" cy="3458980"/>
          </a:xfrm>
          <a:prstGeom prst="roundRect">
            <a:avLst>
              <a:gd name="adj" fmla="val 1580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DAB88045-A92E-3EB7-21C6-CB7BF2986765}"/>
              </a:ext>
            </a:extLst>
          </p:cNvPr>
          <p:cNvSpPr txBox="1"/>
          <p:nvPr/>
        </p:nvSpPr>
        <p:spPr>
          <a:xfrm>
            <a:off x="10752257" y="2580387"/>
            <a:ext cx="936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CONTRAIR</a:t>
            </a:r>
            <a:endParaRPr lang="pt-BR" sz="1200" dirty="0"/>
          </a:p>
        </p:txBody>
      </p:sp>
      <p:pic>
        <p:nvPicPr>
          <p:cNvPr id="39" name="Gráfico 38" descr="Lápis com preenchimento sólido">
            <a:extLst>
              <a:ext uri="{FF2B5EF4-FFF2-40B4-BE49-F238E27FC236}">
                <a16:creationId xmlns:a16="http://schemas.microsoft.com/office/drawing/2014/main" id="{D3759AE3-4684-A8EF-56FB-F8A964163D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258603" y="2606566"/>
            <a:ext cx="198827" cy="198827"/>
          </a:xfrm>
          <a:prstGeom prst="rect">
            <a:avLst/>
          </a:prstGeom>
        </p:spPr>
      </p:pic>
      <p:pic>
        <p:nvPicPr>
          <p:cNvPr id="40" name="Gráfico 39" descr="Lixo com preenchimento sólido">
            <a:extLst>
              <a:ext uri="{FF2B5EF4-FFF2-40B4-BE49-F238E27FC236}">
                <a16:creationId xmlns:a16="http://schemas.microsoft.com/office/drawing/2014/main" id="{E1950FE0-ACE1-373C-03C7-7D77502A26F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30261" y="2606567"/>
            <a:ext cx="198827" cy="198827"/>
          </a:xfrm>
          <a:prstGeom prst="rect">
            <a:avLst/>
          </a:prstGeom>
        </p:spPr>
      </p:pic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709A162A-51EF-86D9-CAEA-065AD907C205}"/>
              </a:ext>
            </a:extLst>
          </p:cNvPr>
          <p:cNvCxnSpPr>
            <a:cxnSpLocks/>
          </p:cNvCxnSpPr>
          <p:nvPr/>
        </p:nvCxnSpPr>
        <p:spPr>
          <a:xfrm>
            <a:off x="2643361" y="2786343"/>
            <a:ext cx="7478539" cy="0"/>
          </a:xfrm>
          <a:prstGeom prst="line">
            <a:avLst/>
          </a:prstGeom>
          <a:ln>
            <a:solidFill>
              <a:srgbClr val="7C7C7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9861987-40E3-D342-BAB2-EED123DEE2BB}"/>
              </a:ext>
            </a:extLst>
          </p:cNvPr>
          <p:cNvSpPr txBox="1"/>
          <p:nvPr/>
        </p:nvSpPr>
        <p:spPr>
          <a:xfrm>
            <a:off x="2588066" y="2484085"/>
            <a:ext cx="44096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INFORMAÇÕES DA ANÁLISE DE ECTOPARASITOS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159C1E6-A45C-A0C4-AB43-2FAFE66268A2}"/>
              </a:ext>
            </a:extLst>
          </p:cNvPr>
          <p:cNvSpPr txBox="1"/>
          <p:nvPr/>
        </p:nvSpPr>
        <p:spPr>
          <a:xfrm>
            <a:off x="2572773" y="2873739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Código da análise</a:t>
            </a: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0029D96C-49FF-630D-23CE-C30E109EBD66}"/>
              </a:ext>
            </a:extLst>
          </p:cNvPr>
          <p:cNvSpPr/>
          <p:nvPr/>
        </p:nvSpPr>
        <p:spPr>
          <a:xfrm>
            <a:off x="2643361" y="3190649"/>
            <a:ext cx="14962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4A2C0FAE-80D5-1376-6D97-B64BF9323F37}"/>
              </a:ext>
            </a:extLst>
          </p:cNvPr>
          <p:cNvSpPr/>
          <p:nvPr/>
        </p:nvSpPr>
        <p:spPr>
          <a:xfrm>
            <a:off x="4344769" y="3190649"/>
            <a:ext cx="2919048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XYZ-002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F05FED5B-9D13-2C66-7EDD-593E49B092AE}"/>
              </a:ext>
            </a:extLst>
          </p:cNvPr>
          <p:cNvSpPr txBox="1"/>
          <p:nvPr/>
        </p:nvSpPr>
        <p:spPr>
          <a:xfrm>
            <a:off x="4250742" y="2882872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Necrópsia associada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4598441E-DFEB-BDB9-59B8-31CC6D7CF8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912950"/>
              </p:ext>
            </p:extLst>
          </p:nvPr>
        </p:nvGraphicFramePr>
        <p:xfrm>
          <a:off x="2589246" y="6033571"/>
          <a:ext cx="9382124" cy="486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3900618053"/>
                    </a:ext>
                  </a:extLst>
                </a:gridCol>
                <a:gridCol w="6032500">
                  <a:extLst>
                    <a:ext uri="{9D8B030D-6E8A-4147-A177-3AD203B41FA5}">
                      <a16:colId xmlns:a16="http://schemas.microsoft.com/office/drawing/2014/main" val="909884092"/>
                    </a:ext>
                  </a:extLst>
                </a:gridCol>
                <a:gridCol w="1600199">
                  <a:extLst>
                    <a:ext uri="{9D8B030D-6E8A-4147-A177-3AD203B41FA5}">
                      <a16:colId xmlns:a16="http://schemas.microsoft.com/office/drawing/2014/main" val="1572005489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XYZ-003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278818"/>
                  </a:ext>
                </a:extLst>
              </a:tr>
            </a:tbl>
          </a:graphicData>
        </a:graphic>
      </p:graphicFrame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BB85506-C2D2-7372-E66A-162D189A9DA1}"/>
              </a:ext>
            </a:extLst>
          </p:cNvPr>
          <p:cNvSpPr/>
          <p:nvPr/>
        </p:nvSpPr>
        <p:spPr>
          <a:xfrm>
            <a:off x="12109790" y="1280467"/>
            <a:ext cx="86815" cy="5577534"/>
          </a:xfrm>
          <a:prstGeom prst="roundRect">
            <a:avLst>
              <a:gd name="adj" fmla="val 5762"/>
            </a:avLst>
          </a:prstGeom>
          <a:solidFill>
            <a:schemeClr val="tx1">
              <a:lumMod val="65000"/>
              <a:lumOff val="35000"/>
            </a:schemeClr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riângulo isósceles 17">
            <a:extLst>
              <a:ext uri="{FF2B5EF4-FFF2-40B4-BE49-F238E27FC236}">
                <a16:creationId xmlns:a16="http://schemas.microsoft.com/office/drawing/2014/main" id="{BF2DEB2F-A1D0-5D71-7368-610703ADB798}"/>
              </a:ext>
            </a:extLst>
          </p:cNvPr>
          <p:cNvSpPr/>
          <p:nvPr/>
        </p:nvSpPr>
        <p:spPr>
          <a:xfrm>
            <a:off x="12130336" y="1298173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Triângulo isósceles 35">
            <a:extLst>
              <a:ext uri="{FF2B5EF4-FFF2-40B4-BE49-F238E27FC236}">
                <a16:creationId xmlns:a16="http://schemas.microsoft.com/office/drawing/2014/main" id="{6533335F-1DE7-4629-2A1D-D48051CE4B0D}"/>
              </a:ext>
            </a:extLst>
          </p:cNvPr>
          <p:cNvSpPr/>
          <p:nvPr/>
        </p:nvSpPr>
        <p:spPr>
          <a:xfrm rot="10800000">
            <a:off x="12131210" y="6790394"/>
            <a:ext cx="45719" cy="45719"/>
          </a:xfrm>
          <a:prstGeom prst="triangle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F5F07B3C-9CD5-394A-8A9E-813B00ED0290}"/>
              </a:ext>
            </a:extLst>
          </p:cNvPr>
          <p:cNvSpPr/>
          <p:nvPr/>
        </p:nvSpPr>
        <p:spPr>
          <a:xfrm>
            <a:off x="12130336" y="2561749"/>
            <a:ext cx="45719" cy="41664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80324FE2-2B56-2F2E-21BB-040DC72CE70B}"/>
              </a:ext>
            </a:extLst>
          </p:cNvPr>
          <p:cNvSpPr/>
          <p:nvPr/>
        </p:nvSpPr>
        <p:spPr>
          <a:xfrm>
            <a:off x="5108472" y="674130"/>
            <a:ext cx="1412183" cy="407775"/>
          </a:xfrm>
          <a:prstGeom prst="roundRect">
            <a:avLst>
              <a:gd name="adj" fmla="val 11951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9A5515B2-FF22-2202-E4BF-06421403E8E3}"/>
              </a:ext>
            </a:extLst>
          </p:cNvPr>
          <p:cNvSpPr/>
          <p:nvPr/>
        </p:nvSpPr>
        <p:spPr>
          <a:xfrm>
            <a:off x="5084764" y="719140"/>
            <a:ext cx="1488274" cy="3936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B1D1BF9-D804-777F-612D-588FBCE58C83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Análise de Ectoparasitos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1604345B-EE6A-19AD-59DE-5482F097017B}"/>
              </a:ext>
            </a:extLst>
          </p:cNvPr>
          <p:cNvSpPr txBox="1"/>
          <p:nvPr/>
        </p:nvSpPr>
        <p:spPr>
          <a:xfrm>
            <a:off x="2578824" y="4400817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machos</a:t>
            </a:r>
          </a:p>
        </p:txBody>
      </p:sp>
      <p:sp>
        <p:nvSpPr>
          <p:cNvPr id="65" name="Retângulo: Cantos Arredondados 64">
            <a:extLst>
              <a:ext uri="{FF2B5EF4-FFF2-40B4-BE49-F238E27FC236}">
                <a16:creationId xmlns:a16="http://schemas.microsoft.com/office/drawing/2014/main" id="{E2342836-B2DC-5D91-5BBE-7CB31F360B5F}"/>
              </a:ext>
            </a:extLst>
          </p:cNvPr>
          <p:cNvSpPr/>
          <p:nvPr/>
        </p:nvSpPr>
        <p:spPr>
          <a:xfrm>
            <a:off x="2663803" y="4711789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3FBAC88C-8019-0D4B-A8A8-D5E6C085E373}"/>
              </a:ext>
            </a:extLst>
          </p:cNvPr>
          <p:cNvSpPr/>
          <p:nvPr/>
        </p:nvSpPr>
        <p:spPr>
          <a:xfrm>
            <a:off x="4233645" y="4708594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B9FEADD4-904F-0ED3-EFC3-C0627578CBD1}"/>
              </a:ext>
            </a:extLst>
          </p:cNvPr>
          <p:cNvSpPr txBox="1"/>
          <p:nvPr/>
        </p:nvSpPr>
        <p:spPr>
          <a:xfrm>
            <a:off x="4139617" y="440081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Fêmeas</a:t>
            </a:r>
          </a:p>
        </p:txBody>
      </p: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812219C1-84A8-F473-F5BF-73EF0CC474A9}"/>
              </a:ext>
            </a:extLst>
          </p:cNvPr>
          <p:cNvSpPr txBox="1"/>
          <p:nvPr/>
        </p:nvSpPr>
        <p:spPr>
          <a:xfrm>
            <a:off x="5703024" y="4400817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ninfas</a:t>
            </a:r>
          </a:p>
        </p:txBody>
      </p:sp>
      <p:sp>
        <p:nvSpPr>
          <p:cNvPr id="70" name="Retângulo: Cantos Arredondados 69">
            <a:extLst>
              <a:ext uri="{FF2B5EF4-FFF2-40B4-BE49-F238E27FC236}">
                <a16:creationId xmlns:a16="http://schemas.microsoft.com/office/drawing/2014/main" id="{18E9C52D-8E7E-C996-1ACF-9CFB69664594}"/>
              </a:ext>
            </a:extLst>
          </p:cNvPr>
          <p:cNvSpPr/>
          <p:nvPr/>
        </p:nvSpPr>
        <p:spPr>
          <a:xfrm>
            <a:off x="5788003" y="4711789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1" name="Retângulo: Cantos Arredondados 70">
            <a:extLst>
              <a:ext uri="{FF2B5EF4-FFF2-40B4-BE49-F238E27FC236}">
                <a16:creationId xmlns:a16="http://schemas.microsoft.com/office/drawing/2014/main" id="{2F4E97F7-C603-AA35-27D0-86B7A9B23A11}"/>
              </a:ext>
            </a:extLst>
          </p:cNvPr>
          <p:cNvSpPr/>
          <p:nvPr/>
        </p:nvSpPr>
        <p:spPr>
          <a:xfrm>
            <a:off x="7357845" y="4708594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0275B3A0-CF2E-56F0-0758-DB4D3595773A}"/>
              </a:ext>
            </a:extLst>
          </p:cNvPr>
          <p:cNvSpPr txBox="1"/>
          <p:nvPr/>
        </p:nvSpPr>
        <p:spPr>
          <a:xfrm>
            <a:off x="7263817" y="440081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larvas</a:t>
            </a:r>
          </a:p>
        </p:txBody>
      </p:sp>
      <p:sp>
        <p:nvSpPr>
          <p:cNvPr id="73" name="Retângulo: Cantos Arredondados 72">
            <a:extLst>
              <a:ext uri="{FF2B5EF4-FFF2-40B4-BE49-F238E27FC236}">
                <a16:creationId xmlns:a16="http://schemas.microsoft.com/office/drawing/2014/main" id="{6A5D8BE6-2AE3-A0A5-8683-063E1607F39D}"/>
              </a:ext>
            </a:extLst>
          </p:cNvPr>
          <p:cNvSpPr/>
          <p:nvPr/>
        </p:nvSpPr>
        <p:spPr>
          <a:xfrm>
            <a:off x="8919945" y="4708594"/>
            <a:ext cx="1387497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123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582DE543-6478-ED90-EC4F-2BDE00CFE41B}"/>
              </a:ext>
            </a:extLst>
          </p:cNvPr>
          <p:cNvSpPr txBox="1"/>
          <p:nvPr/>
        </p:nvSpPr>
        <p:spPr>
          <a:xfrm>
            <a:off x="8825917" y="4400817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Qtde</a:t>
            </a:r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de ovos</a:t>
            </a:r>
          </a:p>
        </p:txBody>
      </p:sp>
      <p:sp>
        <p:nvSpPr>
          <p:cNvPr id="76" name="CaixaDeTexto 75">
            <a:extLst>
              <a:ext uri="{FF2B5EF4-FFF2-40B4-BE49-F238E27FC236}">
                <a16:creationId xmlns:a16="http://schemas.microsoft.com/office/drawing/2014/main" id="{8CF34F3C-493D-8B8B-F2D5-CA81FD27B1E1}"/>
              </a:ext>
            </a:extLst>
          </p:cNvPr>
          <p:cNvSpPr txBox="1"/>
          <p:nvPr/>
        </p:nvSpPr>
        <p:spPr>
          <a:xfrm>
            <a:off x="2573361" y="3617303"/>
            <a:ext cx="3023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Gênero</a:t>
            </a:r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F51E2BE1-D2ED-ABCC-C1E4-C0C6AFF599E7}"/>
              </a:ext>
            </a:extLst>
          </p:cNvPr>
          <p:cNvSpPr/>
          <p:nvPr/>
        </p:nvSpPr>
        <p:spPr>
          <a:xfrm>
            <a:off x="2643949" y="39342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78" name="CaixaDeTexto 77">
            <a:extLst>
              <a:ext uri="{FF2B5EF4-FFF2-40B4-BE49-F238E27FC236}">
                <a16:creationId xmlns:a16="http://schemas.microsoft.com/office/drawing/2014/main" id="{AE314C4A-4D7A-6168-A613-B16C0F57F616}"/>
              </a:ext>
            </a:extLst>
          </p:cNvPr>
          <p:cNvSpPr txBox="1"/>
          <p:nvPr/>
        </p:nvSpPr>
        <p:spPr>
          <a:xfrm>
            <a:off x="5690912" y="3626436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sp>
        <p:nvSpPr>
          <p:cNvPr id="79" name="Retângulo: Cantos Arredondados 78">
            <a:extLst>
              <a:ext uri="{FF2B5EF4-FFF2-40B4-BE49-F238E27FC236}">
                <a16:creationId xmlns:a16="http://schemas.microsoft.com/office/drawing/2014/main" id="{851A2B15-6B38-3B44-D2B0-B2B7E808E3B0}"/>
              </a:ext>
            </a:extLst>
          </p:cNvPr>
          <p:cNvSpPr/>
          <p:nvPr/>
        </p:nvSpPr>
        <p:spPr>
          <a:xfrm>
            <a:off x="5775891" y="3937408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6F69F6A0-5D08-67CF-812F-A0C57ADFAB6D}"/>
              </a:ext>
            </a:extLst>
          </p:cNvPr>
          <p:cNvSpPr/>
          <p:nvPr/>
        </p:nvSpPr>
        <p:spPr>
          <a:xfrm>
            <a:off x="8907833" y="3934213"/>
            <a:ext cx="296212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(combo box em modo edição)</a:t>
            </a:r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4A081701-8CBB-5FAA-DC0E-1B98E6B6860C}"/>
              </a:ext>
            </a:extLst>
          </p:cNvPr>
          <p:cNvSpPr txBox="1"/>
          <p:nvPr/>
        </p:nvSpPr>
        <p:spPr>
          <a:xfrm>
            <a:off x="8813805" y="3626436"/>
            <a:ext cx="30561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Subespécie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EF0A91D0-23FE-5EE3-881B-8FB527FD5466}"/>
              </a:ext>
            </a:extLst>
          </p:cNvPr>
          <p:cNvSpPr txBox="1"/>
          <p:nvPr/>
        </p:nvSpPr>
        <p:spPr>
          <a:xfrm>
            <a:off x="2578824" y="5134242"/>
            <a:ext cx="30471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Observações</a:t>
            </a:r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5D2F0376-FA4B-CF80-DB30-65A2ECB0727B}"/>
              </a:ext>
            </a:extLst>
          </p:cNvPr>
          <p:cNvSpPr/>
          <p:nvPr/>
        </p:nvSpPr>
        <p:spPr>
          <a:xfrm>
            <a:off x="2663803" y="5445214"/>
            <a:ext cx="9206156" cy="336082"/>
          </a:xfrm>
          <a:prstGeom prst="roundRect">
            <a:avLst>
              <a:gd name="adj" fmla="val 15862"/>
            </a:avLst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Texto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D3E0891-5415-DBDF-2080-15F26E8A32FB}"/>
              </a:ext>
            </a:extLst>
          </p:cNvPr>
          <p:cNvSpPr/>
          <p:nvPr/>
        </p:nvSpPr>
        <p:spPr>
          <a:xfrm>
            <a:off x="0" y="51000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EA865D90-CB76-1817-1E1A-45E03EE929CD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5" name="Gráfico 4" descr="Aviso estrutura de tópicos">
              <a:extLst>
                <a:ext uri="{FF2B5EF4-FFF2-40B4-BE49-F238E27FC236}">
                  <a16:creationId xmlns:a16="http://schemas.microsoft.com/office/drawing/2014/main" id="{3F3B5581-D046-C670-6E74-BA88E22A1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F840D8AB-1373-D8ED-AAC6-2B16DC58097E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11" name="Gráfico 10" descr="Casinha de cachorro estrutura de tópicos">
                <a:extLst>
                  <a:ext uri="{FF2B5EF4-FFF2-40B4-BE49-F238E27FC236}">
                    <a16:creationId xmlns:a16="http://schemas.microsoft.com/office/drawing/2014/main" id="{87DAC109-2D02-562B-7FDF-8F52F0EF08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2FDCDD6-946A-4A4B-D6BD-E75AE35EDB5C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9" name="Gráfico 8" descr="Área de Transferência estrutura de tópicos">
              <a:extLst>
                <a:ext uri="{FF2B5EF4-FFF2-40B4-BE49-F238E27FC236}">
                  <a16:creationId xmlns:a16="http://schemas.microsoft.com/office/drawing/2014/main" id="{D260A807-74DE-6F06-7B2C-0A5F58AD5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26270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24B5B-D458-0BE3-8FA1-F3A0F661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FB5FC70-2B6C-F72E-40FF-147DE482B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49399BDE-5A44-7984-E568-BE485B6DED09}"/>
              </a:ext>
            </a:extLst>
          </p:cNvPr>
          <p:cNvGrpSpPr/>
          <p:nvPr/>
        </p:nvGrpSpPr>
        <p:grpSpPr>
          <a:xfrm>
            <a:off x="2425801" y="674131"/>
            <a:ext cx="9677197" cy="6110902"/>
            <a:chOff x="2425801" y="674131"/>
            <a:chExt cx="9677197" cy="8495268"/>
          </a:xfrm>
        </p:grpSpPr>
        <p:sp>
          <p:nvSpPr>
            <p:cNvPr id="53" name="Retângulo: Cantos Arredondados 52">
              <a:extLst>
                <a:ext uri="{FF2B5EF4-FFF2-40B4-BE49-F238E27FC236}">
                  <a16:creationId xmlns:a16="http://schemas.microsoft.com/office/drawing/2014/main" id="{C42AD45C-2FA6-5886-29AB-9BF779E045DC}"/>
                </a:ext>
              </a:extLst>
            </p:cNvPr>
            <p:cNvSpPr/>
            <p:nvPr/>
          </p:nvSpPr>
          <p:spPr>
            <a:xfrm>
              <a:off x="2425802" y="723898"/>
              <a:ext cx="9677196" cy="8445501"/>
            </a:xfrm>
            <a:prstGeom prst="roundRect">
              <a:avLst>
                <a:gd name="adj" fmla="val 1308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BAA7B961-AE37-17B1-2A44-09524A2DB67A}"/>
                </a:ext>
              </a:extLst>
            </p:cNvPr>
            <p:cNvSpPr/>
            <p:nvPr/>
          </p:nvSpPr>
          <p:spPr>
            <a:xfrm>
              <a:off x="2425801" y="674131"/>
              <a:ext cx="1295298" cy="533878"/>
            </a:xfrm>
            <a:prstGeom prst="roundRect">
              <a:avLst>
                <a:gd name="adj" fmla="val 11951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id="{FD5D2B12-84E8-1074-7B6F-2C6AAF1274F5}"/>
                </a:ext>
              </a:extLst>
            </p:cNvPr>
            <p:cNvSpPr/>
            <p:nvPr/>
          </p:nvSpPr>
          <p:spPr>
            <a:xfrm>
              <a:off x="2433639" y="732037"/>
              <a:ext cx="1364706" cy="5010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sp>
        <p:nvSpPr>
          <p:cNvPr id="8" name="Retângulo 7">
            <a:extLst>
              <a:ext uri="{FF2B5EF4-FFF2-40B4-BE49-F238E27FC236}">
                <a16:creationId xmlns:a16="http://schemas.microsoft.com/office/drawing/2014/main" id="{6B161618-4187-7E63-20CD-D5B2C21254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1"/>
            <a:ext cx="2336800" cy="685800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0810464-F1B8-2533-E74B-32A7EAE08839}"/>
              </a:ext>
            </a:extLst>
          </p:cNvPr>
          <p:cNvCxnSpPr>
            <a:cxnSpLocks/>
          </p:cNvCxnSpPr>
          <p:nvPr/>
        </p:nvCxnSpPr>
        <p:spPr>
          <a:xfrm>
            <a:off x="0" y="6095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25373759-357F-3611-878D-11616B5D78E2}"/>
              </a:ext>
            </a:extLst>
          </p:cNvPr>
          <p:cNvGrpSpPr/>
          <p:nvPr/>
        </p:nvGrpSpPr>
        <p:grpSpPr>
          <a:xfrm>
            <a:off x="89002" y="104776"/>
            <a:ext cx="400046" cy="400046"/>
            <a:chOff x="101600" y="88799"/>
            <a:chExt cx="432000" cy="432000"/>
          </a:xfrm>
        </p:grpSpPr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id="{F65375A8-C0D4-A373-5EDB-E41C03FE94A9}"/>
                </a:ext>
              </a:extLst>
            </p:cNvPr>
            <p:cNvSpPr/>
            <p:nvPr/>
          </p:nvSpPr>
          <p:spPr>
            <a:xfrm>
              <a:off x="101600" y="88799"/>
              <a:ext cx="432000" cy="432000"/>
            </a:xfrm>
            <a:prstGeom prst="round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2" name="Gráfico 21" descr="Usuário com preenchimento sólido">
              <a:extLst>
                <a:ext uri="{FF2B5EF4-FFF2-40B4-BE49-F238E27FC236}">
                  <a16:creationId xmlns:a16="http://schemas.microsoft.com/office/drawing/2014/main" id="{0782C92F-7600-F9BC-2D0A-5DC018DD5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1601" y="88800"/>
              <a:ext cx="431999" cy="431999"/>
            </a:xfrm>
            <a:prstGeom prst="rect">
              <a:avLst/>
            </a:prstGeom>
          </p:spPr>
        </p:pic>
      </p:grp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04BAAA0-300B-7D5E-9099-430753365884}"/>
              </a:ext>
            </a:extLst>
          </p:cNvPr>
          <p:cNvSpPr txBox="1"/>
          <p:nvPr/>
        </p:nvSpPr>
        <p:spPr>
          <a:xfrm>
            <a:off x="533549" y="150911"/>
            <a:ext cx="158458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Usuário A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12072FE-1592-EB35-C9D4-0464FA69A37F}"/>
              </a:ext>
            </a:extLst>
          </p:cNvPr>
          <p:cNvSpPr txBox="1"/>
          <p:nvPr/>
        </p:nvSpPr>
        <p:spPr>
          <a:xfrm>
            <a:off x="228600" y="554862"/>
            <a:ext cx="2108200" cy="801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Meus Envios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Não-Finalizados</a:t>
            </a:r>
          </a:p>
        </p:txBody>
      </p: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C1378C81-5B1C-2E75-4C7A-DE3A51E5211B}"/>
              </a:ext>
            </a:extLst>
          </p:cNvPr>
          <p:cNvCxnSpPr>
            <a:cxnSpLocks/>
          </p:cNvCxnSpPr>
          <p:nvPr/>
        </p:nvCxnSpPr>
        <p:spPr>
          <a:xfrm>
            <a:off x="0" y="1422399"/>
            <a:ext cx="23368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5B4DF32-D778-117F-72D8-83923AC772F7}"/>
              </a:ext>
            </a:extLst>
          </p:cNvPr>
          <p:cNvSpPr/>
          <p:nvPr/>
        </p:nvSpPr>
        <p:spPr>
          <a:xfrm>
            <a:off x="2106907" y="1122284"/>
            <a:ext cx="171450" cy="17145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rgbClr val="DA0000"/>
                </a:solidFill>
              </a:rPr>
              <a:t>1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BA6B17A-E9E6-3090-0E26-EAE4D5EEEC05}"/>
              </a:ext>
            </a:extLst>
          </p:cNvPr>
          <p:cNvSpPr txBox="1"/>
          <p:nvPr/>
        </p:nvSpPr>
        <p:spPr>
          <a:xfrm>
            <a:off x="0" y="1467821"/>
            <a:ext cx="2336800" cy="276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b="1" dirty="0">
                <a:solidFill>
                  <a:schemeClr val="bg1">
                    <a:lumMod val="65000"/>
                  </a:schemeClr>
                </a:solidFill>
              </a:rPr>
              <a:t>MENU</a:t>
            </a:r>
          </a:p>
        </p:txBody>
      </p:sp>
      <p:pic>
        <p:nvPicPr>
          <p:cNvPr id="50" name="Gráfico 49" descr="Escudo com marca de verificação estrutura de tópicos">
            <a:extLst>
              <a:ext uri="{FF2B5EF4-FFF2-40B4-BE49-F238E27FC236}">
                <a16:creationId xmlns:a16="http://schemas.microsoft.com/office/drawing/2014/main" id="{8482D405-1073-47F2-8697-C3AE7B6507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61" y="6151686"/>
            <a:ext cx="254194" cy="239502"/>
          </a:xfrm>
          <a:prstGeom prst="rect">
            <a:avLst/>
          </a:prstGeom>
        </p:spPr>
      </p:pic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D5C00BDF-A5D0-83A3-C1F5-6B0B79B3C823}"/>
              </a:ext>
            </a:extLst>
          </p:cNvPr>
          <p:cNvCxnSpPr>
            <a:cxnSpLocks/>
          </p:cNvCxnSpPr>
          <p:nvPr/>
        </p:nvCxnSpPr>
        <p:spPr>
          <a:xfrm>
            <a:off x="2425802" y="1281033"/>
            <a:ext cx="1298371" cy="0"/>
          </a:xfrm>
          <a:prstGeom prst="line">
            <a:avLst/>
          </a:prstGeom>
          <a:ln w="12700">
            <a:solidFill>
              <a:srgbClr val="DA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8A9776E-5AD3-5751-914C-7343FBA863AF}"/>
              </a:ext>
            </a:extLst>
          </p:cNvPr>
          <p:cNvSpPr txBox="1"/>
          <p:nvPr/>
        </p:nvSpPr>
        <p:spPr>
          <a:xfrm>
            <a:off x="2425802" y="304799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DA0000"/>
                </a:solidFill>
              </a:rPr>
              <a:t>CADASTROS BÁSICOS</a:t>
            </a:r>
            <a:endParaRPr lang="pt-BR" sz="1800" b="1" dirty="0">
              <a:solidFill>
                <a:srgbClr val="DA0000"/>
              </a:solidFill>
            </a:endParaRP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72CF701B-A252-C5E3-DCC3-5BF5E81C2070}"/>
              </a:ext>
            </a:extLst>
          </p:cNvPr>
          <p:cNvSpPr txBox="1"/>
          <p:nvPr/>
        </p:nvSpPr>
        <p:spPr>
          <a:xfrm>
            <a:off x="3724172" y="843081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Espécie</a:t>
            </a:r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1CAB9E6B-87DC-2E06-990F-631785B833C5}"/>
              </a:ext>
            </a:extLst>
          </p:cNvPr>
          <p:cNvCxnSpPr>
            <a:cxnSpLocks/>
          </p:cNvCxnSpPr>
          <p:nvPr/>
        </p:nvCxnSpPr>
        <p:spPr>
          <a:xfrm>
            <a:off x="3724173" y="1281033"/>
            <a:ext cx="1412183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E1D71905-F281-7BD7-8739-6E87944BB74B}"/>
              </a:ext>
            </a:extLst>
          </p:cNvPr>
          <p:cNvCxnSpPr>
            <a:cxnSpLocks/>
          </p:cNvCxnSpPr>
          <p:nvPr/>
        </p:nvCxnSpPr>
        <p:spPr>
          <a:xfrm>
            <a:off x="7733098" y="1281033"/>
            <a:ext cx="4369900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531CDE73-C036-72DF-C264-038974C29984}"/>
              </a:ext>
            </a:extLst>
          </p:cNvPr>
          <p:cNvSpPr txBox="1"/>
          <p:nvPr/>
        </p:nvSpPr>
        <p:spPr>
          <a:xfrm>
            <a:off x="228600" y="5983150"/>
            <a:ext cx="2108200" cy="801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>
              <a:lnSpc>
                <a:spcPct val="175000"/>
              </a:lnSpc>
            </a:pPr>
            <a:r>
              <a:rPr lang="pt-BR" sz="1400" dirty="0"/>
              <a:t>Gerenciar Permissões</a:t>
            </a:r>
          </a:p>
          <a:p>
            <a:pPr>
              <a:lnSpc>
                <a:spcPct val="175000"/>
              </a:lnSpc>
            </a:pPr>
            <a:r>
              <a:rPr lang="pt-BR" sz="1400" dirty="0"/>
              <a:t>Configurações</a:t>
            </a:r>
          </a:p>
        </p:txBody>
      </p:sp>
      <p:pic>
        <p:nvPicPr>
          <p:cNvPr id="52" name="Gráfico 51" descr="Engrenagem única estrutura de tópicos">
            <a:extLst>
              <a:ext uri="{FF2B5EF4-FFF2-40B4-BE49-F238E27FC236}">
                <a16:creationId xmlns:a16="http://schemas.microsoft.com/office/drawing/2014/main" id="{60CF8A44-E1BD-2CC8-BAA3-E56212633F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1" y="6510791"/>
            <a:ext cx="256704" cy="256704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9CA4AB4-ADCF-2E24-DB82-40C97471AAF2}"/>
              </a:ext>
            </a:extLst>
          </p:cNvPr>
          <p:cNvCxnSpPr>
            <a:cxnSpLocks/>
          </p:cNvCxnSpPr>
          <p:nvPr/>
        </p:nvCxnSpPr>
        <p:spPr>
          <a:xfrm>
            <a:off x="5136356" y="1281033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24DD73BE-AD86-A7E1-E855-00ED15344595}"/>
              </a:ext>
            </a:extLst>
          </p:cNvPr>
          <p:cNvSpPr txBox="1"/>
          <p:nvPr/>
        </p:nvSpPr>
        <p:spPr>
          <a:xfrm>
            <a:off x="2428875" y="740857"/>
            <a:ext cx="1295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rgbClr val="DA0000"/>
                </a:solidFill>
              </a:rPr>
              <a:t>Todos os Cadastros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A472F2B-177B-D86D-2FED-74AAA77B2A8F}"/>
              </a:ext>
            </a:extLst>
          </p:cNvPr>
          <p:cNvCxnSpPr>
            <a:cxnSpLocks/>
          </p:cNvCxnSpPr>
          <p:nvPr/>
        </p:nvCxnSpPr>
        <p:spPr>
          <a:xfrm>
            <a:off x="6434727" y="1280466"/>
            <a:ext cx="1298371" cy="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43A2B53-95E6-E430-B1A5-AE9739B488E2}"/>
              </a:ext>
            </a:extLst>
          </p:cNvPr>
          <p:cNvSpPr/>
          <p:nvPr/>
        </p:nvSpPr>
        <p:spPr>
          <a:xfrm>
            <a:off x="2581275" y="1505921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6" name="Retângulo: Cantos Arredondados 65">
            <a:extLst>
              <a:ext uri="{FF2B5EF4-FFF2-40B4-BE49-F238E27FC236}">
                <a16:creationId xmlns:a16="http://schemas.microsoft.com/office/drawing/2014/main" id="{9C7F3DBE-816B-1795-CE22-FE72F22A97F9}"/>
              </a:ext>
            </a:extLst>
          </p:cNvPr>
          <p:cNvSpPr/>
          <p:nvPr/>
        </p:nvSpPr>
        <p:spPr>
          <a:xfrm>
            <a:off x="5134729" y="1941905"/>
            <a:ext cx="1803145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Iniciar novo registro</a:t>
            </a:r>
          </a:p>
        </p:txBody>
      </p:sp>
      <p:sp>
        <p:nvSpPr>
          <p:cNvPr id="68" name="CaixaDeTexto 67">
            <a:extLst>
              <a:ext uri="{FF2B5EF4-FFF2-40B4-BE49-F238E27FC236}">
                <a16:creationId xmlns:a16="http://schemas.microsoft.com/office/drawing/2014/main" id="{684A8025-208B-B9F4-F902-16658D5254C8}"/>
              </a:ext>
            </a:extLst>
          </p:cNvPr>
          <p:cNvSpPr txBox="1"/>
          <p:nvPr/>
        </p:nvSpPr>
        <p:spPr>
          <a:xfrm>
            <a:off x="2714124" y="1586842"/>
            <a:ext cx="40803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Adicionar novo cadastro básico</a:t>
            </a:r>
          </a:p>
        </p:txBody>
      </p:sp>
      <p:grpSp>
        <p:nvGrpSpPr>
          <p:cNvPr id="70" name="Agrupar 69">
            <a:extLst>
              <a:ext uri="{FF2B5EF4-FFF2-40B4-BE49-F238E27FC236}">
                <a16:creationId xmlns:a16="http://schemas.microsoft.com/office/drawing/2014/main" id="{47BAB590-8055-C2C1-A408-9AB25E9DB575}"/>
              </a:ext>
            </a:extLst>
          </p:cNvPr>
          <p:cNvGrpSpPr/>
          <p:nvPr/>
        </p:nvGrpSpPr>
        <p:grpSpPr>
          <a:xfrm>
            <a:off x="2714125" y="1941905"/>
            <a:ext cx="2286224" cy="336082"/>
            <a:chOff x="2714125" y="1941905"/>
            <a:chExt cx="2286224" cy="307777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A29D54B2-8ED2-2C04-CD2C-EEB61D495476}"/>
                </a:ext>
              </a:extLst>
            </p:cNvPr>
            <p:cNvSpPr/>
            <p:nvPr/>
          </p:nvSpPr>
          <p:spPr>
            <a:xfrm>
              <a:off x="2714125" y="1941905"/>
              <a:ext cx="2286224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69" name="Gráfico 68" descr="Acento Circunflexo para Cima com preenchimento sólido">
              <a:extLst>
                <a:ext uri="{FF2B5EF4-FFF2-40B4-BE49-F238E27FC236}">
                  <a16:creationId xmlns:a16="http://schemas.microsoft.com/office/drawing/2014/main" id="{0C8EB401-2822-E028-587F-BEE1EAA48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8192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B21AD24-0BAF-401A-B575-C90689234A09}"/>
              </a:ext>
            </a:extLst>
          </p:cNvPr>
          <p:cNvSpPr/>
          <p:nvPr/>
        </p:nvSpPr>
        <p:spPr>
          <a:xfrm>
            <a:off x="2593769" y="2581107"/>
            <a:ext cx="9382125" cy="927036"/>
          </a:xfrm>
          <a:prstGeom prst="roundRect">
            <a:avLst>
              <a:gd name="adj" fmla="val 5762"/>
            </a:avLst>
          </a:prstGeom>
          <a:solidFill>
            <a:srgbClr val="F2F2F2"/>
          </a:solidFill>
          <a:ln w="9525"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741C193-9B23-33CA-F7AD-D15BD7CB6354}"/>
              </a:ext>
            </a:extLst>
          </p:cNvPr>
          <p:cNvSpPr/>
          <p:nvPr/>
        </p:nvSpPr>
        <p:spPr>
          <a:xfrm>
            <a:off x="10701456" y="3004021"/>
            <a:ext cx="1123643" cy="336082"/>
          </a:xfrm>
          <a:prstGeom prst="roundRect">
            <a:avLst>
              <a:gd name="adj" fmla="val 15862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Filtrar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84C3BDE-618F-A27B-FDC0-97F6D5A0FD09}"/>
              </a:ext>
            </a:extLst>
          </p:cNvPr>
          <p:cNvSpPr txBox="1"/>
          <p:nvPr/>
        </p:nvSpPr>
        <p:spPr>
          <a:xfrm>
            <a:off x="2726618" y="2662028"/>
            <a:ext cx="23972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Pesquisar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66ECEA5-B416-3397-9F06-3E9A4B1AD4EF}"/>
              </a:ext>
            </a:extLst>
          </p:cNvPr>
          <p:cNvGrpSpPr/>
          <p:nvPr/>
        </p:nvGrpSpPr>
        <p:grpSpPr>
          <a:xfrm>
            <a:off x="2726619" y="3017091"/>
            <a:ext cx="1840853" cy="336082"/>
            <a:chOff x="2714125" y="1941905"/>
            <a:chExt cx="1840853" cy="307777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FF7E77FD-B044-17C1-4527-3E00D9911218}"/>
                </a:ext>
              </a:extLst>
            </p:cNvPr>
            <p:cNvSpPr/>
            <p:nvPr/>
          </p:nvSpPr>
          <p:spPr>
            <a:xfrm>
              <a:off x="2714125" y="1941905"/>
              <a:ext cx="1840853" cy="307777"/>
            </a:xfrm>
            <a:prstGeom prst="roundRect">
              <a:avLst>
                <a:gd name="adj" fmla="val 15862"/>
              </a:avLst>
            </a:prstGeom>
            <a:solidFill>
              <a:schemeClr val="bg1"/>
            </a:solidFill>
            <a:ln w="9525">
              <a:solidFill>
                <a:schemeClr val="bg1">
                  <a:lumMod val="85000"/>
                </a:schemeClr>
              </a:solidFill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rgbClr val="7C7C7C"/>
                  </a:solidFill>
                </a:rPr>
                <a:t>Tipo</a:t>
              </a:r>
            </a:p>
          </p:txBody>
        </p:sp>
        <p:pic>
          <p:nvPicPr>
            <p:cNvPr id="11" name="Gráfico 10" descr="Acento Circunflexo para Cima com preenchimento sólido">
              <a:extLst>
                <a:ext uri="{FF2B5EF4-FFF2-40B4-BE49-F238E27FC236}">
                  <a16:creationId xmlns:a16="http://schemas.microsoft.com/office/drawing/2014/main" id="{91A4717D-B810-0B54-2D54-CAFBDF3AC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0800000">
              <a:off x="4349311" y="2021229"/>
              <a:ext cx="149234" cy="177434"/>
            </a:xfrm>
            <a:prstGeom prst="rect">
              <a:avLst/>
            </a:prstGeom>
          </p:spPr>
        </p:pic>
      </p:grp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C6667E5-E20E-04AA-FA58-1378A03C856D}"/>
              </a:ext>
            </a:extLst>
          </p:cNvPr>
          <p:cNvSpPr/>
          <p:nvPr/>
        </p:nvSpPr>
        <p:spPr>
          <a:xfrm>
            <a:off x="4697467" y="3017091"/>
            <a:ext cx="5853193" cy="336082"/>
          </a:xfrm>
          <a:prstGeom prst="roundRect">
            <a:avLst>
              <a:gd name="adj" fmla="val 15862"/>
            </a:avLst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dirty="0">
                <a:solidFill>
                  <a:srgbClr val="7C7C7C"/>
                </a:solidFill>
              </a:rPr>
              <a:t>Termo do filtro...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FB1ECB-50C8-D3E0-5458-279AB0EEECFD}"/>
              </a:ext>
            </a:extLst>
          </p:cNvPr>
          <p:cNvSpPr txBox="1"/>
          <p:nvPr/>
        </p:nvSpPr>
        <p:spPr>
          <a:xfrm>
            <a:off x="5139246" y="741481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para Tutor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7C146A65-98E7-3B72-9300-6C394C2FC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843052"/>
              </p:ext>
            </p:extLst>
          </p:nvPr>
        </p:nvGraphicFramePr>
        <p:xfrm>
          <a:off x="2581274" y="3655397"/>
          <a:ext cx="9382125" cy="2919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102">
                  <a:extLst>
                    <a:ext uri="{9D8B030D-6E8A-4147-A177-3AD203B41FA5}">
                      <a16:colId xmlns:a16="http://schemas.microsoft.com/office/drawing/2014/main" val="1128505360"/>
                    </a:ext>
                  </a:extLst>
                </a:gridCol>
                <a:gridCol w="1469624">
                  <a:extLst>
                    <a:ext uri="{9D8B030D-6E8A-4147-A177-3AD203B41FA5}">
                      <a16:colId xmlns:a16="http://schemas.microsoft.com/office/drawing/2014/main" val="815531530"/>
                    </a:ext>
                  </a:extLst>
                </a:gridCol>
                <a:gridCol w="4165600">
                  <a:extLst>
                    <a:ext uri="{9D8B030D-6E8A-4147-A177-3AD203B41FA5}">
                      <a16:colId xmlns:a16="http://schemas.microsoft.com/office/drawing/2014/main" val="1150706500"/>
                    </a:ext>
                  </a:extLst>
                </a:gridCol>
                <a:gridCol w="1447799">
                  <a:extLst>
                    <a:ext uri="{9D8B030D-6E8A-4147-A177-3AD203B41FA5}">
                      <a16:colId xmlns:a16="http://schemas.microsoft.com/office/drawing/2014/main" val="2405723200"/>
                    </a:ext>
                  </a:extLst>
                </a:gridCol>
              </a:tblGrid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Código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 de exibição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80863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Nome1Tipo1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318007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Nome2Tipo1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536834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Nome3Tipo1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799881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Nome1Tipo2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  <a:endParaRPr lang="pt-BR" sz="1200" b="0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444146"/>
                  </a:ext>
                </a:extLst>
              </a:tr>
              <a:tr h="4866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Tipo3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001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Nome1Tipo3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b="0" i="0" kern="1200" dirty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EXPANDIR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927435"/>
                  </a:ext>
                </a:extLst>
              </a:tr>
            </a:tbl>
          </a:graphicData>
        </a:graphic>
      </p:graphicFrame>
      <p:sp>
        <p:nvSpPr>
          <p:cNvPr id="32" name="Triângulo isósceles 31">
            <a:extLst>
              <a:ext uri="{FF2B5EF4-FFF2-40B4-BE49-F238E27FC236}">
                <a16:creationId xmlns:a16="http://schemas.microsoft.com/office/drawing/2014/main" id="{6DCA155A-50E7-E92A-87B8-2E7BB55FCC16}"/>
              </a:ext>
            </a:extLst>
          </p:cNvPr>
          <p:cNvSpPr/>
          <p:nvPr/>
        </p:nvSpPr>
        <p:spPr>
          <a:xfrm rot="10800000">
            <a:off x="3094277" y="3887290"/>
            <a:ext cx="55322" cy="45719"/>
          </a:xfrm>
          <a:prstGeom prst="triangle">
            <a:avLst/>
          </a:prstGeom>
          <a:solidFill>
            <a:srgbClr val="595959"/>
          </a:solidFill>
          <a:ln>
            <a:solidFill>
              <a:srgbClr val="5959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0D63E88-686D-5845-D043-C3FF89EC49C8}"/>
              </a:ext>
            </a:extLst>
          </p:cNvPr>
          <p:cNvSpPr/>
          <p:nvPr/>
        </p:nvSpPr>
        <p:spPr>
          <a:xfrm>
            <a:off x="0" y="5468373"/>
            <a:ext cx="2336800" cy="399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5" name="Agrupar 34">
            <a:extLst>
              <a:ext uri="{FF2B5EF4-FFF2-40B4-BE49-F238E27FC236}">
                <a16:creationId xmlns:a16="http://schemas.microsoft.com/office/drawing/2014/main" id="{FD312139-4C2C-A0B9-5D19-ACE0C118A7FD}"/>
              </a:ext>
            </a:extLst>
          </p:cNvPr>
          <p:cNvGrpSpPr/>
          <p:nvPr/>
        </p:nvGrpSpPr>
        <p:grpSpPr>
          <a:xfrm>
            <a:off x="42605" y="1674435"/>
            <a:ext cx="2417969" cy="4195123"/>
            <a:chOff x="42605" y="1674435"/>
            <a:chExt cx="2417969" cy="4195123"/>
          </a:xfrm>
        </p:grpSpPr>
        <p:pic>
          <p:nvPicPr>
            <p:cNvPr id="36" name="Gráfico 35" descr="Aviso estrutura de tópicos">
              <a:extLst>
                <a:ext uri="{FF2B5EF4-FFF2-40B4-BE49-F238E27FC236}">
                  <a16:creationId xmlns:a16="http://schemas.microsoft.com/office/drawing/2014/main" id="{64EBBA4F-0739-6B6B-43FF-14D839187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5374" y="4095991"/>
              <a:ext cx="185200" cy="185200"/>
            </a:xfrm>
            <a:prstGeom prst="rect">
              <a:avLst/>
            </a:prstGeom>
          </p:spPr>
        </p:pic>
        <p:grpSp>
          <p:nvGrpSpPr>
            <p:cNvPr id="37" name="Agrupar 36">
              <a:extLst>
                <a:ext uri="{FF2B5EF4-FFF2-40B4-BE49-F238E27FC236}">
                  <a16:creationId xmlns:a16="http://schemas.microsoft.com/office/drawing/2014/main" id="{526D5C11-7DA0-4511-1224-BA814EF96622}"/>
                </a:ext>
              </a:extLst>
            </p:cNvPr>
            <p:cNvGrpSpPr/>
            <p:nvPr/>
          </p:nvGrpSpPr>
          <p:grpSpPr>
            <a:xfrm>
              <a:off x="42605" y="1674435"/>
              <a:ext cx="2417969" cy="4195123"/>
              <a:chOff x="42605" y="1674435"/>
              <a:chExt cx="2417969" cy="4195123"/>
            </a:xfrm>
          </p:grpSpPr>
          <p:pic>
            <p:nvPicPr>
              <p:cNvPr id="39" name="Gráfico 38" descr="Casinha de cachorro estrutura de tópicos">
                <a:extLst>
                  <a:ext uri="{FF2B5EF4-FFF2-40B4-BE49-F238E27FC236}">
                    <a16:creationId xmlns:a16="http://schemas.microsoft.com/office/drawing/2014/main" id="{F3E2B095-0339-FCE7-E706-27D89FE3D0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42605" y="1815758"/>
                <a:ext cx="226261" cy="226261"/>
              </a:xfrm>
              <a:prstGeom prst="rect">
                <a:avLst/>
              </a:prstGeom>
            </p:spPr>
          </p:pic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D36DD62F-AF40-0261-C39D-8736880A73CE}"/>
                  </a:ext>
                </a:extLst>
              </p:cNvPr>
              <p:cNvSpPr txBox="1"/>
              <p:nvPr/>
            </p:nvSpPr>
            <p:spPr>
              <a:xfrm>
                <a:off x="190499" y="1674435"/>
                <a:ext cx="2270075" cy="419512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Vivos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Entrevistas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Rastreio de GPS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Veterinário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Exames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Animais Mortos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Animais Atropelados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Necrópsias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      Resultados e Análises</a:t>
                </a:r>
              </a:p>
              <a:p>
                <a:pPr>
                  <a:lnSpc>
                    <a:spcPct val="175000"/>
                  </a:lnSpc>
                </a:pPr>
                <a:r>
                  <a:rPr lang="pt-BR" sz="1400" dirty="0"/>
                  <a:t>Cadastros Básicos</a:t>
                </a:r>
              </a:p>
            </p:txBody>
          </p:sp>
        </p:grpSp>
        <p:pic>
          <p:nvPicPr>
            <p:cNvPr id="38" name="Gráfico 37" descr="Área de Transferência estrutura de tópicos">
              <a:extLst>
                <a:ext uri="{FF2B5EF4-FFF2-40B4-BE49-F238E27FC236}">
                  <a16:creationId xmlns:a16="http://schemas.microsoft.com/office/drawing/2014/main" id="{193361DF-1D34-8AE4-738E-9AD52D593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139" y="5585401"/>
              <a:ext cx="185198" cy="185198"/>
            </a:xfrm>
            <a:prstGeom prst="rect">
              <a:avLst/>
            </a:prstGeom>
          </p:spPr>
        </p:pic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838F4F7-FDB0-EF2E-BAF8-B95C0A69062B}"/>
              </a:ext>
            </a:extLst>
          </p:cNvPr>
          <p:cNvSpPr txBox="1"/>
          <p:nvPr/>
        </p:nvSpPr>
        <p:spPr>
          <a:xfrm>
            <a:off x="6524878" y="740857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Pergunta para Animal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9B38A8D-99E7-F0DA-858A-C3872F71707F}"/>
              </a:ext>
            </a:extLst>
          </p:cNvPr>
          <p:cNvSpPr txBox="1"/>
          <p:nvPr/>
        </p:nvSpPr>
        <p:spPr>
          <a:xfrm>
            <a:off x="7910510" y="735359"/>
            <a:ext cx="1387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Dispositivo de Rastreamento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12D7205-F9E8-69C1-B646-A058BEAF6B93}"/>
              </a:ext>
            </a:extLst>
          </p:cNvPr>
          <p:cNvSpPr txBox="1"/>
          <p:nvPr/>
        </p:nvSpPr>
        <p:spPr>
          <a:xfrm>
            <a:off x="9313169" y="843080"/>
            <a:ext cx="138717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pt-B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2138831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Website DBLEIMa - UI Design</Template>
  <TotalTime>1949</TotalTime>
  <Words>8388</Words>
  <Application>Microsoft Office PowerPoint</Application>
  <PresentationFormat>Widescreen</PresentationFormat>
  <Paragraphs>3844</Paragraphs>
  <Slides>73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73</vt:i4>
      </vt:variant>
    </vt:vector>
  </HeadingPairs>
  <TitlesOfParts>
    <vt:vector size="77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Fouv</dc:creator>
  <cp:lastModifiedBy>Nicolas Fouv</cp:lastModifiedBy>
  <cp:revision>1</cp:revision>
  <dcterms:created xsi:type="dcterms:W3CDTF">2025-10-23T12:20:28Z</dcterms:created>
  <dcterms:modified xsi:type="dcterms:W3CDTF">2026-03-08T00:32:41Z</dcterms:modified>
</cp:coreProperties>
</file>